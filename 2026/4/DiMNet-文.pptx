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5" r:id="rId2"/>
  </p:sldMasterIdLst>
  <p:notesMasterIdLst>
    <p:notesMasterId r:id="rId15"/>
  </p:notesMasterIdLst>
  <p:sldIdLst>
    <p:sldId id="1807" r:id="rId3"/>
    <p:sldId id="303" r:id="rId4"/>
    <p:sldId id="1778" r:id="rId5"/>
    <p:sldId id="1792" r:id="rId6"/>
    <p:sldId id="1814" r:id="rId7"/>
    <p:sldId id="1815" r:id="rId8"/>
    <p:sldId id="1797" r:id="rId9"/>
    <p:sldId id="1816" r:id="rId10"/>
    <p:sldId id="1812" r:id="rId11"/>
    <p:sldId id="1818" r:id="rId12"/>
    <p:sldId id="1819" r:id="rId13"/>
    <p:sldId id="1767" r:id="rId14"/>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大赛介绍" id="{07E419DE-944D-4D01-880D-1DFF0EF88295}">
          <p14:sldIdLst/>
        </p14:section>
        <p14:section name="封面、目录、封底" id="{450BD021-AA21-4F3A-92FD-691CBF7DC12F}">
          <p14:sldIdLst>
            <p14:sldId id="1807"/>
            <p14:sldId id="303"/>
            <p14:sldId id="1778"/>
            <p14:sldId id="1792"/>
            <p14:sldId id="1814"/>
            <p14:sldId id="1815"/>
            <p14:sldId id="1797"/>
            <p14:sldId id="1816"/>
            <p14:sldId id="1812"/>
            <p14:sldId id="1818"/>
            <p14:sldId id="1819"/>
            <p14:sldId id="1767"/>
          </p14:sldIdLst>
        </p14:section>
        <p14:section name="过渡页补充" id="{2EC71500-2DD1-4126-8D3F-CAA3B4B0C5B0}">
          <p14:sldIdLst/>
        </p14:section>
        <p14:section name="小技巧" id="{54AD6106-1937-421F-80BC-B57B05988565}">
          <p14:sldIdLst/>
        </p14:section>
        <p14:section name="说明" id="{766A7D68-63CE-4087-9F9D-FFBD13FB8883}">
          <p14:sldIdLst/>
        </p14:section>
        <p14:section name="模板封底" id="{B8874C4B-EC40-4FF8-A295-FB9BFFB37B03}">
          <p14:sldIdLst/>
        </p14:section>
      </p14:sectionLst>
    </p:ext>
    <p:ext uri="{EFAFB233-063F-42B5-8137-9DF3F51BA10A}">
      <p15:sldGuideLst xmlns:p15="http://schemas.microsoft.com/office/powerpoint/2012/main">
        <p15:guide id="1" pos="192" userDrawn="1">
          <p15:clr>
            <a:srgbClr val="A4A3A4"/>
          </p15:clr>
        </p15:guide>
        <p15:guide id="2" pos="7491" userDrawn="1">
          <p15:clr>
            <a:srgbClr val="A4A3A4"/>
          </p15:clr>
        </p15:guide>
        <p15:guide id="3" orient="horz" pos="640" userDrawn="1">
          <p15:clr>
            <a:srgbClr val="A4A3A4"/>
          </p15:clr>
        </p15:guide>
        <p15:guide id="4" orient="horz" pos="4104" userDrawn="1">
          <p15:clr>
            <a:srgbClr val="A4A3A4"/>
          </p15:clr>
        </p15:guide>
        <p15:guide id="5" orient="horz" pos="4056" userDrawn="1">
          <p15:clr>
            <a:srgbClr val="A4A3A4"/>
          </p15:clr>
        </p15:guide>
        <p15:guide id="6" pos="189" userDrawn="1">
          <p15:clr>
            <a:srgbClr val="A4A3A4"/>
          </p15:clr>
        </p15:guide>
        <p15:guide id="7" pos="3826" userDrawn="1">
          <p15:clr>
            <a:srgbClr val="A4A3A4"/>
          </p15:clr>
        </p15:guide>
        <p15:guide id="8" orient="horz" pos="23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鬼" initials="鬼"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ECA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4660"/>
  </p:normalViewPr>
  <p:slideViewPr>
    <p:cSldViewPr snapToGrid="0" showGuides="1">
      <p:cViewPr varScale="1">
        <p:scale>
          <a:sx n="156" d="100"/>
          <a:sy n="156" d="100"/>
        </p:scale>
        <p:origin x="264" y="114"/>
      </p:cViewPr>
      <p:guideLst>
        <p:guide pos="192"/>
        <p:guide pos="7491"/>
        <p:guide orient="horz" pos="640"/>
        <p:guide orient="horz" pos="4104"/>
        <p:guide orient="horz" pos="4056"/>
        <p:guide pos="189"/>
        <p:guide pos="3826"/>
        <p:guide orient="horz" pos="2387"/>
      </p:guideLst>
    </p:cSldViewPr>
  </p:slideViewPr>
  <p:notesTextViewPr>
    <p:cViewPr>
      <p:scale>
        <a:sx n="1" d="1"/>
        <a:sy n="1" d="1"/>
      </p:scale>
      <p:origin x="0" y="0"/>
    </p:cViewPr>
  </p:notesTextViewPr>
  <p:sorterViewPr>
    <p:cViewPr>
      <p:scale>
        <a:sx n="20" d="100"/>
        <a:sy n="20" d="100"/>
      </p:scale>
      <p:origin x="0" y="-397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C3E2BA-2D39-42C7-AC00-EC689FAD7BF7}" type="datetimeFigureOut">
              <a:rPr lang="zh-CN" altLang="en-US" smtClean="0"/>
              <a:t>2026/4/23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F37BAA-A261-47AC-AD5B-25C36429020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EF37BAA-A261-47AC-AD5B-25C36429020B}"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5906-AC53-8863-AE0F-61FF4F67BC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DA129ED-F289-9333-D68F-D4BEABA9AE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03F2B9-0C50-0F44-0215-0D45634C54A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5408284-3A0F-14DF-B84E-F2EE404818B0}"/>
              </a:ext>
            </a:extLst>
          </p:cNvPr>
          <p:cNvSpPr>
            <a:spLocks noGrp="1"/>
          </p:cNvSpPr>
          <p:nvPr>
            <p:ph type="sldNum" sz="quarter" idx="5"/>
          </p:nvPr>
        </p:nvSpPr>
        <p:spPr/>
        <p:txBody>
          <a:bodyPr/>
          <a:lstStyle/>
          <a:p>
            <a:fld id="{FEF37BAA-A261-47AC-AD5B-25C36429020B}" type="slidenum">
              <a:rPr lang="zh-CN" altLang="en-US" smtClean="0"/>
              <a:t>3</a:t>
            </a:fld>
            <a:endParaRPr lang="zh-CN" altLang="en-US"/>
          </a:p>
        </p:txBody>
      </p:sp>
    </p:spTree>
    <p:extLst>
      <p:ext uri="{BB962C8B-B14F-4D97-AF65-F5344CB8AC3E}">
        <p14:creationId xmlns:p14="http://schemas.microsoft.com/office/powerpoint/2010/main" val="3958052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A1C5-70B4-B364-4FEE-C4272F2EB2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18BE8B-9BBB-B8BD-B786-6487913DB3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79082A-DDCF-B987-F948-F7B9FD12675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2AE7D35-B4D1-70DA-2FC4-A4D680F35275}"/>
              </a:ext>
            </a:extLst>
          </p:cNvPr>
          <p:cNvSpPr>
            <a:spLocks noGrp="1"/>
          </p:cNvSpPr>
          <p:nvPr>
            <p:ph type="sldNum" sz="quarter" idx="5"/>
          </p:nvPr>
        </p:nvSpPr>
        <p:spPr/>
        <p:txBody>
          <a:bodyPr/>
          <a:lstStyle/>
          <a:p>
            <a:fld id="{FEF37BAA-A261-47AC-AD5B-25C36429020B}" type="slidenum">
              <a:rPr lang="zh-CN" altLang="en-US" smtClean="0"/>
              <a:t>4</a:t>
            </a:fld>
            <a:endParaRPr lang="zh-CN" altLang="en-US"/>
          </a:p>
        </p:txBody>
      </p:sp>
    </p:spTree>
    <p:extLst>
      <p:ext uri="{BB962C8B-B14F-4D97-AF65-F5344CB8AC3E}">
        <p14:creationId xmlns:p14="http://schemas.microsoft.com/office/powerpoint/2010/main" val="1475396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72FF7-8B4B-0993-29E8-29EF92456C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C3C24D-637A-6373-D5A2-83AD098FFF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0D3813-A3EF-331C-3402-1F68CAF541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9E4C6C3-11C9-742C-AF95-B75E1A51B241}"/>
              </a:ext>
            </a:extLst>
          </p:cNvPr>
          <p:cNvSpPr>
            <a:spLocks noGrp="1"/>
          </p:cNvSpPr>
          <p:nvPr>
            <p:ph type="sldNum" sz="quarter" idx="5"/>
          </p:nvPr>
        </p:nvSpPr>
        <p:spPr/>
        <p:txBody>
          <a:bodyPr/>
          <a:lstStyle/>
          <a:p>
            <a:fld id="{FEF37BAA-A261-47AC-AD5B-25C36429020B}" type="slidenum">
              <a:rPr lang="zh-CN" altLang="en-US" smtClean="0"/>
              <a:t>5</a:t>
            </a:fld>
            <a:endParaRPr lang="zh-CN" altLang="en-US"/>
          </a:p>
        </p:txBody>
      </p:sp>
    </p:spTree>
    <p:extLst>
      <p:ext uri="{BB962C8B-B14F-4D97-AF65-F5344CB8AC3E}">
        <p14:creationId xmlns:p14="http://schemas.microsoft.com/office/powerpoint/2010/main" val="3252236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D3945-524B-CB0F-BEE4-72485B3BB7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28A3F1-44E1-9086-46A5-E700C64D3D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969C99-64E6-E5F7-0FDE-46444ECE84B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EED3F98-D6CF-A22B-A7F5-8C58BA416950}"/>
              </a:ext>
            </a:extLst>
          </p:cNvPr>
          <p:cNvSpPr>
            <a:spLocks noGrp="1"/>
          </p:cNvSpPr>
          <p:nvPr>
            <p:ph type="sldNum" sz="quarter" idx="5"/>
          </p:nvPr>
        </p:nvSpPr>
        <p:spPr/>
        <p:txBody>
          <a:bodyPr/>
          <a:lstStyle/>
          <a:p>
            <a:fld id="{FEF37BAA-A261-47AC-AD5B-25C36429020B}" type="slidenum">
              <a:rPr lang="zh-CN" altLang="en-US" smtClean="0"/>
              <a:t>6</a:t>
            </a:fld>
            <a:endParaRPr lang="zh-CN" altLang="en-US"/>
          </a:p>
        </p:txBody>
      </p:sp>
    </p:spTree>
    <p:extLst>
      <p:ext uri="{BB962C8B-B14F-4D97-AF65-F5344CB8AC3E}">
        <p14:creationId xmlns:p14="http://schemas.microsoft.com/office/powerpoint/2010/main" val="2146355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CD5E3-1C15-498D-34B5-FE498B66AB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AAB676-27B2-588C-D9A3-4201160948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7E531A-920F-3402-F806-FD1A9E1A1C9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4411E86-CB2B-ED08-2925-A1F6B634680F}"/>
              </a:ext>
            </a:extLst>
          </p:cNvPr>
          <p:cNvSpPr>
            <a:spLocks noGrp="1"/>
          </p:cNvSpPr>
          <p:nvPr>
            <p:ph type="sldNum" sz="quarter" idx="5"/>
          </p:nvPr>
        </p:nvSpPr>
        <p:spPr/>
        <p:txBody>
          <a:bodyPr/>
          <a:lstStyle/>
          <a:p>
            <a:fld id="{FEF37BAA-A261-47AC-AD5B-25C36429020B}" type="slidenum">
              <a:rPr lang="zh-CN" altLang="en-US" smtClean="0"/>
              <a:t>7</a:t>
            </a:fld>
            <a:endParaRPr lang="zh-CN" altLang="en-US"/>
          </a:p>
        </p:txBody>
      </p:sp>
    </p:spTree>
    <p:extLst>
      <p:ext uri="{BB962C8B-B14F-4D97-AF65-F5344CB8AC3E}">
        <p14:creationId xmlns:p14="http://schemas.microsoft.com/office/powerpoint/2010/main" val="78266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16C7A-DB70-2036-E8DD-0871FE1B7A5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DD702F-ED6E-2889-EB9E-01AD71C06F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C5DAA3-C333-D40A-684E-93160EA77D6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B46AE08-BCF6-6BE7-D749-7CBCC9A32DCD}"/>
              </a:ext>
            </a:extLst>
          </p:cNvPr>
          <p:cNvSpPr>
            <a:spLocks noGrp="1"/>
          </p:cNvSpPr>
          <p:nvPr>
            <p:ph type="sldNum" sz="quarter" idx="5"/>
          </p:nvPr>
        </p:nvSpPr>
        <p:spPr/>
        <p:txBody>
          <a:bodyPr/>
          <a:lstStyle/>
          <a:p>
            <a:fld id="{FEF37BAA-A261-47AC-AD5B-25C36429020B}" type="slidenum">
              <a:rPr lang="zh-CN" altLang="en-US" smtClean="0"/>
              <a:t>8</a:t>
            </a:fld>
            <a:endParaRPr lang="zh-CN" altLang="en-US"/>
          </a:p>
        </p:txBody>
      </p:sp>
    </p:spTree>
    <p:extLst>
      <p:ext uri="{BB962C8B-B14F-4D97-AF65-F5344CB8AC3E}">
        <p14:creationId xmlns:p14="http://schemas.microsoft.com/office/powerpoint/2010/main" val="595888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051A-5297-9D2C-25C1-2FDEDE6B45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2E58E6-F5B9-6C12-515E-1E7E5D23690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6AD4BA-4BDF-3077-D0B5-A0374D216E8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9CF464B-981F-5DC6-6057-9C5DE9166125}"/>
              </a:ext>
            </a:extLst>
          </p:cNvPr>
          <p:cNvSpPr>
            <a:spLocks noGrp="1"/>
          </p:cNvSpPr>
          <p:nvPr>
            <p:ph type="sldNum" sz="quarter" idx="5"/>
          </p:nvPr>
        </p:nvSpPr>
        <p:spPr/>
        <p:txBody>
          <a:bodyPr/>
          <a:lstStyle/>
          <a:p>
            <a:fld id="{FEF37BAA-A261-47AC-AD5B-25C36429020B}" type="slidenum">
              <a:rPr lang="zh-CN" altLang="en-US" smtClean="0"/>
              <a:t>9</a:t>
            </a:fld>
            <a:endParaRPr lang="zh-CN" altLang="en-US"/>
          </a:p>
        </p:txBody>
      </p:sp>
    </p:spTree>
    <p:extLst>
      <p:ext uri="{BB962C8B-B14F-4D97-AF65-F5344CB8AC3E}">
        <p14:creationId xmlns:p14="http://schemas.microsoft.com/office/powerpoint/2010/main" val="667496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4849-347A-5BAF-E922-0FCCB5933C1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C87B8B-C762-161F-072E-3A264E5231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F06643-C8B5-2366-D926-B21B2A114E1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8719ADE-2A5A-0F67-B4D7-3165B7E44840}"/>
              </a:ext>
            </a:extLst>
          </p:cNvPr>
          <p:cNvSpPr>
            <a:spLocks noGrp="1"/>
          </p:cNvSpPr>
          <p:nvPr>
            <p:ph type="sldNum" sz="quarter" idx="5"/>
          </p:nvPr>
        </p:nvSpPr>
        <p:spPr/>
        <p:txBody>
          <a:bodyPr/>
          <a:lstStyle/>
          <a:p>
            <a:fld id="{FEF37BAA-A261-47AC-AD5B-25C36429020B}" type="slidenum">
              <a:rPr lang="zh-CN" altLang="en-US" smtClean="0"/>
              <a:t>10</a:t>
            </a:fld>
            <a:endParaRPr lang="zh-CN" altLang="en-US"/>
          </a:p>
        </p:txBody>
      </p:sp>
    </p:spTree>
    <p:extLst>
      <p:ext uri="{BB962C8B-B14F-4D97-AF65-F5344CB8AC3E}">
        <p14:creationId xmlns:p14="http://schemas.microsoft.com/office/powerpoint/2010/main" val="1047729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286C-FD34-7121-496D-09E0010DBC7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99F87C-A26E-D274-76E1-5D70570228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979954-38DE-CF6F-5806-433C451F33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21817E3-C88F-1B9B-0792-37710A2F75A4}"/>
              </a:ext>
            </a:extLst>
          </p:cNvPr>
          <p:cNvSpPr>
            <a:spLocks noGrp="1"/>
          </p:cNvSpPr>
          <p:nvPr>
            <p:ph type="sldNum" sz="quarter" idx="5"/>
          </p:nvPr>
        </p:nvSpPr>
        <p:spPr/>
        <p:txBody>
          <a:bodyPr/>
          <a:lstStyle/>
          <a:p>
            <a:fld id="{FEF37BAA-A261-47AC-AD5B-25C36429020B}" type="slidenum">
              <a:rPr lang="zh-CN" altLang="en-US" smtClean="0"/>
              <a:t>11</a:t>
            </a:fld>
            <a:endParaRPr lang="zh-CN" altLang="en-US"/>
          </a:p>
        </p:txBody>
      </p:sp>
    </p:spTree>
    <p:extLst>
      <p:ext uri="{BB962C8B-B14F-4D97-AF65-F5344CB8AC3E}">
        <p14:creationId xmlns:p14="http://schemas.microsoft.com/office/powerpoint/2010/main" val="3592916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EF37BAA-A261-47AC-AD5B-25C36429020B}" type="slidenum">
              <a:rPr lang="zh-CN" altLang="en-US" smtClean="0"/>
              <a:t>12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3" Type="http://schemas.openxmlformats.org/officeDocument/2006/relationships/image" Target="../media/image15.svg"/><Relationship Id="rId18" Type="http://schemas.openxmlformats.org/officeDocument/2006/relationships/image" Target="../media/image20.svg"/><Relationship Id="rId26" Type="http://schemas.openxmlformats.org/officeDocument/2006/relationships/image" Target="../media/image28.svg"/><Relationship Id="rId39" Type="http://schemas.microsoft.com/office/2007/relationships/hdphoto" Target="../media/hdphoto4.wdp"/><Relationship Id="rId21" Type="http://schemas.openxmlformats.org/officeDocument/2006/relationships/image" Target="../media/image23.svg"/><Relationship Id="rId34" Type="http://schemas.openxmlformats.org/officeDocument/2006/relationships/image" Target="../media/image36.png"/><Relationship Id="rId42" Type="http://schemas.openxmlformats.org/officeDocument/2006/relationships/image" Target="../media/image40.png"/><Relationship Id="rId7" Type="http://schemas.openxmlformats.org/officeDocument/2006/relationships/image" Target="../media/image9.svg"/><Relationship Id="rId2" Type="http://schemas.openxmlformats.org/officeDocument/2006/relationships/image" Target="../media/image4.svg"/><Relationship Id="rId16" Type="http://schemas.openxmlformats.org/officeDocument/2006/relationships/image" Target="../media/image18.svg"/><Relationship Id="rId29" Type="http://schemas.openxmlformats.org/officeDocument/2006/relationships/image" Target="../media/image31.svg"/><Relationship Id="rId1" Type="http://schemas.openxmlformats.org/officeDocument/2006/relationships/slideMaster" Target="../slideMasters/slideMaster1.xml"/><Relationship Id="rId6" Type="http://schemas.openxmlformats.org/officeDocument/2006/relationships/image" Target="../media/image8.svg"/><Relationship Id="rId11" Type="http://schemas.openxmlformats.org/officeDocument/2006/relationships/image" Target="../media/image13.svg"/><Relationship Id="rId24" Type="http://schemas.openxmlformats.org/officeDocument/2006/relationships/image" Target="../media/image26.svg"/><Relationship Id="rId32" Type="http://schemas.openxmlformats.org/officeDocument/2006/relationships/image" Target="../media/image34.svg"/><Relationship Id="rId37" Type="http://schemas.microsoft.com/office/2007/relationships/hdphoto" Target="../media/hdphoto3.wdp"/><Relationship Id="rId40" Type="http://schemas.openxmlformats.org/officeDocument/2006/relationships/image" Target="../media/image39.png"/><Relationship Id="rId45" Type="http://schemas.microsoft.com/office/2007/relationships/hdphoto" Target="../media/hdphoto7.wdp"/><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28" Type="http://schemas.openxmlformats.org/officeDocument/2006/relationships/image" Target="../media/image30.svg"/><Relationship Id="rId36" Type="http://schemas.openxmlformats.org/officeDocument/2006/relationships/image" Target="../media/image37.png"/><Relationship Id="rId10" Type="http://schemas.openxmlformats.org/officeDocument/2006/relationships/image" Target="../media/image12.svg"/><Relationship Id="rId19" Type="http://schemas.openxmlformats.org/officeDocument/2006/relationships/image" Target="../media/image21.svg"/><Relationship Id="rId31" Type="http://schemas.openxmlformats.org/officeDocument/2006/relationships/image" Target="../media/image33.svg"/><Relationship Id="rId44" Type="http://schemas.openxmlformats.org/officeDocument/2006/relationships/image" Target="../media/image41.png"/><Relationship Id="rId4" Type="http://schemas.openxmlformats.org/officeDocument/2006/relationships/image" Target="../media/image6.svg"/><Relationship Id="rId9" Type="http://schemas.openxmlformats.org/officeDocument/2006/relationships/image" Target="../media/image11.svg"/><Relationship Id="rId14" Type="http://schemas.openxmlformats.org/officeDocument/2006/relationships/image" Target="../media/image16.svg"/><Relationship Id="rId22" Type="http://schemas.openxmlformats.org/officeDocument/2006/relationships/image" Target="../media/image24.svg"/><Relationship Id="rId27" Type="http://schemas.openxmlformats.org/officeDocument/2006/relationships/image" Target="../media/image29.svg"/><Relationship Id="rId30" Type="http://schemas.openxmlformats.org/officeDocument/2006/relationships/image" Target="../media/image32.svg"/><Relationship Id="rId35" Type="http://schemas.microsoft.com/office/2007/relationships/hdphoto" Target="../media/hdphoto2.wdp"/><Relationship Id="rId43" Type="http://schemas.microsoft.com/office/2007/relationships/hdphoto" Target="../media/hdphoto6.wdp"/><Relationship Id="rId8" Type="http://schemas.openxmlformats.org/officeDocument/2006/relationships/image" Target="../media/image10.svg"/><Relationship Id="rId3" Type="http://schemas.openxmlformats.org/officeDocument/2006/relationships/image" Target="../media/image5.svg"/><Relationship Id="rId12" Type="http://schemas.openxmlformats.org/officeDocument/2006/relationships/image" Target="../media/image14.svg"/><Relationship Id="rId17" Type="http://schemas.openxmlformats.org/officeDocument/2006/relationships/image" Target="../media/image19.svg"/><Relationship Id="rId25" Type="http://schemas.openxmlformats.org/officeDocument/2006/relationships/image" Target="../media/image27.svg"/><Relationship Id="rId33" Type="http://schemas.openxmlformats.org/officeDocument/2006/relationships/image" Target="../media/image35.svg"/><Relationship Id="rId38" Type="http://schemas.openxmlformats.org/officeDocument/2006/relationships/image" Target="../media/image38.png"/><Relationship Id="rId46" Type="http://schemas.openxmlformats.org/officeDocument/2006/relationships/image" Target="../media/image42.png"/><Relationship Id="rId20" Type="http://schemas.openxmlformats.org/officeDocument/2006/relationships/image" Target="../media/image22.svg"/><Relationship Id="rId41" Type="http://schemas.microsoft.com/office/2007/relationships/hdphoto" Target="../media/hdphoto5.wdp"/></Relationships>
</file>

<file path=ppt/slideLayouts/_rels/slideLayout4.xml.rels><?xml version="1.0" encoding="UTF-8" standalone="yes"?>
<Relationships xmlns="http://schemas.openxmlformats.org/package/2006/relationships"><Relationship Id="rId13" Type="http://schemas.openxmlformats.org/officeDocument/2006/relationships/image" Target="../media/image54.svg"/><Relationship Id="rId18" Type="http://schemas.openxmlformats.org/officeDocument/2006/relationships/image" Target="../media/image59.svg"/><Relationship Id="rId26" Type="http://schemas.openxmlformats.org/officeDocument/2006/relationships/image" Target="../media/image67.svg"/><Relationship Id="rId39" Type="http://schemas.microsoft.com/office/2007/relationships/hdphoto" Target="../media/hdphoto4.wdp"/><Relationship Id="rId21" Type="http://schemas.openxmlformats.org/officeDocument/2006/relationships/image" Target="../media/image62.svg"/><Relationship Id="rId34" Type="http://schemas.openxmlformats.org/officeDocument/2006/relationships/image" Target="../media/image36.png"/><Relationship Id="rId42" Type="http://schemas.openxmlformats.org/officeDocument/2006/relationships/image" Target="../media/image40.png"/><Relationship Id="rId7" Type="http://schemas.openxmlformats.org/officeDocument/2006/relationships/image" Target="../media/image48.svg"/><Relationship Id="rId2" Type="http://schemas.openxmlformats.org/officeDocument/2006/relationships/image" Target="../media/image43.svg"/><Relationship Id="rId16" Type="http://schemas.openxmlformats.org/officeDocument/2006/relationships/image" Target="../media/image57.svg"/><Relationship Id="rId29" Type="http://schemas.openxmlformats.org/officeDocument/2006/relationships/image" Target="../media/image70.svg"/><Relationship Id="rId1" Type="http://schemas.openxmlformats.org/officeDocument/2006/relationships/slideMaster" Target="../slideMasters/slideMaster1.xml"/><Relationship Id="rId6" Type="http://schemas.openxmlformats.org/officeDocument/2006/relationships/image" Target="../media/image47.svg"/><Relationship Id="rId11" Type="http://schemas.openxmlformats.org/officeDocument/2006/relationships/image" Target="../media/image52.svg"/><Relationship Id="rId24" Type="http://schemas.openxmlformats.org/officeDocument/2006/relationships/image" Target="../media/image65.svg"/><Relationship Id="rId32" Type="http://schemas.openxmlformats.org/officeDocument/2006/relationships/image" Target="../media/image73.svg"/><Relationship Id="rId37" Type="http://schemas.microsoft.com/office/2007/relationships/hdphoto" Target="../media/hdphoto3.wdp"/><Relationship Id="rId40" Type="http://schemas.openxmlformats.org/officeDocument/2006/relationships/image" Target="../media/image39.png"/><Relationship Id="rId45" Type="http://schemas.microsoft.com/office/2007/relationships/hdphoto" Target="../media/hdphoto7.wdp"/><Relationship Id="rId5" Type="http://schemas.openxmlformats.org/officeDocument/2006/relationships/image" Target="../media/image46.svg"/><Relationship Id="rId15" Type="http://schemas.openxmlformats.org/officeDocument/2006/relationships/image" Target="../media/image56.svg"/><Relationship Id="rId23" Type="http://schemas.openxmlformats.org/officeDocument/2006/relationships/image" Target="../media/image64.svg"/><Relationship Id="rId28" Type="http://schemas.openxmlformats.org/officeDocument/2006/relationships/image" Target="../media/image69.svg"/><Relationship Id="rId36" Type="http://schemas.openxmlformats.org/officeDocument/2006/relationships/image" Target="../media/image37.png"/><Relationship Id="rId10" Type="http://schemas.openxmlformats.org/officeDocument/2006/relationships/image" Target="../media/image51.svg"/><Relationship Id="rId19" Type="http://schemas.openxmlformats.org/officeDocument/2006/relationships/image" Target="../media/image60.svg"/><Relationship Id="rId31" Type="http://schemas.openxmlformats.org/officeDocument/2006/relationships/image" Target="../media/image72.svg"/><Relationship Id="rId44" Type="http://schemas.openxmlformats.org/officeDocument/2006/relationships/image" Target="../media/image41.png"/><Relationship Id="rId4" Type="http://schemas.openxmlformats.org/officeDocument/2006/relationships/image" Target="../media/image45.svg"/><Relationship Id="rId9" Type="http://schemas.openxmlformats.org/officeDocument/2006/relationships/image" Target="../media/image50.svg"/><Relationship Id="rId14" Type="http://schemas.openxmlformats.org/officeDocument/2006/relationships/image" Target="../media/image55.svg"/><Relationship Id="rId22" Type="http://schemas.openxmlformats.org/officeDocument/2006/relationships/image" Target="../media/image63.svg"/><Relationship Id="rId27" Type="http://schemas.openxmlformats.org/officeDocument/2006/relationships/image" Target="../media/image68.svg"/><Relationship Id="rId30" Type="http://schemas.openxmlformats.org/officeDocument/2006/relationships/image" Target="../media/image71.svg"/><Relationship Id="rId35" Type="http://schemas.microsoft.com/office/2007/relationships/hdphoto" Target="../media/hdphoto2.wdp"/><Relationship Id="rId43" Type="http://schemas.microsoft.com/office/2007/relationships/hdphoto" Target="../media/hdphoto6.wdp"/><Relationship Id="rId8" Type="http://schemas.openxmlformats.org/officeDocument/2006/relationships/image" Target="../media/image49.svg"/><Relationship Id="rId3" Type="http://schemas.openxmlformats.org/officeDocument/2006/relationships/image" Target="../media/image44.svg"/><Relationship Id="rId12" Type="http://schemas.openxmlformats.org/officeDocument/2006/relationships/image" Target="../media/image53.svg"/><Relationship Id="rId17" Type="http://schemas.openxmlformats.org/officeDocument/2006/relationships/image" Target="../media/image58.svg"/><Relationship Id="rId25" Type="http://schemas.openxmlformats.org/officeDocument/2006/relationships/image" Target="../media/image66.svg"/><Relationship Id="rId33" Type="http://schemas.openxmlformats.org/officeDocument/2006/relationships/image" Target="../media/image74.svg"/><Relationship Id="rId38" Type="http://schemas.openxmlformats.org/officeDocument/2006/relationships/image" Target="../media/image38.png"/><Relationship Id="rId46" Type="http://schemas.openxmlformats.org/officeDocument/2006/relationships/image" Target="../media/image42.png"/><Relationship Id="rId20" Type="http://schemas.openxmlformats.org/officeDocument/2006/relationships/image" Target="../media/image61.svg"/><Relationship Id="rId41" Type="http://schemas.microsoft.com/office/2007/relationships/hdphoto" Target="../media/hdphoto5.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microsoft.com/office/2007/relationships/hdphoto" Target="../media/hdphoto10.wdp"/><Relationship Id="rId13"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0.png"/><Relationship Id="rId12" Type="http://schemas.microsoft.com/office/2007/relationships/hdphoto" Target="../media/hdphoto12.wdp"/><Relationship Id="rId2" Type="http://schemas.openxmlformats.org/officeDocument/2006/relationships/image" Target="../media/image77.png"/><Relationship Id="rId1" Type="http://schemas.openxmlformats.org/officeDocument/2006/relationships/slideMaster" Target="../slideMasters/slideMaster1.xml"/><Relationship Id="rId6" Type="http://schemas.microsoft.com/office/2007/relationships/hdphoto" Target="../media/hdphoto9.wdp"/><Relationship Id="rId11" Type="http://schemas.openxmlformats.org/officeDocument/2006/relationships/image" Target="../media/image82.png"/><Relationship Id="rId5" Type="http://schemas.openxmlformats.org/officeDocument/2006/relationships/image" Target="../media/image79.png"/><Relationship Id="rId10" Type="http://schemas.microsoft.com/office/2007/relationships/hdphoto" Target="../media/hdphoto11.wdp"/><Relationship Id="rId4" Type="http://schemas.microsoft.com/office/2007/relationships/hdphoto" Target="../media/hdphoto8.wdp"/><Relationship Id="rId9" Type="http://schemas.openxmlformats.org/officeDocument/2006/relationships/image" Target="../media/image81.png"/><Relationship Id="rId14" Type="http://schemas.microsoft.com/office/2007/relationships/hdphoto" Target="../media/hdphoto13.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Master" Target="../slideMasters/slideMaster1.xml"/><Relationship Id="rId5" Type="http://schemas.openxmlformats.org/officeDocument/2006/relationships/image" Target="../media/image87.png"/><Relationship Id="rId4" Type="http://schemas.openxmlformats.org/officeDocument/2006/relationships/image" Target="../media/image8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Master" Target="../slideMasters/slideMaster1.xml"/><Relationship Id="rId1" Type="http://schemas.openxmlformats.org/officeDocument/2006/relationships/tags" Target="../tags/tag2.xml"/><Relationship Id="rId5" Type="http://schemas.microsoft.com/office/2007/relationships/hdphoto" Target="../media/hdphoto14.wdp"/><Relationship Id="rId4" Type="http://schemas.openxmlformats.org/officeDocument/2006/relationships/image" Target="../media/image92.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1">
    <p:spTree>
      <p:nvGrpSpPr>
        <p:cNvPr id="1" name=""/>
        <p:cNvGrpSpPr/>
        <p:nvPr/>
      </p:nvGrpSpPr>
      <p:grpSpPr>
        <a:xfrm>
          <a:off x="0" y="0"/>
          <a:ext cx="0" cy="0"/>
          <a:chOff x="0" y="0"/>
          <a:chExt cx="0" cy="0"/>
        </a:xfrm>
      </p:grpSpPr>
      <p:sp>
        <p:nvSpPr>
          <p:cNvPr id="16" name="任意多边形: 形状 15"/>
          <p:cNvSpPr/>
          <p:nvPr userDrawn="1"/>
        </p:nvSpPr>
        <p:spPr>
          <a:xfrm rot="547281">
            <a:off x="-98426" y="6276087"/>
            <a:ext cx="6039716" cy="1055824"/>
          </a:xfrm>
          <a:custGeom>
            <a:avLst/>
            <a:gdLst>
              <a:gd name="connsiteX0" fmla="*/ 0 w 6039716"/>
              <a:gd name="connsiteY0" fmla="*/ 0 h 1055824"/>
              <a:gd name="connsiteX1" fmla="*/ 62377 w 6039716"/>
              <a:gd name="connsiteY1" fmla="*/ 4753 h 1055824"/>
              <a:gd name="connsiteX2" fmla="*/ 4214728 w 6039716"/>
              <a:gd name="connsiteY2" fmla="*/ 141164 h 1055824"/>
              <a:gd name="connsiteX3" fmla="*/ 5434584 w 6039716"/>
              <a:gd name="connsiteY3" fmla="*/ 130050 h 1055824"/>
              <a:gd name="connsiteX4" fmla="*/ 6039716 w 6039716"/>
              <a:gd name="connsiteY4" fmla="*/ 113327 h 1055824"/>
              <a:gd name="connsiteX5" fmla="*/ 169519 w 6039716"/>
              <a:gd name="connsiteY5" fmla="*/ 1055824 h 1055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9716" h="1055824">
                <a:moveTo>
                  <a:pt x="0" y="0"/>
                </a:moveTo>
                <a:lnTo>
                  <a:pt x="62377" y="4753"/>
                </a:lnTo>
                <a:cubicBezTo>
                  <a:pt x="1318526" y="92174"/>
                  <a:pt x="2727015" y="141164"/>
                  <a:pt x="4214728" y="141164"/>
                </a:cubicBezTo>
                <a:cubicBezTo>
                  <a:pt x="4627982" y="141164"/>
                  <a:pt x="5035123" y="137384"/>
                  <a:pt x="5434584" y="130050"/>
                </a:cubicBezTo>
                <a:lnTo>
                  <a:pt x="6039716" y="113327"/>
                </a:lnTo>
                <a:lnTo>
                  <a:pt x="169519" y="1055824"/>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p:cNvSpPr/>
          <p:nvPr userDrawn="1"/>
        </p:nvSpPr>
        <p:spPr>
          <a:xfrm flipH="1">
            <a:off x="0" y="5341330"/>
            <a:ext cx="9237784" cy="1516671"/>
          </a:xfrm>
          <a:custGeom>
            <a:avLst/>
            <a:gdLst>
              <a:gd name="connsiteX0" fmla="*/ 0 w 9237784"/>
              <a:gd name="connsiteY0" fmla="*/ 1397322 h 1516671"/>
              <a:gd name="connsiteX1" fmla="*/ 0 w 9237784"/>
              <a:gd name="connsiteY1" fmla="*/ 1516671 h 1516671"/>
              <a:gd name="connsiteX2" fmla="*/ 537217 w 9237784"/>
              <a:gd name="connsiteY2" fmla="*/ 1516671 h 1516671"/>
              <a:gd name="connsiteX3" fmla="*/ 118456 w 9237784"/>
              <a:gd name="connsiteY3" fmla="*/ 1429243 h 1516671"/>
              <a:gd name="connsiteX4" fmla="*/ 9237784 w 9237784"/>
              <a:gd name="connsiteY4" fmla="*/ 0 h 1516671"/>
              <a:gd name="connsiteX5" fmla="*/ 9179796 w 9237784"/>
              <a:gd name="connsiteY5" fmla="*/ 64881 h 1516671"/>
              <a:gd name="connsiteX6" fmla="*/ 4815212 w 9237784"/>
              <a:gd name="connsiteY6" fmla="*/ 1494602 h 1516671"/>
              <a:gd name="connsiteX7" fmla="*/ 4622570 w 9237784"/>
              <a:gd name="connsiteY7" fmla="*/ 1516671 h 1516671"/>
              <a:gd name="connsiteX8" fmla="*/ 9237784 w 9237784"/>
              <a:gd name="connsiteY8" fmla="*/ 1516671 h 151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7784" h="1516671">
                <a:moveTo>
                  <a:pt x="0" y="1397322"/>
                </a:moveTo>
                <a:lnTo>
                  <a:pt x="0" y="1516671"/>
                </a:lnTo>
                <a:lnTo>
                  <a:pt x="537217" y="1516671"/>
                </a:lnTo>
                <a:lnTo>
                  <a:pt x="118456" y="1429243"/>
                </a:lnTo>
                <a:close/>
                <a:moveTo>
                  <a:pt x="9237784" y="0"/>
                </a:moveTo>
                <a:lnTo>
                  <a:pt x="9179796" y="64881"/>
                </a:lnTo>
                <a:cubicBezTo>
                  <a:pt x="8583766" y="644910"/>
                  <a:pt x="6918680" y="1215275"/>
                  <a:pt x="4815212" y="1494602"/>
                </a:cubicBezTo>
                <a:lnTo>
                  <a:pt x="4622570" y="1516671"/>
                </a:lnTo>
                <a:lnTo>
                  <a:pt x="9237784" y="15166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userDrawn="1"/>
        </p:nvSpPr>
        <p:spPr>
          <a:xfrm rot="19475913" flipH="1">
            <a:off x="8911236" y="4616195"/>
            <a:ext cx="4470535" cy="2680806"/>
          </a:xfrm>
          <a:custGeom>
            <a:avLst/>
            <a:gdLst>
              <a:gd name="connsiteX0" fmla="*/ 0 w 4470535"/>
              <a:gd name="connsiteY0" fmla="*/ 0 h 2680806"/>
              <a:gd name="connsiteX1" fmla="*/ 1905252 w 4470535"/>
              <a:gd name="connsiteY1" fmla="*/ 2680806 h 2680806"/>
              <a:gd name="connsiteX2" fmla="*/ 4470535 w 4470535"/>
              <a:gd name="connsiteY2" fmla="*/ 857657 h 2680806"/>
              <a:gd name="connsiteX3" fmla="*/ 4160284 w 4470535"/>
              <a:gd name="connsiteY3" fmla="*/ 897714 h 2680806"/>
              <a:gd name="connsiteX4" fmla="*/ 3291559 w 4470535"/>
              <a:gd name="connsiteY4" fmla="*/ 941264 h 2680806"/>
              <a:gd name="connsiteX5" fmla="*/ 88654 w 4470535"/>
              <a:gd name="connsiteY5" fmla="*/ 96393 h 2680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0535" h="2680806">
                <a:moveTo>
                  <a:pt x="0" y="0"/>
                </a:moveTo>
                <a:lnTo>
                  <a:pt x="1905252" y="2680806"/>
                </a:lnTo>
                <a:lnTo>
                  <a:pt x="4470535" y="857657"/>
                </a:lnTo>
                <a:lnTo>
                  <a:pt x="4160284" y="897714"/>
                </a:lnTo>
                <a:cubicBezTo>
                  <a:pt x="3882617" y="926144"/>
                  <a:pt x="3591525" y="941264"/>
                  <a:pt x="3291559" y="941264"/>
                </a:cubicBezTo>
                <a:cubicBezTo>
                  <a:pt x="1851723" y="941264"/>
                  <a:pt x="616350" y="592888"/>
                  <a:pt x="88654" y="96393"/>
                </a:cubicBezTo>
                <a:close/>
              </a:path>
            </a:pathLst>
          </a:custGeom>
          <a:gradFill>
            <a:gsLst>
              <a:gs pos="0">
                <a:schemeClr val="accent4"/>
              </a:gs>
              <a:gs pos="100000">
                <a:schemeClr val="accent4">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userDrawn="1"/>
        </p:nvSpPr>
        <p:spPr>
          <a:xfrm>
            <a:off x="-741" y="4942390"/>
            <a:ext cx="12191999" cy="1915610"/>
          </a:xfrm>
          <a:custGeom>
            <a:avLst/>
            <a:gdLst>
              <a:gd name="connsiteX0" fmla="*/ 12145108 w 12145108"/>
              <a:gd name="connsiteY0" fmla="*/ 0 h 2415847"/>
              <a:gd name="connsiteX1" fmla="*/ 12145108 w 12145108"/>
              <a:gd name="connsiteY1" fmla="*/ 2415847 h 2415847"/>
              <a:gd name="connsiteX2" fmla="*/ 0 w 12145108"/>
              <a:gd name="connsiteY2" fmla="*/ 2415847 h 2415847"/>
              <a:gd name="connsiteX3" fmla="*/ 0 w 12145108"/>
              <a:gd name="connsiteY3" fmla="*/ 1879649 h 2415847"/>
              <a:gd name="connsiteX4" fmla="*/ 193507 w 12145108"/>
              <a:gd name="connsiteY4" fmla="*/ 1900905 h 2415847"/>
              <a:gd name="connsiteX5" fmla="*/ 6246112 w 12145108"/>
              <a:gd name="connsiteY5" fmla="*/ 1668228 h 2415847"/>
              <a:gd name="connsiteX6" fmla="*/ 12019503 w 12145108"/>
              <a:gd name="connsiteY6" fmla="*/ 63338 h 241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45108" h="2415847">
                <a:moveTo>
                  <a:pt x="12145108" y="0"/>
                </a:moveTo>
                <a:lnTo>
                  <a:pt x="12145108" y="2415847"/>
                </a:lnTo>
                <a:lnTo>
                  <a:pt x="0" y="2415847"/>
                </a:lnTo>
                <a:lnTo>
                  <a:pt x="0" y="1879649"/>
                </a:lnTo>
                <a:lnTo>
                  <a:pt x="193507" y="1900905"/>
                </a:lnTo>
                <a:cubicBezTo>
                  <a:pt x="1906097" y="2064298"/>
                  <a:pt x="4027871" y="2000384"/>
                  <a:pt x="6246112" y="1668228"/>
                </a:cubicBezTo>
                <a:cubicBezTo>
                  <a:pt x="8579586" y="1318817"/>
                  <a:pt x="10600429" y="735369"/>
                  <a:pt x="12019503" y="63338"/>
                </a:cubicBezTo>
                <a:close/>
              </a:path>
            </a:pathLst>
          </a:custGeom>
          <a:gradFill>
            <a:gsLst>
              <a:gs pos="57000">
                <a:schemeClr val="accent1"/>
              </a:gs>
              <a:gs pos="0">
                <a:schemeClr val="accent2">
                  <a:lumMod val="91000"/>
                </a:schemeClr>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图片 33" descr="蓝色的标志&#10;&#10;描述已自动生成"/>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80959" y="6561497"/>
            <a:ext cx="228600" cy="226396"/>
          </a:xfrm>
          <a:prstGeom prst="rect">
            <a:avLst/>
          </a:prstGeom>
        </p:spPr>
      </p:pic>
      <p:sp>
        <p:nvSpPr>
          <p:cNvPr id="36" name="文本框 35"/>
          <p:cNvSpPr txBox="1"/>
          <p:nvPr userDrawn="1"/>
        </p:nvSpPr>
        <p:spPr>
          <a:xfrm>
            <a:off x="3845904" y="6468685"/>
            <a:ext cx="4778246" cy="369332"/>
          </a:xfrm>
          <a:prstGeom prst="rect">
            <a:avLst/>
          </a:prstGeom>
          <a:noFill/>
        </p:spPr>
        <p:txBody>
          <a:bodyPr wrap="square" rtlCol="0">
            <a:spAutoFit/>
          </a:bodyPr>
          <a:lstStyle/>
          <a:p>
            <a:pPr algn="ctr"/>
            <a:r>
              <a:rPr lang="zh-CN" altLang="en-US" sz="1800" kern="1200" spc="2000" baseline="0" dirty="0">
                <a:solidFill>
                  <a:schemeClr val="bg1"/>
                </a:solidFill>
                <a:latin typeface="楷体" panose="02010609060101010101" pitchFamily="49" charset="-122"/>
                <a:ea typeface="楷体" panose="02010609060101010101" pitchFamily="49" charset="-122"/>
                <a:cs typeface="+mn-cs"/>
              </a:rPr>
              <a:t>求实求真 大气大为</a:t>
            </a:r>
          </a:p>
        </p:txBody>
      </p:sp>
      <p:sp>
        <p:nvSpPr>
          <p:cNvPr id="47" name="矩形 46"/>
          <p:cNvSpPr/>
          <p:nvPr userDrawn="1"/>
        </p:nvSpPr>
        <p:spPr>
          <a:xfrm>
            <a:off x="303270" y="234951"/>
            <a:ext cx="2926067" cy="5270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sz="quarter" idx="14" hasCustomPrompt="1"/>
          </p:nvPr>
        </p:nvSpPr>
        <p:spPr>
          <a:xfrm>
            <a:off x="5137476" y="3996427"/>
            <a:ext cx="1200474" cy="423197"/>
          </a:xfrm>
        </p:spPr>
        <p:txBody>
          <a:bodyPr lIns="90000" tIns="46800">
            <a:noAutofit/>
          </a:bodyPr>
          <a:lstStyle>
            <a:lvl1pPr marL="0" indent="0" algn="l" defTabSz="914400" rtl="0" eaLnBrk="1" latinLnBrk="0" hangingPunct="1">
              <a:buNone/>
              <a:defRPr lang="zh-CN" altLang="en-US" sz="2000" kern="1200" dirty="0">
                <a:solidFill>
                  <a:schemeClr val="accent1"/>
                </a:solidFill>
                <a:latin typeface="+mn-ea"/>
                <a:ea typeface="+mn-ea"/>
                <a:cs typeface="+mn-cs"/>
              </a:defRPr>
            </a:lvl1pPr>
          </a:lstStyle>
          <a:p>
            <a:pPr lvl="0"/>
            <a:r>
              <a:rPr lang="en-US" altLang="zh-CN" dirty="0"/>
              <a:t>XXX</a:t>
            </a:r>
            <a:endParaRPr lang="zh-CN" altLang="en-US" dirty="0"/>
          </a:p>
        </p:txBody>
      </p:sp>
      <p:sp>
        <p:nvSpPr>
          <p:cNvPr id="32" name="文本占位符 3"/>
          <p:cNvSpPr>
            <a:spLocks noGrp="1"/>
          </p:cNvSpPr>
          <p:nvPr>
            <p:ph type="body" sz="quarter" idx="15" hasCustomPrompt="1"/>
          </p:nvPr>
        </p:nvSpPr>
        <p:spPr>
          <a:xfrm>
            <a:off x="7994258" y="4003891"/>
            <a:ext cx="1444096" cy="400110"/>
          </a:xfrm>
        </p:spPr>
        <p:txBody>
          <a:bodyPr lIns="90000" tIns="46800">
            <a:noAutofit/>
          </a:bodyPr>
          <a:lstStyle>
            <a:lvl1pPr marL="0" indent="0" algn="l" defTabSz="914400" rtl="0" eaLnBrk="1" latinLnBrk="0" hangingPunct="1">
              <a:buNone/>
              <a:defRPr lang="zh-CN" altLang="en-US" sz="2000" kern="1200" dirty="0">
                <a:solidFill>
                  <a:schemeClr val="accent1"/>
                </a:solidFill>
                <a:latin typeface="+mn-ea"/>
                <a:ea typeface="+mn-ea"/>
                <a:cs typeface="+mn-cs"/>
              </a:defRPr>
            </a:lvl1pPr>
          </a:lstStyle>
          <a:p>
            <a:pPr lvl="0"/>
            <a:r>
              <a:rPr lang="en-US" altLang="zh-CN" dirty="0"/>
              <a:t>XXX</a:t>
            </a:r>
            <a:endParaRPr lang="zh-CN" altLang="en-US" dirty="0"/>
          </a:p>
        </p:txBody>
      </p:sp>
      <p:sp>
        <p:nvSpPr>
          <p:cNvPr id="6" name="标题 5"/>
          <p:cNvSpPr>
            <a:spLocks noGrp="1"/>
          </p:cNvSpPr>
          <p:nvPr>
            <p:ph type="title" hasCustomPrompt="1"/>
          </p:nvPr>
        </p:nvSpPr>
        <p:spPr>
          <a:xfrm>
            <a:off x="838200" y="2956838"/>
            <a:ext cx="10515600" cy="663575"/>
          </a:xfrm>
        </p:spPr>
        <p:txBody>
          <a:bodyPr anchor="b" anchorCtr="1">
            <a:noAutofit/>
          </a:bodyPr>
          <a:lstStyle>
            <a:lvl1pPr algn="ctr">
              <a:lnSpc>
                <a:spcPct val="130000"/>
              </a:lnSpc>
              <a:defRPr sz="5400" b="1" spc="600">
                <a:solidFill>
                  <a:schemeClr val="accent1"/>
                </a:solidFill>
                <a:latin typeface="+mj-ea"/>
                <a:ea typeface="+mj-ea"/>
              </a:defRPr>
            </a:lvl1pPr>
          </a:lstStyle>
          <a:p>
            <a:r>
              <a:rPr lang="zh-CN" altLang="en-US" dirty="0"/>
              <a:t>请在此处添加您的标题</a:t>
            </a:r>
          </a:p>
        </p:txBody>
      </p:sp>
      <p:grpSp>
        <p:nvGrpSpPr>
          <p:cNvPr id="40" name="图形 7"/>
          <p:cNvGrpSpPr/>
          <p:nvPr/>
        </p:nvGrpSpPr>
        <p:grpSpPr>
          <a:xfrm>
            <a:off x="4620827" y="379791"/>
            <a:ext cx="2476699" cy="565089"/>
            <a:chOff x="4620827" y="379791"/>
            <a:chExt cx="2476699" cy="565089"/>
          </a:xfrm>
          <a:solidFill>
            <a:srgbClr val="000000"/>
          </a:solidFill>
        </p:grpSpPr>
        <p:sp>
          <p:nvSpPr>
            <p:cNvPr id="41" name="任意多边形: 形状 40"/>
            <p:cNvSpPr/>
            <p:nvPr/>
          </p:nvSpPr>
          <p:spPr>
            <a:xfrm>
              <a:off x="4620827" y="379791"/>
              <a:ext cx="561219" cy="565089"/>
            </a:xfrm>
            <a:custGeom>
              <a:avLst/>
              <a:gdLst>
                <a:gd name="connsiteX0" fmla="*/ 0 w 561219"/>
                <a:gd name="connsiteY0" fmla="*/ 282545 h 565089"/>
                <a:gd name="connsiteX1" fmla="*/ 280610 w 561219"/>
                <a:gd name="connsiteY1" fmla="*/ 0 h 565089"/>
                <a:gd name="connsiteX2" fmla="*/ 561219 w 561219"/>
                <a:gd name="connsiteY2" fmla="*/ 282545 h 565089"/>
                <a:gd name="connsiteX3" fmla="*/ 280610 w 561219"/>
                <a:gd name="connsiteY3" fmla="*/ 565089 h 565089"/>
                <a:gd name="connsiteX4" fmla="*/ 0 w 561219"/>
                <a:gd name="connsiteY4" fmla="*/ 282545 h 565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19" h="565089">
                  <a:moveTo>
                    <a:pt x="0" y="282545"/>
                  </a:moveTo>
                  <a:cubicBezTo>
                    <a:pt x="0" y="126499"/>
                    <a:pt x="125633" y="0"/>
                    <a:pt x="280610" y="0"/>
                  </a:cubicBezTo>
                  <a:cubicBezTo>
                    <a:pt x="435585" y="0"/>
                    <a:pt x="561219" y="126499"/>
                    <a:pt x="561219" y="282545"/>
                  </a:cubicBezTo>
                  <a:cubicBezTo>
                    <a:pt x="561219" y="438590"/>
                    <a:pt x="435585" y="565089"/>
                    <a:pt x="280610" y="565089"/>
                  </a:cubicBezTo>
                  <a:cubicBezTo>
                    <a:pt x="125633" y="565089"/>
                    <a:pt x="0" y="438590"/>
                    <a:pt x="0" y="282545"/>
                  </a:cubicBezTo>
                  <a:close/>
                </a:path>
              </a:pathLst>
            </a:custGeom>
            <a:solidFill>
              <a:schemeClr val="accent1"/>
            </a:solidFill>
            <a:ln w="1933" cap="flat">
              <a:noFill/>
              <a:prstDash val="solid"/>
              <a:miter/>
            </a:ln>
          </p:spPr>
          <p:txBody>
            <a:bodyPr rtlCol="0" anchor="ctr"/>
            <a:lstStyle/>
            <a:p>
              <a:endParaRPr lang="zh-CN" altLang="en-US"/>
            </a:p>
          </p:txBody>
        </p:sp>
        <p:sp>
          <p:nvSpPr>
            <p:cNvPr id="42" name="任意多边形: 形状 41"/>
            <p:cNvSpPr/>
            <p:nvPr/>
          </p:nvSpPr>
          <p:spPr>
            <a:xfrm>
              <a:off x="4713718" y="472682"/>
              <a:ext cx="375436" cy="379306"/>
            </a:xfrm>
            <a:custGeom>
              <a:avLst/>
              <a:gdLst>
                <a:gd name="connsiteX0" fmla="*/ 0 w 375436"/>
                <a:gd name="connsiteY0" fmla="*/ 189653 h 379306"/>
                <a:gd name="connsiteX1" fmla="*/ 187718 w 375436"/>
                <a:gd name="connsiteY1" fmla="*/ 0 h 379306"/>
                <a:gd name="connsiteX2" fmla="*/ 375436 w 375436"/>
                <a:gd name="connsiteY2" fmla="*/ 189653 h 379306"/>
                <a:gd name="connsiteX3" fmla="*/ 187718 w 375436"/>
                <a:gd name="connsiteY3" fmla="*/ 379306 h 379306"/>
                <a:gd name="connsiteX4" fmla="*/ 0 w 375436"/>
                <a:gd name="connsiteY4" fmla="*/ 189653 h 379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436" h="379306">
                  <a:moveTo>
                    <a:pt x="0" y="189653"/>
                  </a:moveTo>
                  <a:cubicBezTo>
                    <a:pt x="0" y="84910"/>
                    <a:pt x="84044" y="0"/>
                    <a:pt x="187718" y="0"/>
                  </a:cubicBezTo>
                  <a:cubicBezTo>
                    <a:pt x="291393" y="0"/>
                    <a:pt x="375436" y="84910"/>
                    <a:pt x="375436" y="189653"/>
                  </a:cubicBezTo>
                  <a:cubicBezTo>
                    <a:pt x="375436" y="294396"/>
                    <a:pt x="291393" y="379306"/>
                    <a:pt x="187718" y="379306"/>
                  </a:cubicBezTo>
                  <a:cubicBezTo>
                    <a:pt x="84044" y="379306"/>
                    <a:pt x="0" y="294396"/>
                    <a:pt x="0" y="189653"/>
                  </a:cubicBezTo>
                  <a:close/>
                </a:path>
              </a:pathLst>
            </a:custGeom>
            <a:solidFill>
              <a:srgbClr val="FFFFFF"/>
            </a:solidFill>
            <a:ln w="1933" cap="flat">
              <a:noFill/>
              <a:prstDash val="solid"/>
              <a:miter/>
            </a:ln>
          </p:spPr>
          <p:txBody>
            <a:bodyPr rtlCol="0" anchor="ctr"/>
            <a:lstStyle/>
            <a:p>
              <a:endParaRPr lang="zh-CN" altLang="en-US"/>
            </a:p>
          </p:txBody>
        </p:sp>
        <p:sp>
          <p:nvSpPr>
            <p:cNvPr id="43" name="任意多边形: 形状 42"/>
            <p:cNvSpPr/>
            <p:nvPr/>
          </p:nvSpPr>
          <p:spPr>
            <a:xfrm>
              <a:off x="4630503" y="642983"/>
              <a:ext cx="67733" cy="44968"/>
            </a:xfrm>
            <a:custGeom>
              <a:avLst/>
              <a:gdLst>
                <a:gd name="connsiteX0" fmla="*/ 24190 w 67733"/>
                <a:gd name="connsiteY0" fmla="*/ 40516 h 44968"/>
                <a:gd name="connsiteX1" fmla="*/ 29029 w 67733"/>
                <a:gd name="connsiteY1" fmla="*/ 42492 h 44968"/>
                <a:gd name="connsiteX2" fmla="*/ 33867 w 67733"/>
                <a:gd name="connsiteY2" fmla="*/ 44470 h 44968"/>
                <a:gd name="connsiteX3" fmla="*/ 51284 w 67733"/>
                <a:gd name="connsiteY3" fmla="*/ 33600 h 44968"/>
                <a:gd name="connsiteX4" fmla="*/ 59025 w 67733"/>
                <a:gd name="connsiteY4" fmla="*/ 33600 h 44968"/>
                <a:gd name="connsiteX5" fmla="*/ 65798 w 67733"/>
                <a:gd name="connsiteY5" fmla="*/ 25694 h 44968"/>
                <a:gd name="connsiteX6" fmla="*/ 67733 w 67733"/>
                <a:gd name="connsiteY6" fmla="*/ 9881 h 44968"/>
                <a:gd name="connsiteX7" fmla="*/ 64830 w 67733"/>
                <a:gd name="connsiteY7" fmla="*/ 5930 h 44968"/>
                <a:gd name="connsiteX8" fmla="*/ 59025 w 67733"/>
                <a:gd name="connsiteY8" fmla="*/ 4941 h 44968"/>
                <a:gd name="connsiteX9" fmla="*/ 58057 w 67733"/>
                <a:gd name="connsiteY9" fmla="*/ 16800 h 44968"/>
                <a:gd name="connsiteX10" fmla="*/ 53219 w 67733"/>
                <a:gd name="connsiteY10" fmla="*/ 26681 h 44968"/>
                <a:gd name="connsiteX11" fmla="*/ 50316 w 67733"/>
                <a:gd name="connsiteY11" fmla="*/ 12846 h 44968"/>
                <a:gd name="connsiteX12" fmla="*/ 39672 w 67733"/>
                <a:gd name="connsiteY12" fmla="*/ 10870 h 44968"/>
                <a:gd name="connsiteX13" fmla="*/ 30964 w 67733"/>
                <a:gd name="connsiteY13" fmla="*/ 0 h 44968"/>
                <a:gd name="connsiteX14" fmla="*/ 16450 w 67733"/>
                <a:gd name="connsiteY14" fmla="*/ 10870 h 44968"/>
                <a:gd name="connsiteX15" fmla="*/ 0 w 67733"/>
                <a:gd name="connsiteY15" fmla="*/ 18776 h 44968"/>
                <a:gd name="connsiteX16" fmla="*/ 14514 w 67733"/>
                <a:gd name="connsiteY16" fmla="*/ 19765 h 44968"/>
                <a:gd name="connsiteX17" fmla="*/ 27093 w 67733"/>
                <a:gd name="connsiteY17" fmla="*/ 33600 h 44968"/>
                <a:gd name="connsiteX18" fmla="*/ 41608 w 67733"/>
                <a:gd name="connsiteY18" fmla="*/ 35575 h 44968"/>
                <a:gd name="connsiteX19" fmla="*/ 24190 w 67733"/>
                <a:gd name="connsiteY19" fmla="*/ 40516 h 44968"/>
                <a:gd name="connsiteX20" fmla="*/ 22255 w 67733"/>
                <a:gd name="connsiteY20" fmla="*/ 15811 h 44968"/>
                <a:gd name="connsiteX21" fmla="*/ 23223 w 67733"/>
                <a:gd name="connsiteY21" fmla="*/ 10870 h 44968"/>
                <a:gd name="connsiteX22" fmla="*/ 29029 w 67733"/>
                <a:gd name="connsiteY22" fmla="*/ 7905 h 44968"/>
                <a:gd name="connsiteX23" fmla="*/ 34834 w 67733"/>
                <a:gd name="connsiteY23" fmla="*/ 13835 h 44968"/>
                <a:gd name="connsiteX24" fmla="*/ 34834 w 67733"/>
                <a:gd name="connsiteY24" fmla="*/ 18776 h 44968"/>
                <a:gd name="connsiteX25" fmla="*/ 28061 w 67733"/>
                <a:gd name="connsiteY25" fmla="*/ 18776 h 44968"/>
                <a:gd name="connsiteX26" fmla="*/ 22255 w 67733"/>
                <a:gd name="connsiteY26" fmla="*/ 15811 h 44968"/>
                <a:gd name="connsiteX27" fmla="*/ 37737 w 67733"/>
                <a:gd name="connsiteY27" fmla="*/ 23716 h 44968"/>
                <a:gd name="connsiteX28" fmla="*/ 37737 w 67733"/>
                <a:gd name="connsiteY28" fmla="*/ 19765 h 44968"/>
                <a:gd name="connsiteX29" fmla="*/ 39672 w 67733"/>
                <a:gd name="connsiteY29" fmla="*/ 20752 h 44968"/>
                <a:gd name="connsiteX30" fmla="*/ 39672 w 67733"/>
                <a:gd name="connsiteY30" fmla="*/ 22729 h 44968"/>
                <a:gd name="connsiteX31" fmla="*/ 37737 w 67733"/>
                <a:gd name="connsiteY31" fmla="*/ 23716 h 44968"/>
                <a:gd name="connsiteX32" fmla="*/ 42575 w 67733"/>
                <a:gd name="connsiteY32" fmla="*/ 23716 h 44968"/>
                <a:gd name="connsiteX33" fmla="*/ 42575 w 67733"/>
                <a:gd name="connsiteY33" fmla="*/ 19765 h 44968"/>
                <a:gd name="connsiteX34" fmla="*/ 44510 w 67733"/>
                <a:gd name="connsiteY34" fmla="*/ 17787 h 44968"/>
                <a:gd name="connsiteX35" fmla="*/ 44510 w 67733"/>
                <a:gd name="connsiteY35" fmla="*/ 21740 h 44968"/>
                <a:gd name="connsiteX36" fmla="*/ 42575 w 67733"/>
                <a:gd name="connsiteY36" fmla="*/ 23716 h 4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7733" h="44968">
                  <a:moveTo>
                    <a:pt x="24190" y="40516"/>
                  </a:moveTo>
                  <a:cubicBezTo>
                    <a:pt x="24190" y="41505"/>
                    <a:pt x="26126" y="41505"/>
                    <a:pt x="29029" y="42492"/>
                  </a:cubicBezTo>
                  <a:cubicBezTo>
                    <a:pt x="29996" y="43481"/>
                    <a:pt x="31931" y="44470"/>
                    <a:pt x="33867" y="44470"/>
                  </a:cubicBezTo>
                  <a:cubicBezTo>
                    <a:pt x="44510" y="46446"/>
                    <a:pt x="47413" y="42492"/>
                    <a:pt x="51284" y="33600"/>
                  </a:cubicBezTo>
                  <a:cubicBezTo>
                    <a:pt x="54187" y="33600"/>
                    <a:pt x="56122" y="33600"/>
                    <a:pt x="59025" y="33600"/>
                  </a:cubicBezTo>
                  <a:cubicBezTo>
                    <a:pt x="61928" y="31622"/>
                    <a:pt x="63863" y="28659"/>
                    <a:pt x="65798" y="25694"/>
                  </a:cubicBezTo>
                  <a:cubicBezTo>
                    <a:pt x="65798" y="19765"/>
                    <a:pt x="65798" y="14824"/>
                    <a:pt x="67733" y="9881"/>
                  </a:cubicBezTo>
                  <a:cubicBezTo>
                    <a:pt x="66766" y="8894"/>
                    <a:pt x="65798" y="6917"/>
                    <a:pt x="64830" y="5930"/>
                  </a:cubicBezTo>
                  <a:cubicBezTo>
                    <a:pt x="63863" y="5930"/>
                    <a:pt x="60960" y="5930"/>
                    <a:pt x="59025" y="4941"/>
                  </a:cubicBezTo>
                  <a:cubicBezTo>
                    <a:pt x="58057" y="10870"/>
                    <a:pt x="58057" y="13835"/>
                    <a:pt x="58057" y="16800"/>
                  </a:cubicBezTo>
                  <a:cubicBezTo>
                    <a:pt x="59992" y="23716"/>
                    <a:pt x="58057" y="27670"/>
                    <a:pt x="53219" y="26681"/>
                  </a:cubicBezTo>
                  <a:cubicBezTo>
                    <a:pt x="54187" y="22729"/>
                    <a:pt x="54187" y="19765"/>
                    <a:pt x="50316" y="12846"/>
                  </a:cubicBezTo>
                  <a:cubicBezTo>
                    <a:pt x="46446" y="13835"/>
                    <a:pt x="42575" y="12846"/>
                    <a:pt x="39672" y="10870"/>
                  </a:cubicBezTo>
                  <a:cubicBezTo>
                    <a:pt x="36770" y="6917"/>
                    <a:pt x="33867" y="3954"/>
                    <a:pt x="30964" y="0"/>
                  </a:cubicBezTo>
                  <a:cubicBezTo>
                    <a:pt x="25158" y="2965"/>
                    <a:pt x="21288" y="6917"/>
                    <a:pt x="16450" y="10870"/>
                  </a:cubicBezTo>
                  <a:cubicBezTo>
                    <a:pt x="8709" y="8894"/>
                    <a:pt x="2903" y="12846"/>
                    <a:pt x="0" y="18776"/>
                  </a:cubicBezTo>
                  <a:cubicBezTo>
                    <a:pt x="6773" y="17787"/>
                    <a:pt x="11611" y="16800"/>
                    <a:pt x="14514" y="19765"/>
                  </a:cubicBezTo>
                  <a:cubicBezTo>
                    <a:pt x="18385" y="25694"/>
                    <a:pt x="22255" y="30635"/>
                    <a:pt x="27093" y="33600"/>
                  </a:cubicBezTo>
                  <a:cubicBezTo>
                    <a:pt x="31931" y="31622"/>
                    <a:pt x="36770" y="29646"/>
                    <a:pt x="41608" y="35575"/>
                  </a:cubicBezTo>
                  <a:cubicBezTo>
                    <a:pt x="35802" y="39529"/>
                    <a:pt x="26126" y="38540"/>
                    <a:pt x="24190" y="40516"/>
                  </a:cubicBezTo>
                  <a:close/>
                  <a:moveTo>
                    <a:pt x="22255" y="15811"/>
                  </a:moveTo>
                  <a:cubicBezTo>
                    <a:pt x="23223" y="13835"/>
                    <a:pt x="22255" y="12846"/>
                    <a:pt x="23223" y="10870"/>
                  </a:cubicBezTo>
                  <a:cubicBezTo>
                    <a:pt x="25158" y="6917"/>
                    <a:pt x="28061" y="5930"/>
                    <a:pt x="29029" y="7905"/>
                  </a:cubicBezTo>
                  <a:cubicBezTo>
                    <a:pt x="30964" y="9881"/>
                    <a:pt x="32899" y="11859"/>
                    <a:pt x="34834" y="13835"/>
                  </a:cubicBezTo>
                  <a:cubicBezTo>
                    <a:pt x="35802" y="15811"/>
                    <a:pt x="35802" y="16800"/>
                    <a:pt x="34834" y="18776"/>
                  </a:cubicBezTo>
                  <a:cubicBezTo>
                    <a:pt x="32899" y="18776"/>
                    <a:pt x="29996" y="18776"/>
                    <a:pt x="28061" y="18776"/>
                  </a:cubicBezTo>
                  <a:cubicBezTo>
                    <a:pt x="25158" y="18776"/>
                    <a:pt x="23223" y="17787"/>
                    <a:pt x="22255" y="15811"/>
                  </a:cubicBezTo>
                  <a:close/>
                  <a:moveTo>
                    <a:pt x="37737" y="23716"/>
                  </a:moveTo>
                  <a:cubicBezTo>
                    <a:pt x="37737" y="22729"/>
                    <a:pt x="38705" y="20752"/>
                    <a:pt x="37737" y="19765"/>
                  </a:cubicBezTo>
                  <a:cubicBezTo>
                    <a:pt x="38705" y="19765"/>
                    <a:pt x="38705" y="20752"/>
                    <a:pt x="39672" y="20752"/>
                  </a:cubicBezTo>
                  <a:cubicBezTo>
                    <a:pt x="39672" y="21740"/>
                    <a:pt x="39672" y="21740"/>
                    <a:pt x="39672" y="22729"/>
                  </a:cubicBezTo>
                  <a:cubicBezTo>
                    <a:pt x="39672" y="23716"/>
                    <a:pt x="38705" y="23716"/>
                    <a:pt x="37737" y="23716"/>
                  </a:cubicBezTo>
                  <a:close/>
                  <a:moveTo>
                    <a:pt x="42575" y="23716"/>
                  </a:moveTo>
                  <a:cubicBezTo>
                    <a:pt x="42575" y="21740"/>
                    <a:pt x="42575" y="20752"/>
                    <a:pt x="42575" y="19765"/>
                  </a:cubicBezTo>
                  <a:cubicBezTo>
                    <a:pt x="43543" y="18776"/>
                    <a:pt x="44510" y="18776"/>
                    <a:pt x="44510" y="17787"/>
                  </a:cubicBezTo>
                  <a:cubicBezTo>
                    <a:pt x="44510" y="18776"/>
                    <a:pt x="44510" y="20752"/>
                    <a:pt x="44510" y="21740"/>
                  </a:cubicBezTo>
                  <a:cubicBezTo>
                    <a:pt x="43543" y="22729"/>
                    <a:pt x="43543" y="22729"/>
                    <a:pt x="42575" y="23716"/>
                  </a:cubicBezTo>
                  <a:close/>
                </a:path>
              </a:pathLst>
            </a:custGeom>
            <a:solidFill>
              <a:srgbClr val="FFFFFF"/>
            </a:solidFill>
            <a:ln w="1933" cap="flat">
              <a:noFill/>
              <a:prstDash val="solid"/>
              <a:miter/>
            </a:ln>
          </p:spPr>
          <p:txBody>
            <a:bodyPr rtlCol="0" anchor="ctr"/>
            <a:lstStyle/>
            <a:p>
              <a:endParaRPr lang="zh-CN" altLang="en-US"/>
            </a:p>
          </p:txBody>
        </p:sp>
        <p:sp>
          <p:nvSpPr>
            <p:cNvPr id="44" name="任意多边形: 形状 43"/>
            <p:cNvSpPr/>
            <p:nvPr/>
          </p:nvSpPr>
          <p:spPr>
            <a:xfrm>
              <a:off x="4678884" y="517192"/>
              <a:ext cx="48380" cy="44510"/>
            </a:xfrm>
            <a:custGeom>
              <a:avLst/>
              <a:gdLst>
                <a:gd name="connsiteX0" fmla="*/ 0 w 48380"/>
                <a:gd name="connsiteY0" fmla="*/ 14837 h 44510"/>
                <a:gd name="connsiteX1" fmla="*/ 968 w 48380"/>
                <a:gd name="connsiteY1" fmla="*/ 9891 h 44510"/>
                <a:gd name="connsiteX2" fmla="*/ 1935 w 48380"/>
                <a:gd name="connsiteY2" fmla="*/ 3956 h 44510"/>
                <a:gd name="connsiteX3" fmla="*/ 7741 w 48380"/>
                <a:gd name="connsiteY3" fmla="*/ 0 h 44510"/>
                <a:gd name="connsiteX4" fmla="*/ 11611 w 48380"/>
                <a:gd name="connsiteY4" fmla="*/ 989 h 44510"/>
                <a:gd name="connsiteX5" fmla="*/ 23223 w 48380"/>
                <a:gd name="connsiteY5" fmla="*/ 17804 h 44510"/>
                <a:gd name="connsiteX6" fmla="*/ 31931 w 48380"/>
                <a:gd name="connsiteY6" fmla="*/ 7913 h 44510"/>
                <a:gd name="connsiteX7" fmla="*/ 38705 w 48380"/>
                <a:gd name="connsiteY7" fmla="*/ 1978 h 44510"/>
                <a:gd name="connsiteX8" fmla="*/ 42575 w 48380"/>
                <a:gd name="connsiteY8" fmla="*/ 4946 h 44510"/>
                <a:gd name="connsiteX9" fmla="*/ 37737 w 48380"/>
                <a:gd name="connsiteY9" fmla="*/ 11869 h 44510"/>
                <a:gd name="connsiteX10" fmla="*/ 48381 w 48380"/>
                <a:gd name="connsiteY10" fmla="*/ 27695 h 44510"/>
                <a:gd name="connsiteX11" fmla="*/ 41608 w 48380"/>
                <a:gd name="connsiteY11" fmla="*/ 37586 h 44510"/>
                <a:gd name="connsiteX12" fmla="*/ 36770 w 48380"/>
                <a:gd name="connsiteY12" fmla="*/ 44510 h 44510"/>
                <a:gd name="connsiteX13" fmla="*/ 25158 w 48380"/>
                <a:gd name="connsiteY13" fmla="*/ 39564 h 44510"/>
                <a:gd name="connsiteX14" fmla="*/ 18385 w 48380"/>
                <a:gd name="connsiteY14" fmla="*/ 38575 h 44510"/>
                <a:gd name="connsiteX15" fmla="*/ 24190 w 48380"/>
                <a:gd name="connsiteY15" fmla="*/ 25717 h 44510"/>
                <a:gd name="connsiteX16" fmla="*/ 20320 w 48380"/>
                <a:gd name="connsiteY16" fmla="*/ 24728 h 44510"/>
                <a:gd name="connsiteX17" fmla="*/ 12579 w 48380"/>
                <a:gd name="connsiteY17" fmla="*/ 12858 h 44510"/>
                <a:gd name="connsiteX18" fmla="*/ 7741 w 48380"/>
                <a:gd name="connsiteY18" fmla="*/ 11869 h 44510"/>
                <a:gd name="connsiteX19" fmla="*/ 0 w 48380"/>
                <a:gd name="connsiteY19" fmla="*/ 14837 h 44510"/>
                <a:gd name="connsiteX20" fmla="*/ 26126 w 48380"/>
                <a:gd name="connsiteY20" fmla="*/ 35608 h 44510"/>
                <a:gd name="connsiteX21" fmla="*/ 39672 w 48380"/>
                <a:gd name="connsiteY21" fmla="*/ 27695 h 44510"/>
                <a:gd name="connsiteX22" fmla="*/ 33867 w 48380"/>
                <a:gd name="connsiteY22" fmla="*/ 21760 h 44510"/>
                <a:gd name="connsiteX23" fmla="*/ 26126 w 48380"/>
                <a:gd name="connsiteY23" fmla="*/ 35608 h 4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380" h="44510">
                  <a:moveTo>
                    <a:pt x="0" y="14837"/>
                  </a:moveTo>
                  <a:cubicBezTo>
                    <a:pt x="0" y="12858"/>
                    <a:pt x="968" y="11869"/>
                    <a:pt x="968" y="9891"/>
                  </a:cubicBezTo>
                  <a:cubicBezTo>
                    <a:pt x="968" y="7913"/>
                    <a:pt x="968" y="5935"/>
                    <a:pt x="1935" y="3956"/>
                  </a:cubicBezTo>
                  <a:cubicBezTo>
                    <a:pt x="2903" y="989"/>
                    <a:pt x="4838" y="0"/>
                    <a:pt x="7741" y="0"/>
                  </a:cubicBezTo>
                  <a:cubicBezTo>
                    <a:pt x="8709" y="0"/>
                    <a:pt x="10644" y="0"/>
                    <a:pt x="11611" y="989"/>
                  </a:cubicBezTo>
                  <a:cubicBezTo>
                    <a:pt x="16450" y="5935"/>
                    <a:pt x="20320" y="10880"/>
                    <a:pt x="23223" y="17804"/>
                  </a:cubicBezTo>
                  <a:cubicBezTo>
                    <a:pt x="27093" y="15826"/>
                    <a:pt x="29029" y="10880"/>
                    <a:pt x="31931" y="7913"/>
                  </a:cubicBezTo>
                  <a:cubicBezTo>
                    <a:pt x="32899" y="6924"/>
                    <a:pt x="35802" y="2967"/>
                    <a:pt x="38705" y="1978"/>
                  </a:cubicBezTo>
                  <a:cubicBezTo>
                    <a:pt x="40640" y="989"/>
                    <a:pt x="41608" y="1978"/>
                    <a:pt x="42575" y="4946"/>
                  </a:cubicBezTo>
                  <a:cubicBezTo>
                    <a:pt x="42575" y="5935"/>
                    <a:pt x="38705" y="10880"/>
                    <a:pt x="37737" y="11869"/>
                  </a:cubicBezTo>
                  <a:cubicBezTo>
                    <a:pt x="41608" y="16815"/>
                    <a:pt x="45478" y="18793"/>
                    <a:pt x="48381" y="27695"/>
                  </a:cubicBezTo>
                  <a:cubicBezTo>
                    <a:pt x="46446" y="30662"/>
                    <a:pt x="44510" y="34619"/>
                    <a:pt x="41608" y="37586"/>
                  </a:cubicBezTo>
                  <a:cubicBezTo>
                    <a:pt x="39672" y="39564"/>
                    <a:pt x="38705" y="42533"/>
                    <a:pt x="36770" y="44510"/>
                  </a:cubicBezTo>
                  <a:cubicBezTo>
                    <a:pt x="32899" y="40555"/>
                    <a:pt x="29029" y="39564"/>
                    <a:pt x="25158" y="39564"/>
                  </a:cubicBezTo>
                  <a:cubicBezTo>
                    <a:pt x="23223" y="40555"/>
                    <a:pt x="20320" y="40555"/>
                    <a:pt x="18385" y="38575"/>
                  </a:cubicBezTo>
                  <a:cubicBezTo>
                    <a:pt x="17417" y="34619"/>
                    <a:pt x="21288" y="29673"/>
                    <a:pt x="24190" y="25717"/>
                  </a:cubicBezTo>
                  <a:cubicBezTo>
                    <a:pt x="23223" y="25717"/>
                    <a:pt x="22255" y="24728"/>
                    <a:pt x="20320" y="24728"/>
                  </a:cubicBezTo>
                  <a:cubicBezTo>
                    <a:pt x="17417" y="21760"/>
                    <a:pt x="15482" y="17804"/>
                    <a:pt x="12579" y="12858"/>
                  </a:cubicBezTo>
                  <a:cubicBezTo>
                    <a:pt x="11611" y="14837"/>
                    <a:pt x="7741" y="13849"/>
                    <a:pt x="7741" y="11869"/>
                  </a:cubicBezTo>
                  <a:cubicBezTo>
                    <a:pt x="6773" y="9891"/>
                    <a:pt x="3870" y="13849"/>
                    <a:pt x="0" y="14837"/>
                  </a:cubicBezTo>
                  <a:close/>
                  <a:moveTo>
                    <a:pt x="26126" y="35608"/>
                  </a:moveTo>
                  <a:cubicBezTo>
                    <a:pt x="30964" y="37586"/>
                    <a:pt x="35802" y="34619"/>
                    <a:pt x="39672" y="27695"/>
                  </a:cubicBezTo>
                  <a:cubicBezTo>
                    <a:pt x="39672" y="24728"/>
                    <a:pt x="36770" y="22751"/>
                    <a:pt x="33867" y="21760"/>
                  </a:cubicBezTo>
                  <a:cubicBezTo>
                    <a:pt x="29996" y="25717"/>
                    <a:pt x="29029" y="29673"/>
                    <a:pt x="26126" y="35608"/>
                  </a:cubicBezTo>
                  <a:close/>
                </a:path>
              </a:pathLst>
            </a:custGeom>
            <a:solidFill>
              <a:srgbClr val="FFFFFF"/>
            </a:solidFill>
            <a:ln w="1933" cap="flat">
              <a:noFill/>
              <a:prstDash val="solid"/>
              <a:miter/>
            </a:ln>
          </p:spPr>
          <p:txBody>
            <a:bodyPr rtlCol="0" anchor="ctr"/>
            <a:lstStyle/>
            <a:p>
              <a:endParaRPr lang="zh-CN" altLang="en-US"/>
            </a:p>
          </p:txBody>
        </p:sp>
        <p:sp>
          <p:nvSpPr>
            <p:cNvPr id="45" name="任意多边形: 形状 44"/>
            <p:cNvSpPr/>
            <p:nvPr/>
          </p:nvSpPr>
          <p:spPr>
            <a:xfrm>
              <a:off x="5072330" y="525528"/>
              <a:ext cx="57463" cy="55307"/>
            </a:xfrm>
            <a:custGeom>
              <a:avLst/>
              <a:gdLst>
                <a:gd name="connsiteX0" fmla="*/ 49845 w 57463"/>
                <a:gd name="connsiteY0" fmla="*/ 3212 h 55307"/>
                <a:gd name="connsiteX1" fmla="*/ 35563 w 57463"/>
                <a:gd name="connsiteY1" fmla="*/ 8922 h 55307"/>
                <a:gd name="connsiteX2" fmla="*/ 24135 w 57463"/>
                <a:gd name="connsiteY2" fmla="*/ 10827 h 55307"/>
                <a:gd name="connsiteX3" fmla="*/ 22231 w 57463"/>
                <a:gd name="connsiteY3" fmla="*/ 3212 h 55307"/>
                <a:gd name="connsiteX4" fmla="*/ 12708 w 57463"/>
                <a:gd name="connsiteY4" fmla="*/ 357 h 55307"/>
                <a:gd name="connsiteX5" fmla="*/ 14612 w 57463"/>
                <a:gd name="connsiteY5" fmla="*/ 6068 h 55307"/>
                <a:gd name="connsiteX6" fmla="*/ 17468 w 57463"/>
                <a:gd name="connsiteY6" fmla="*/ 15585 h 55307"/>
                <a:gd name="connsiteX7" fmla="*/ 4137 w 57463"/>
                <a:gd name="connsiteY7" fmla="*/ 13681 h 55307"/>
                <a:gd name="connsiteX8" fmla="*/ 14612 w 57463"/>
                <a:gd name="connsiteY8" fmla="*/ 28910 h 55307"/>
                <a:gd name="connsiteX9" fmla="*/ 32704 w 57463"/>
                <a:gd name="connsiteY9" fmla="*/ 26053 h 55307"/>
                <a:gd name="connsiteX10" fmla="*/ 48893 w 57463"/>
                <a:gd name="connsiteY10" fmla="*/ 42234 h 55307"/>
                <a:gd name="connsiteX11" fmla="*/ 48893 w 57463"/>
                <a:gd name="connsiteY11" fmla="*/ 32716 h 55307"/>
                <a:gd name="connsiteX12" fmla="*/ 43180 w 57463"/>
                <a:gd name="connsiteY12" fmla="*/ 28910 h 55307"/>
                <a:gd name="connsiteX13" fmla="*/ 37467 w 57463"/>
                <a:gd name="connsiteY13" fmla="*/ 24151 h 55307"/>
                <a:gd name="connsiteX14" fmla="*/ 51751 w 57463"/>
                <a:gd name="connsiteY14" fmla="*/ 17488 h 55307"/>
                <a:gd name="connsiteX15" fmla="*/ 57464 w 57463"/>
                <a:gd name="connsiteY15" fmla="*/ 7970 h 55307"/>
                <a:gd name="connsiteX16" fmla="*/ 49845 w 57463"/>
                <a:gd name="connsiteY16" fmla="*/ 3212 h 55307"/>
                <a:gd name="connsiteX17" fmla="*/ 18421 w 57463"/>
                <a:gd name="connsiteY17" fmla="*/ 31764 h 55307"/>
                <a:gd name="connsiteX18" fmla="*/ 23183 w 57463"/>
                <a:gd name="connsiteY18" fmla="*/ 52703 h 55307"/>
                <a:gd name="connsiteX19" fmla="*/ 16516 w 57463"/>
                <a:gd name="connsiteY19" fmla="*/ 52703 h 55307"/>
                <a:gd name="connsiteX20" fmla="*/ 14612 w 57463"/>
                <a:gd name="connsiteY20" fmla="*/ 44138 h 55307"/>
                <a:gd name="connsiteX21" fmla="*/ 18421 w 57463"/>
                <a:gd name="connsiteY21" fmla="*/ 31764 h 5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7463" h="55307">
                  <a:moveTo>
                    <a:pt x="49845" y="3212"/>
                  </a:moveTo>
                  <a:cubicBezTo>
                    <a:pt x="45084" y="6068"/>
                    <a:pt x="40324" y="7018"/>
                    <a:pt x="35563" y="8922"/>
                  </a:cubicBezTo>
                  <a:cubicBezTo>
                    <a:pt x="31752" y="10827"/>
                    <a:pt x="27944" y="11777"/>
                    <a:pt x="24135" y="10827"/>
                  </a:cubicBezTo>
                  <a:cubicBezTo>
                    <a:pt x="23183" y="8922"/>
                    <a:pt x="22231" y="6068"/>
                    <a:pt x="22231" y="3212"/>
                  </a:cubicBezTo>
                  <a:cubicBezTo>
                    <a:pt x="22231" y="357"/>
                    <a:pt x="16516" y="-595"/>
                    <a:pt x="12708" y="357"/>
                  </a:cubicBezTo>
                  <a:cubicBezTo>
                    <a:pt x="12708" y="1309"/>
                    <a:pt x="15564" y="2259"/>
                    <a:pt x="14612" y="6068"/>
                  </a:cubicBezTo>
                  <a:cubicBezTo>
                    <a:pt x="13660" y="9875"/>
                    <a:pt x="15564" y="13681"/>
                    <a:pt x="17468" y="15585"/>
                  </a:cubicBezTo>
                  <a:cubicBezTo>
                    <a:pt x="12708" y="16536"/>
                    <a:pt x="8899" y="15585"/>
                    <a:pt x="4137" y="13681"/>
                  </a:cubicBezTo>
                  <a:cubicBezTo>
                    <a:pt x="-2528" y="12729"/>
                    <a:pt x="-2528" y="16536"/>
                    <a:pt x="14612" y="28910"/>
                  </a:cubicBezTo>
                  <a:cubicBezTo>
                    <a:pt x="21279" y="29862"/>
                    <a:pt x="26992" y="27957"/>
                    <a:pt x="32704" y="26053"/>
                  </a:cubicBezTo>
                  <a:cubicBezTo>
                    <a:pt x="38419" y="32716"/>
                    <a:pt x="46036" y="41282"/>
                    <a:pt x="48893" y="42234"/>
                  </a:cubicBezTo>
                  <a:cubicBezTo>
                    <a:pt x="50799" y="40331"/>
                    <a:pt x="48893" y="35573"/>
                    <a:pt x="48893" y="32716"/>
                  </a:cubicBezTo>
                  <a:cubicBezTo>
                    <a:pt x="46989" y="30812"/>
                    <a:pt x="45084" y="29862"/>
                    <a:pt x="43180" y="28910"/>
                  </a:cubicBezTo>
                  <a:cubicBezTo>
                    <a:pt x="40324" y="27005"/>
                    <a:pt x="37467" y="26053"/>
                    <a:pt x="37467" y="24151"/>
                  </a:cubicBezTo>
                  <a:cubicBezTo>
                    <a:pt x="43180" y="21294"/>
                    <a:pt x="47941" y="21294"/>
                    <a:pt x="51751" y="17488"/>
                  </a:cubicBezTo>
                  <a:cubicBezTo>
                    <a:pt x="54608" y="14633"/>
                    <a:pt x="55560" y="11777"/>
                    <a:pt x="57464" y="7970"/>
                  </a:cubicBezTo>
                  <a:cubicBezTo>
                    <a:pt x="55560" y="5116"/>
                    <a:pt x="52703" y="7018"/>
                    <a:pt x="49845" y="3212"/>
                  </a:cubicBezTo>
                  <a:close/>
                  <a:moveTo>
                    <a:pt x="18421" y="31764"/>
                  </a:moveTo>
                  <a:cubicBezTo>
                    <a:pt x="23183" y="38427"/>
                    <a:pt x="26992" y="46040"/>
                    <a:pt x="23183" y="52703"/>
                  </a:cubicBezTo>
                  <a:cubicBezTo>
                    <a:pt x="20327" y="57462"/>
                    <a:pt x="18421" y="54608"/>
                    <a:pt x="16516" y="52703"/>
                  </a:cubicBezTo>
                  <a:cubicBezTo>
                    <a:pt x="14612" y="49849"/>
                    <a:pt x="12708" y="46040"/>
                    <a:pt x="14612" y="44138"/>
                  </a:cubicBezTo>
                  <a:cubicBezTo>
                    <a:pt x="16516" y="40331"/>
                    <a:pt x="15564" y="35573"/>
                    <a:pt x="18421" y="31764"/>
                  </a:cubicBezTo>
                  <a:close/>
                </a:path>
              </a:pathLst>
            </a:custGeom>
            <a:solidFill>
              <a:srgbClr val="FFFFFF"/>
            </a:solidFill>
            <a:ln w="1933" cap="flat">
              <a:noFill/>
              <a:prstDash val="solid"/>
              <a:miter/>
            </a:ln>
          </p:spPr>
          <p:txBody>
            <a:bodyPr rtlCol="0" anchor="ctr"/>
            <a:lstStyle/>
            <a:p>
              <a:endParaRPr lang="zh-CN" altLang="en-US"/>
            </a:p>
          </p:txBody>
        </p:sp>
        <p:sp>
          <p:nvSpPr>
            <p:cNvPr id="46" name="任意多边形: 形状 45"/>
            <p:cNvSpPr/>
            <p:nvPr/>
          </p:nvSpPr>
          <p:spPr>
            <a:xfrm>
              <a:off x="5102254" y="641047"/>
              <a:ext cx="75532" cy="46259"/>
            </a:xfrm>
            <a:custGeom>
              <a:avLst/>
              <a:gdLst>
                <a:gd name="connsiteX0" fmla="*/ 63971 w 75532"/>
                <a:gd name="connsiteY0" fmla="*/ 2903 h 46259"/>
                <a:gd name="connsiteX1" fmla="*/ 52069 w 75532"/>
                <a:gd name="connsiteY1" fmla="*/ 7741 h 46259"/>
                <a:gd name="connsiteX2" fmla="*/ 54053 w 75532"/>
                <a:gd name="connsiteY2" fmla="*/ 12579 h 46259"/>
                <a:gd name="connsiteX3" fmla="*/ 58020 w 75532"/>
                <a:gd name="connsiteY3" fmla="*/ 12579 h 46259"/>
                <a:gd name="connsiteX4" fmla="*/ 61987 w 75532"/>
                <a:gd name="connsiteY4" fmla="*/ 11611 h 46259"/>
                <a:gd name="connsiteX5" fmla="*/ 63971 w 75532"/>
                <a:gd name="connsiteY5" fmla="*/ 2903 h 46259"/>
                <a:gd name="connsiteX6" fmla="*/ 62980 w 75532"/>
                <a:gd name="connsiteY6" fmla="*/ 24190 h 46259"/>
                <a:gd name="connsiteX7" fmla="*/ 65954 w 75532"/>
                <a:gd name="connsiteY7" fmla="*/ 17417 h 46259"/>
                <a:gd name="connsiteX8" fmla="*/ 58020 w 75532"/>
                <a:gd name="connsiteY8" fmla="*/ 19352 h 46259"/>
                <a:gd name="connsiteX9" fmla="*/ 62980 w 75532"/>
                <a:gd name="connsiteY9" fmla="*/ 24190 h 46259"/>
                <a:gd name="connsiteX10" fmla="*/ 73889 w 75532"/>
                <a:gd name="connsiteY10" fmla="*/ 34834 h 46259"/>
                <a:gd name="connsiteX11" fmla="*/ 57027 w 75532"/>
                <a:gd name="connsiteY11" fmla="*/ 29029 h 46259"/>
                <a:gd name="connsiteX12" fmla="*/ 62980 w 75532"/>
                <a:gd name="connsiteY12" fmla="*/ 40640 h 46259"/>
                <a:gd name="connsiteX13" fmla="*/ 69922 w 75532"/>
                <a:gd name="connsiteY13" fmla="*/ 44510 h 46259"/>
                <a:gd name="connsiteX14" fmla="*/ 73889 w 75532"/>
                <a:gd name="connsiteY14" fmla="*/ 34834 h 46259"/>
                <a:gd name="connsiteX15" fmla="*/ 29258 w 75532"/>
                <a:gd name="connsiteY15" fmla="*/ 0 h 46259"/>
                <a:gd name="connsiteX16" fmla="*/ 41160 w 75532"/>
                <a:gd name="connsiteY16" fmla="*/ 0 h 46259"/>
                <a:gd name="connsiteX17" fmla="*/ 52069 w 75532"/>
                <a:gd name="connsiteY17" fmla="*/ 32899 h 46259"/>
                <a:gd name="connsiteX18" fmla="*/ 46118 w 75532"/>
                <a:gd name="connsiteY18" fmla="*/ 36769 h 46259"/>
                <a:gd name="connsiteX19" fmla="*/ 40167 w 75532"/>
                <a:gd name="connsiteY19" fmla="*/ 31931 h 46259"/>
                <a:gd name="connsiteX20" fmla="*/ 23307 w 75532"/>
                <a:gd name="connsiteY20" fmla="*/ 29996 h 46259"/>
                <a:gd name="connsiteX21" fmla="*/ 23307 w 75532"/>
                <a:gd name="connsiteY21" fmla="*/ 36769 h 46259"/>
                <a:gd name="connsiteX22" fmla="*/ 25289 w 75532"/>
                <a:gd name="connsiteY22" fmla="*/ 43543 h 46259"/>
                <a:gd name="connsiteX23" fmla="*/ 19340 w 75532"/>
                <a:gd name="connsiteY23" fmla="*/ 44510 h 46259"/>
                <a:gd name="connsiteX24" fmla="*/ 16364 w 75532"/>
                <a:gd name="connsiteY24" fmla="*/ 33867 h 46259"/>
                <a:gd name="connsiteX25" fmla="*/ 14380 w 75532"/>
                <a:gd name="connsiteY25" fmla="*/ 34834 h 46259"/>
                <a:gd name="connsiteX26" fmla="*/ 2479 w 75532"/>
                <a:gd name="connsiteY26" fmla="*/ 29029 h 46259"/>
                <a:gd name="connsiteX27" fmla="*/ 8429 w 75532"/>
                <a:gd name="connsiteY27" fmla="*/ 13547 h 46259"/>
                <a:gd name="connsiteX28" fmla="*/ 19340 w 75532"/>
                <a:gd name="connsiteY28" fmla="*/ 8709 h 46259"/>
                <a:gd name="connsiteX29" fmla="*/ 21324 w 75532"/>
                <a:gd name="connsiteY29" fmla="*/ 24190 h 46259"/>
                <a:gd name="connsiteX30" fmla="*/ 35207 w 75532"/>
                <a:gd name="connsiteY30" fmla="*/ 28061 h 46259"/>
                <a:gd name="connsiteX31" fmla="*/ 29258 w 75532"/>
                <a:gd name="connsiteY31" fmla="*/ 20320 h 46259"/>
                <a:gd name="connsiteX32" fmla="*/ 24298 w 75532"/>
                <a:gd name="connsiteY32" fmla="*/ 15482 h 46259"/>
                <a:gd name="connsiteX33" fmla="*/ 42151 w 75532"/>
                <a:gd name="connsiteY33" fmla="*/ 28061 h 46259"/>
                <a:gd name="connsiteX34" fmla="*/ 35207 w 75532"/>
                <a:gd name="connsiteY34" fmla="*/ 10644 h 46259"/>
                <a:gd name="connsiteX35" fmla="*/ 33226 w 75532"/>
                <a:gd name="connsiteY35" fmla="*/ 7741 h 46259"/>
                <a:gd name="connsiteX36" fmla="*/ 29258 w 75532"/>
                <a:gd name="connsiteY36" fmla="*/ 0 h 46259"/>
                <a:gd name="connsiteX37" fmla="*/ 12397 w 75532"/>
                <a:gd name="connsiteY37" fmla="*/ 16450 h 46259"/>
                <a:gd name="connsiteX38" fmla="*/ 7439 w 75532"/>
                <a:gd name="connsiteY38" fmla="*/ 19352 h 46259"/>
                <a:gd name="connsiteX39" fmla="*/ 8429 w 75532"/>
                <a:gd name="connsiteY39" fmla="*/ 26126 h 46259"/>
                <a:gd name="connsiteX40" fmla="*/ 13389 w 75532"/>
                <a:gd name="connsiteY40" fmla="*/ 27093 h 46259"/>
                <a:gd name="connsiteX41" fmla="*/ 12397 w 75532"/>
                <a:gd name="connsiteY41" fmla="*/ 16450 h 4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5532" h="46259">
                  <a:moveTo>
                    <a:pt x="63971" y="2903"/>
                  </a:moveTo>
                  <a:cubicBezTo>
                    <a:pt x="59013" y="968"/>
                    <a:pt x="56036" y="3870"/>
                    <a:pt x="52069" y="7741"/>
                  </a:cubicBezTo>
                  <a:cubicBezTo>
                    <a:pt x="52069" y="10644"/>
                    <a:pt x="52069" y="12579"/>
                    <a:pt x="54053" y="12579"/>
                  </a:cubicBezTo>
                  <a:cubicBezTo>
                    <a:pt x="55043" y="13547"/>
                    <a:pt x="57027" y="12579"/>
                    <a:pt x="58020" y="12579"/>
                  </a:cubicBezTo>
                  <a:cubicBezTo>
                    <a:pt x="60003" y="12579"/>
                    <a:pt x="60996" y="12579"/>
                    <a:pt x="61987" y="11611"/>
                  </a:cubicBezTo>
                  <a:cubicBezTo>
                    <a:pt x="65954" y="9676"/>
                    <a:pt x="67938" y="1935"/>
                    <a:pt x="63971" y="2903"/>
                  </a:cubicBezTo>
                  <a:close/>
                  <a:moveTo>
                    <a:pt x="62980" y="24190"/>
                  </a:moveTo>
                  <a:cubicBezTo>
                    <a:pt x="64962" y="22255"/>
                    <a:pt x="67938" y="21288"/>
                    <a:pt x="65954" y="17417"/>
                  </a:cubicBezTo>
                  <a:cubicBezTo>
                    <a:pt x="61987" y="15482"/>
                    <a:pt x="59013" y="18385"/>
                    <a:pt x="58020" y="19352"/>
                  </a:cubicBezTo>
                  <a:cubicBezTo>
                    <a:pt x="56036" y="21288"/>
                    <a:pt x="58020" y="21288"/>
                    <a:pt x="62980" y="24190"/>
                  </a:cubicBezTo>
                  <a:close/>
                  <a:moveTo>
                    <a:pt x="73889" y="34834"/>
                  </a:moveTo>
                  <a:cubicBezTo>
                    <a:pt x="66945" y="32899"/>
                    <a:pt x="62980" y="30964"/>
                    <a:pt x="57027" y="29029"/>
                  </a:cubicBezTo>
                  <a:cubicBezTo>
                    <a:pt x="61987" y="32899"/>
                    <a:pt x="61987" y="36769"/>
                    <a:pt x="62980" y="40640"/>
                  </a:cubicBezTo>
                  <a:cubicBezTo>
                    <a:pt x="66945" y="45478"/>
                    <a:pt x="68931" y="46446"/>
                    <a:pt x="69922" y="44510"/>
                  </a:cubicBezTo>
                  <a:cubicBezTo>
                    <a:pt x="73889" y="41608"/>
                    <a:pt x="77856" y="38705"/>
                    <a:pt x="73889" y="34834"/>
                  </a:cubicBezTo>
                  <a:close/>
                  <a:moveTo>
                    <a:pt x="29258" y="0"/>
                  </a:moveTo>
                  <a:cubicBezTo>
                    <a:pt x="33226" y="0"/>
                    <a:pt x="37191" y="968"/>
                    <a:pt x="41160" y="0"/>
                  </a:cubicBezTo>
                  <a:cubicBezTo>
                    <a:pt x="49095" y="8709"/>
                    <a:pt x="51078" y="17417"/>
                    <a:pt x="52069" y="32899"/>
                  </a:cubicBezTo>
                  <a:cubicBezTo>
                    <a:pt x="51078" y="34834"/>
                    <a:pt x="48102" y="36769"/>
                    <a:pt x="46118" y="36769"/>
                  </a:cubicBezTo>
                  <a:cubicBezTo>
                    <a:pt x="43144" y="35802"/>
                    <a:pt x="43144" y="33867"/>
                    <a:pt x="40167" y="31931"/>
                  </a:cubicBezTo>
                  <a:cubicBezTo>
                    <a:pt x="35207" y="33867"/>
                    <a:pt x="29258" y="31931"/>
                    <a:pt x="23307" y="29996"/>
                  </a:cubicBezTo>
                  <a:cubicBezTo>
                    <a:pt x="21324" y="30964"/>
                    <a:pt x="21324" y="33867"/>
                    <a:pt x="23307" y="36769"/>
                  </a:cubicBezTo>
                  <a:cubicBezTo>
                    <a:pt x="24298" y="38705"/>
                    <a:pt x="26282" y="41608"/>
                    <a:pt x="25289" y="43543"/>
                  </a:cubicBezTo>
                  <a:cubicBezTo>
                    <a:pt x="22315" y="48381"/>
                    <a:pt x="19340" y="45478"/>
                    <a:pt x="19340" y="44510"/>
                  </a:cubicBezTo>
                  <a:cubicBezTo>
                    <a:pt x="17355" y="39672"/>
                    <a:pt x="16364" y="34834"/>
                    <a:pt x="16364" y="33867"/>
                  </a:cubicBezTo>
                  <a:cubicBezTo>
                    <a:pt x="15371" y="33867"/>
                    <a:pt x="15371" y="34834"/>
                    <a:pt x="14380" y="34834"/>
                  </a:cubicBezTo>
                  <a:cubicBezTo>
                    <a:pt x="7439" y="34834"/>
                    <a:pt x="3471" y="31931"/>
                    <a:pt x="2479" y="29029"/>
                  </a:cubicBezTo>
                  <a:cubicBezTo>
                    <a:pt x="-1489" y="21288"/>
                    <a:pt x="-1489" y="14514"/>
                    <a:pt x="8429" y="13547"/>
                  </a:cubicBezTo>
                  <a:cubicBezTo>
                    <a:pt x="12397" y="6773"/>
                    <a:pt x="16364" y="4838"/>
                    <a:pt x="19340" y="8709"/>
                  </a:cubicBezTo>
                  <a:cubicBezTo>
                    <a:pt x="16364" y="11611"/>
                    <a:pt x="18347" y="17417"/>
                    <a:pt x="21324" y="24190"/>
                  </a:cubicBezTo>
                  <a:cubicBezTo>
                    <a:pt x="25289" y="25158"/>
                    <a:pt x="30249" y="27093"/>
                    <a:pt x="35207" y="28061"/>
                  </a:cubicBezTo>
                  <a:cubicBezTo>
                    <a:pt x="34216" y="26126"/>
                    <a:pt x="34216" y="21288"/>
                    <a:pt x="29258" y="20320"/>
                  </a:cubicBezTo>
                  <a:cubicBezTo>
                    <a:pt x="24298" y="20320"/>
                    <a:pt x="24298" y="16450"/>
                    <a:pt x="24298" y="15482"/>
                  </a:cubicBezTo>
                  <a:cubicBezTo>
                    <a:pt x="33226" y="9676"/>
                    <a:pt x="36200" y="25158"/>
                    <a:pt x="42151" y="28061"/>
                  </a:cubicBezTo>
                  <a:cubicBezTo>
                    <a:pt x="45125" y="24190"/>
                    <a:pt x="41160" y="18385"/>
                    <a:pt x="35207" y="10644"/>
                  </a:cubicBezTo>
                  <a:cubicBezTo>
                    <a:pt x="35207" y="9676"/>
                    <a:pt x="34216" y="7741"/>
                    <a:pt x="33226" y="7741"/>
                  </a:cubicBezTo>
                  <a:cubicBezTo>
                    <a:pt x="28266" y="7741"/>
                    <a:pt x="23307" y="968"/>
                    <a:pt x="29258" y="0"/>
                  </a:cubicBezTo>
                  <a:close/>
                  <a:moveTo>
                    <a:pt x="12397" y="16450"/>
                  </a:moveTo>
                  <a:cubicBezTo>
                    <a:pt x="10413" y="15482"/>
                    <a:pt x="9420" y="16450"/>
                    <a:pt x="7439" y="19352"/>
                  </a:cubicBezTo>
                  <a:cubicBezTo>
                    <a:pt x="6446" y="20320"/>
                    <a:pt x="7439" y="23223"/>
                    <a:pt x="8429" y="26126"/>
                  </a:cubicBezTo>
                  <a:cubicBezTo>
                    <a:pt x="11406" y="27093"/>
                    <a:pt x="11406" y="27093"/>
                    <a:pt x="13389" y="27093"/>
                  </a:cubicBezTo>
                  <a:cubicBezTo>
                    <a:pt x="13389" y="24190"/>
                    <a:pt x="12397" y="20320"/>
                    <a:pt x="12397" y="16450"/>
                  </a:cubicBezTo>
                  <a:close/>
                </a:path>
              </a:pathLst>
            </a:custGeom>
            <a:solidFill>
              <a:srgbClr val="FFFFFF"/>
            </a:solidFill>
            <a:ln w="1933" cap="flat">
              <a:noFill/>
              <a:prstDash val="solid"/>
              <a:miter/>
            </a:ln>
          </p:spPr>
          <p:txBody>
            <a:bodyPr rtlCol="0" anchor="ctr"/>
            <a:lstStyle/>
            <a:p>
              <a:endParaRPr lang="zh-CN" altLang="en-US"/>
            </a:p>
          </p:txBody>
        </p:sp>
        <p:sp>
          <p:nvSpPr>
            <p:cNvPr id="48" name="任意多边形: 形状 47"/>
            <p:cNvSpPr/>
            <p:nvPr/>
          </p:nvSpPr>
          <p:spPr>
            <a:xfrm>
              <a:off x="4781452" y="404183"/>
              <a:ext cx="59009" cy="74304"/>
            </a:xfrm>
            <a:custGeom>
              <a:avLst/>
              <a:gdLst>
                <a:gd name="connsiteX0" fmla="*/ 11802 w 59009"/>
                <a:gd name="connsiteY0" fmla="*/ 9633 h 74304"/>
                <a:gd name="connsiteX1" fmla="*/ 9835 w 59009"/>
                <a:gd name="connsiteY1" fmla="*/ 33150 h 74304"/>
                <a:gd name="connsiteX2" fmla="*/ 0 w 59009"/>
                <a:gd name="connsiteY2" fmla="*/ 45888 h 74304"/>
                <a:gd name="connsiteX3" fmla="*/ 1967 w 59009"/>
                <a:gd name="connsiteY3" fmla="*/ 51767 h 74304"/>
                <a:gd name="connsiteX4" fmla="*/ 8851 w 59009"/>
                <a:gd name="connsiteY4" fmla="*/ 44908 h 74304"/>
                <a:gd name="connsiteX5" fmla="*/ 6884 w 59009"/>
                <a:gd name="connsiteY5" fmla="*/ 63525 h 74304"/>
                <a:gd name="connsiteX6" fmla="*/ 11802 w 59009"/>
                <a:gd name="connsiteY6" fmla="*/ 67446 h 74304"/>
                <a:gd name="connsiteX7" fmla="*/ 20653 w 59009"/>
                <a:gd name="connsiteY7" fmla="*/ 56667 h 74304"/>
                <a:gd name="connsiteX8" fmla="*/ 23604 w 59009"/>
                <a:gd name="connsiteY8" fmla="*/ 64507 h 74304"/>
                <a:gd name="connsiteX9" fmla="*/ 19670 w 59009"/>
                <a:gd name="connsiteY9" fmla="*/ 66465 h 74304"/>
                <a:gd name="connsiteX10" fmla="*/ 28521 w 59009"/>
                <a:gd name="connsiteY10" fmla="*/ 70386 h 74304"/>
                <a:gd name="connsiteX11" fmla="*/ 22620 w 59009"/>
                <a:gd name="connsiteY11" fmla="*/ 51767 h 74304"/>
                <a:gd name="connsiteX12" fmla="*/ 27537 w 59009"/>
                <a:gd name="connsiteY12" fmla="*/ 31191 h 74304"/>
                <a:gd name="connsiteX13" fmla="*/ 26554 w 59009"/>
                <a:gd name="connsiteY13" fmla="*/ 28252 h 74304"/>
                <a:gd name="connsiteX14" fmla="*/ 24587 w 59009"/>
                <a:gd name="connsiteY14" fmla="*/ 31191 h 74304"/>
                <a:gd name="connsiteX15" fmla="*/ 17703 w 59009"/>
                <a:gd name="connsiteY15" fmla="*/ 42948 h 74304"/>
                <a:gd name="connsiteX16" fmla="*/ 16719 w 59009"/>
                <a:gd name="connsiteY16" fmla="*/ 35110 h 74304"/>
                <a:gd name="connsiteX17" fmla="*/ 13769 w 59009"/>
                <a:gd name="connsiteY17" fmla="*/ 30210 h 74304"/>
                <a:gd name="connsiteX18" fmla="*/ 14752 w 59009"/>
                <a:gd name="connsiteY18" fmla="*/ 16493 h 74304"/>
                <a:gd name="connsiteX19" fmla="*/ 11802 w 59009"/>
                <a:gd name="connsiteY19" fmla="*/ 9633 h 74304"/>
                <a:gd name="connsiteX20" fmla="*/ 33439 w 59009"/>
                <a:gd name="connsiteY20" fmla="*/ 814 h 74304"/>
                <a:gd name="connsiteX21" fmla="*/ 49174 w 59009"/>
                <a:gd name="connsiteY21" fmla="*/ 21391 h 74304"/>
                <a:gd name="connsiteX22" fmla="*/ 55075 w 59009"/>
                <a:gd name="connsiteY22" fmla="*/ 31191 h 74304"/>
                <a:gd name="connsiteX23" fmla="*/ 59009 w 59009"/>
                <a:gd name="connsiteY23" fmla="*/ 74305 h 74304"/>
                <a:gd name="connsiteX24" fmla="*/ 45240 w 59009"/>
                <a:gd name="connsiteY24" fmla="*/ 44908 h 74304"/>
                <a:gd name="connsiteX25" fmla="*/ 36388 w 59009"/>
                <a:gd name="connsiteY25" fmla="*/ 47848 h 74304"/>
                <a:gd name="connsiteX26" fmla="*/ 32455 w 59009"/>
                <a:gd name="connsiteY26" fmla="*/ 45888 h 74304"/>
                <a:gd name="connsiteX27" fmla="*/ 35405 w 59009"/>
                <a:gd name="connsiteY27" fmla="*/ 34131 h 74304"/>
                <a:gd name="connsiteX28" fmla="*/ 31471 w 59009"/>
                <a:gd name="connsiteY28" fmla="*/ 35110 h 74304"/>
                <a:gd name="connsiteX29" fmla="*/ 28521 w 59009"/>
                <a:gd name="connsiteY29" fmla="*/ 25312 h 74304"/>
                <a:gd name="connsiteX30" fmla="*/ 27537 w 59009"/>
                <a:gd name="connsiteY30" fmla="*/ 19433 h 74304"/>
                <a:gd name="connsiteX31" fmla="*/ 37371 w 59009"/>
                <a:gd name="connsiteY31" fmla="*/ 16493 h 74304"/>
                <a:gd name="connsiteX32" fmla="*/ 33439 w 59009"/>
                <a:gd name="connsiteY32" fmla="*/ 814 h 74304"/>
                <a:gd name="connsiteX33" fmla="*/ 14752 w 59009"/>
                <a:gd name="connsiteY33" fmla="*/ 48827 h 74304"/>
                <a:gd name="connsiteX34" fmla="*/ 16719 w 59009"/>
                <a:gd name="connsiteY34" fmla="*/ 49808 h 74304"/>
                <a:gd name="connsiteX35" fmla="*/ 15736 w 59009"/>
                <a:gd name="connsiteY35" fmla="*/ 51767 h 74304"/>
                <a:gd name="connsiteX36" fmla="*/ 12785 w 59009"/>
                <a:gd name="connsiteY36" fmla="*/ 51767 h 74304"/>
                <a:gd name="connsiteX37" fmla="*/ 14752 w 59009"/>
                <a:gd name="connsiteY37" fmla="*/ 48827 h 74304"/>
                <a:gd name="connsiteX38" fmla="*/ 33439 w 59009"/>
                <a:gd name="connsiteY38" fmla="*/ 28252 h 74304"/>
                <a:gd name="connsiteX39" fmla="*/ 40323 w 59009"/>
                <a:gd name="connsiteY39" fmla="*/ 27271 h 74304"/>
                <a:gd name="connsiteX40" fmla="*/ 36388 w 59009"/>
                <a:gd name="connsiteY40" fmla="*/ 24331 h 74304"/>
                <a:gd name="connsiteX41" fmla="*/ 33439 w 59009"/>
                <a:gd name="connsiteY41" fmla="*/ 28252 h 74304"/>
                <a:gd name="connsiteX42" fmla="*/ 38356 w 59009"/>
                <a:gd name="connsiteY42" fmla="*/ 40008 h 74304"/>
                <a:gd name="connsiteX43" fmla="*/ 43274 w 59009"/>
                <a:gd name="connsiteY43" fmla="*/ 36090 h 74304"/>
                <a:gd name="connsiteX44" fmla="*/ 40323 w 59009"/>
                <a:gd name="connsiteY44" fmla="*/ 34131 h 74304"/>
                <a:gd name="connsiteX45" fmla="*/ 38356 w 59009"/>
                <a:gd name="connsiteY45" fmla="*/ 40008 h 7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9009" h="74304">
                  <a:moveTo>
                    <a:pt x="11802" y="9633"/>
                  </a:moveTo>
                  <a:cubicBezTo>
                    <a:pt x="7868" y="14533"/>
                    <a:pt x="7868" y="23352"/>
                    <a:pt x="9835" y="33150"/>
                  </a:cubicBezTo>
                  <a:cubicBezTo>
                    <a:pt x="8851" y="34131"/>
                    <a:pt x="983" y="40008"/>
                    <a:pt x="0" y="45888"/>
                  </a:cubicBezTo>
                  <a:cubicBezTo>
                    <a:pt x="0" y="49808"/>
                    <a:pt x="0" y="52748"/>
                    <a:pt x="1967" y="51767"/>
                  </a:cubicBezTo>
                  <a:cubicBezTo>
                    <a:pt x="3934" y="49808"/>
                    <a:pt x="5901" y="47848"/>
                    <a:pt x="8851" y="44908"/>
                  </a:cubicBezTo>
                  <a:cubicBezTo>
                    <a:pt x="9835" y="50788"/>
                    <a:pt x="8851" y="56667"/>
                    <a:pt x="6884" y="63525"/>
                  </a:cubicBezTo>
                  <a:cubicBezTo>
                    <a:pt x="7868" y="68425"/>
                    <a:pt x="9835" y="68425"/>
                    <a:pt x="11802" y="67446"/>
                  </a:cubicBezTo>
                  <a:cubicBezTo>
                    <a:pt x="14752" y="63525"/>
                    <a:pt x="17703" y="60586"/>
                    <a:pt x="20653" y="56667"/>
                  </a:cubicBezTo>
                  <a:cubicBezTo>
                    <a:pt x="21637" y="59606"/>
                    <a:pt x="22620" y="62546"/>
                    <a:pt x="23604" y="64507"/>
                  </a:cubicBezTo>
                  <a:cubicBezTo>
                    <a:pt x="22620" y="67446"/>
                    <a:pt x="20653" y="66465"/>
                    <a:pt x="19670" y="66465"/>
                  </a:cubicBezTo>
                  <a:cubicBezTo>
                    <a:pt x="19670" y="70386"/>
                    <a:pt x="25570" y="72344"/>
                    <a:pt x="28521" y="70386"/>
                  </a:cubicBezTo>
                  <a:cubicBezTo>
                    <a:pt x="28521" y="64507"/>
                    <a:pt x="25570" y="58627"/>
                    <a:pt x="22620" y="51767"/>
                  </a:cubicBezTo>
                  <a:cubicBezTo>
                    <a:pt x="23604" y="45888"/>
                    <a:pt x="26554" y="37069"/>
                    <a:pt x="27537" y="31191"/>
                  </a:cubicBezTo>
                  <a:cubicBezTo>
                    <a:pt x="27537" y="29231"/>
                    <a:pt x="25570" y="30210"/>
                    <a:pt x="26554" y="28252"/>
                  </a:cubicBezTo>
                  <a:cubicBezTo>
                    <a:pt x="25570" y="29231"/>
                    <a:pt x="23604" y="30210"/>
                    <a:pt x="24587" y="31191"/>
                  </a:cubicBezTo>
                  <a:cubicBezTo>
                    <a:pt x="24587" y="35110"/>
                    <a:pt x="19670" y="45888"/>
                    <a:pt x="17703" y="42948"/>
                  </a:cubicBezTo>
                  <a:cubicBezTo>
                    <a:pt x="17703" y="40008"/>
                    <a:pt x="16719" y="37069"/>
                    <a:pt x="16719" y="35110"/>
                  </a:cubicBezTo>
                  <a:cubicBezTo>
                    <a:pt x="15736" y="33150"/>
                    <a:pt x="14752" y="32171"/>
                    <a:pt x="13769" y="30210"/>
                  </a:cubicBezTo>
                  <a:cubicBezTo>
                    <a:pt x="12785" y="25312"/>
                    <a:pt x="13769" y="21391"/>
                    <a:pt x="14752" y="16493"/>
                  </a:cubicBezTo>
                  <a:cubicBezTo>
                    <a:pt x="16719" y="10614"/>
                    <a:pt x="17703" y="4735"/>
                    <a:pt x="11802" y="9633"/>
                  </a:cubicBezTo>
                  <a:close/>
                  <a:moveTo>
                    <a:pt x="33439" y="814"/>
                  </a:moveTo>
                  <a:cubicBezTo>
                    <a:pt x="38356" y="-3105"/>
                    <a:pt x="44257" y="7674"/>
                    <a:pt x="49174" y="21391"/>
                  </a:cubicBezTo>
                  <a:cubicBezTo>
                    <a:pt x="56058" y="20412"/>
                    <a:pt x="59992" y="27271"/>
                    <a:pt x="55075" y="31191"/>
                  </a:cubicBezTo>
                  <a:cubicBezTo>
                    <a:pt x="56058" y="46869"/>
                    <a:pt x="58026" y="58627"/>
                    <a:pt x="59009" y="74305"/>
                  </a:cubicBezTo>
                  <a:cubicBezTo>
                    <a:pt x="54092" y="64507"/>
                    <a:pt x="45240" y="57646"/>
                    <a:pt x="45240" y="44908"/>
                  </a:cubicBezTo>
                  <a:cubicBezTo>
                    <a:pt x="42289" y="44908"/>
                    <a:pt x="39340" y="46869"/>
                    <a:pt x="36388" y="47848"/>
                  </a:cubicBezTo>
                  <a:cubicBezTo>
                    <a:pt x="34422" y="49808"/>
                    <a:pt x="32455" y="48827"/>
                    <a:pt x="32455" y="45888"/>
                  </a:cubicBezTo>
                  <a:cubicBezTo>
                    <a:pt x="30488" y="41969"/>
                    <a:pt x="32455" y="40008"/>
                    <a:pt x="35405" y="34131"/>
                  </a:cubicBezTo>
                  <a:cubicBezTo>
                    <a:pt x="34422" y="34131"/>
                    <a:pt x="32455" y="35110"/>
                    <a:pt x="31471" y="35110"/>
                  </a:cubicBezTo>
                  <a:cubicBezTo>
                    <a:pt x="28521" y="33150"/>
                    <a:pt x="29504" y="28252"/>
                    <a:pt x="28521" y="25312"/>
                  </a:cubicBezTo>
                  <a:cubicBezTo>
                    <a:pt x="28521" y="23352"/>
                    <a:pt x="27537" y="22373"/>
                    <a:pt x="27537" y="19433"/>
                  </a:cubicBezTo>
                  <a:cubicBezTo>
                    <a:pt x="30488" y="17473"/>
                    <a:pt x="33439" y="17473"/>
                    <a:pt x="37371" y="16493"/>
                  </a:cubicBezTo>
                  <a:cubicBezTo>
                    <a:pt x="36388" y="11593"/>
                    <a:pt x="35405" y="5714"/>
                    <a:pt x="33439" y="814"/>
                  </a:cubicBezTo>
                  <a:close/>
                  <a:moveTo>
                    <a:pt x="14752" y="48827"/>
                  </a:moveTo>
                  <a:cubicBezTo>
                    <a:pt x="15736" y="48827"/>
                    <a:pt x="16719" y="48827"/>
                    <a:pt x="16719" y="49808"/>
                  </a:cubicBezTo>
                  <a:cubicBezTo>
                    <a:pt x="17703" y="50788"/>
                    <a:pt x="16719" y="51767"/>
                    <a:pt x="15736" y="51767"/>
                  </a:cubicBezTo>
                  <a:cubicBezTo>
                    <a:pt x="14752" y="52748"/>
                    <a:pt x="13769" y="52748"/>
                    <a:pt x="12785" y="51767"/>
                  </a:cubicBezTo>
                  <a:cubicBezTo>
                    <a:pt x="12785" y="50788"/>
                    <a:pt x="13769" y="49808"/>
                    <a:pt x="14752" y="48827"/>
                  </a:cubicBezTo>
                  <a:close/>
                  <a:moveTo>
                    <a:pt x="33439" y="28252"/>
                  </a:moveTo>
                  <a:cubicBezTo>
                    <a:pt x="35405" y="29231"/>
                    <a:pt x="38356" y="29231"/>
                    <a:pt x="40323" y="27271"/>
                  </a:cubicBezTo>
                  <a:cubicBezTo>
                    <a:pt x="40323" y="25312"/>
                    <a:pt x="39340" y="24331"/>
                    <a:pt x="36388" y="24331"/>
                  </a:cubicBezTo>
                  <a:cubicBezTo>
                    <a:pt x="33439" y="25312"/>
                    <a:pt x="32455" y="26291"/>
                    <a:pt x="33439" y="28252"/>
                  </a:cubicBezTo>
                  <a:close/>
                  <a:moveTo>
                    <a:pt x="38356" y="40008"/>
                  </a:moveTo>
                  <a:cubicBezTo>
                    <a:pt x="40323" y="40990"/>
                    <a:pt x="40323" y="38050"/>
                    <a:pt x="43274" y="36090"/>
                  </a:cubicBezTo>
                  <a:cubicBezTo>
                    <a:pt x="42289" y="33150"/>
                    <a:pt x="40323" y="34131"/>
                    <a:pt x="40323" y="34131"/>
                  </a:cubicBezTo>
                  <a:cubicBezTo>
                    <a:pt x="37371" y="35110"/>
                    <a:pt x="36388" y="37069"/>
                    <a:pt x="38356" y="40008"/>
                  </a:cubicBezTo>
                  <a:close/>
                </a:path>
              </a:pathLst>
            </a:custGeom>
            <a:solidFill>
              <a:srgbClr val="FFFFFF"/>
            </a:solidFill>
            <a:ln w="1933" cap="flat">
              <a:noFill/>
              <a:prstDash val="solid"/>
              <a:miter/>
            </a:ln>
          </p:spPr>
          <p:txBody>
            <a:bodyPr rtlCol="0" anchor="ctr"/>
            <a:lstStyle/>
            <a:p>
              <a:endParaRPr lang="zh-CN" altLang="en-US"/>
            </a:p>
          </p:txBody>
        </p:sp>
        <p:sp>
          <p:nvSpPr>
            <p:cNvPr id="49" name="任意多边形: 形状 48"/>
            <p:cNvSpPr/>
            <p:nvPr/>
          </p:nvSpPr>
          <p:spPr>
            <a:xfrm>
              <a:off x="4951752" y="418495"/>
              <a:ext cx="71603" cy="63862"/>
            </a:xfrm>
            <a:custGeom>
              <a:avLst/>
              <a:gdLst>
                <a:gd name="connsiteX0" fmla="*/ 30830 w 71603"/>
                <a:gd name="connsiteY0" fmla="*/ 954 h 63862"/>
                <a:gd name="connsiteX1" fmla="*/ 22873 w 71603"/>
                <a:gd name="connsiteY1" fmla="*/ 11437 h 63862"/>
                <a:gd name="connsiteX2" fmla="*/ 13922 w 71603"/>
                <a:gd name="connsiteY2" fmla="*/ 10485 h 63862"/>
                <a:gd name="connsiteX3" fmla="*/ 18896 w 71603"/>
                <a:gd name="connsiteY3" fmla="*/ 19064 h 63862"/>
                <a:gd name="connsiteX4" fmla="*/ 12929 w 71603"/>
                <a:gd name="connsiteY4" fmla="*/ 31455 h 63862"/>
                <a:gd name="connsiteX5" fmla="*/ 9945 w 71603"/>
                <a:gd name="connsiteY5" fmla="*/ 32407 h 63862"/>
                <a:gd name="connsiteX6" fmla="*/ 0 w 71603"/>
                <a:gd name="connsiteY6" fmla="*/ 33362 h 63862"/>
                <a:gd name="connsiteX7" fmla="*/ 3979 w 71603"/>
                <a:gd name="connsiteY7" fmla="*/ 43847 h 63862"/>
                <a:gd name="connsiteX8" fmla="*/ 9945 w 71603"/>
                <a:gd name="connsiteY8" fmla="*/ 40034 h 63862"/>
                <a:gd name="connsiteX9" fmla="*/ 11935 w 71603"/>
                <a:gd name="connsiteY9" fmla="*/ 45753 h 63862"/>
                <a:gd name="connsiteX10" fmla="*/ 17901 w 71603"/>
                <a:gd name="connsiteY10" fmla="*/ 42893 h 63862"/>
                <a:gd name="connsiteX11" fmla="*/ 18896 w 71603"/>
                <a:gd name="connsiteY11" fmla="*/ 33362 h 63862"/>
                <a:gd name="connsiteX12" fmla="*/ 35802 w 71603"/>
                <a:gd name="connsiteY12" fmla="*/ 20016 h 63862"/>
                <a:gd name="connsiteX13" fmla="*/ 41768 w 71603"/>
                <a:gd name="connsiteY13" fmla="*/ 26689 h 63862"/>
                <a:gd name="connsiteX14" fmla="*/ 35802 w 71603"/>
                <a:gd name="connsiteY14" fmla="*/ 29549 h 63862"/>
                <a:gd name="connsiteX15" fmla="*/ 30830 w 71603"/>
                <a:gd name="connsiteY15" fmla="*/ 28595 h 63862"/>
                <a:gd name="connsiteX16" fmla="*/ 28841 w 71603"/>
                <a:gd name="connsiteY16" fmla="*/ 35268 h 63862"/>
                <a:gd name="connsiteX17" fmla="*/ 38786 w 71603"/>
                <a:gd name="connsiteY17" fmla="*/ 45753 h 63862"/>
                <a:gd name="connsiteX18" fmla="*/ 27846 w 71603"/>
                <a:gd name="connsiteY18" fmla="*/ 43847 h 63862"/>
                <a:gd name="connsiteX19" fmla="*/ 25857 w 71603"/>
                <a:gd name="connsiteY19" fmla="*/ 34314 h 63862"/>
                <a:gd name="connsiteX20" fmla="*/ 19890 w 71603"/>
                <a:gd name="connsiteY20" fmla="*/ 46705 h 63862"/>
                <a:gd name="connsiteX21" fmla="*/ 43758 w 71603"/>
                <a:gd name="connsiteY21" fmla="*/ 51471 h 63862"/>
                <a:gd name="connsiteX22" fmla="*/ 47737 w 71603"/>
                <a:gd name="connsiteY22" fmla="*/ 60050 h 63862"/>
                <a:gd name="connsiteX23" fmla="*/ 71604 w 71603"/>
                <a:gd name="connsiteY23" fmla="*/ 63863 h 63862"/>
                <a:gd name="connsiteX24" fmla="*/ 70609 w 71603"/>
                <a:gd name="connsiteY24" fmla="*/ 61957 h 63862"/>
                <a:gd name="connsiteX25" fmla="*/ 58674 w 71603"/>
                <a:gd name="connsiteY25" fmla="*/ 54332 h 63862"/>
                <a:gd name="connsiteX26" fmla="*/ 50719 w 71603"/>
                <a:gd name="connsiteY26" fmla="*/ 46705 h 63862"/>
                <a:gd name="connsiteX27" fmla="*/ 58674 w 71603"/>
                <a:gd name="connsiteY27" fmla="*/ 27643 h 63862"/>
                <a:gd name="connsiteX28" fmla="*/ 49724 w 71603"/>
                <a:gd name="connsiteY28" fmla="*/ 27643 h 63862"/>
                <a:gd name="connsiteX29" fmla="*/ 57682 w 71603"/>
                <a:gd name="connsiteY29" fmla="*/ 23829 h 63862"/>
                <a:gd name="connsiteX30" fmla="*/ 65637 w 71603"/>
                <a:gd name="connsiteY30" fmla="*/ 20970 h 63862"/>
                <a:gd name="connsiteX31" fmla="*/ 67625 w 71603"/>
                <a:gd name="connsiteY31" fmla="*/ 12391 h 63862"/>
                <a:gd name="connsiteX32" fmla="*/ 54698 w 71603"/>
                <a:gd name="connsiteY32" fmla="*/ 16204 h 63862"/>
                <a:gd name="connsiteX33" fmla="*/ 55692 w 71603"/>
                <a:gd name="connsiteY33" fmla="*/ 0 h 63862"/>
                <a:gd name="connsiteX34" fmla="*/ 47737 w 71603"/>
                <a:gd name="connsiteY34" fmla="*/ 15252 h 63862"/>
                <a:gd name="connsiteX35" fmla="*/ 34807 w 71603"/>
                <a:gd name="connsiteY35" fmla="*/ 18110 h 63862"/>
                <a:gd name="connsiteX36" fmla="*/ 23867 w 71603"/>
                <a:gd name="connsiteY36" fmla="*/ 23829 h 63862"/>
                <a:gd name="connsiteX37" fmla="*/ 28841 w 71603"/>
                <a:gd name="connsiteY37" fmla="*/ 15252 h 63862"/>
                <a:gd name="connsiteX38" fmla="*/ 30830 w 71603"/>
                <a:gd name="connsiteY38" fmla="*/ 954 h 63862"/>
                <a:gd name="connsiteX39" fmla="*/ 42763 w 71603"/>
                <a:gd name="connsiteY39" fmla="*/ 36220 h 63862"/>
                <a:gd name="connsiteX40" fmla="*/ 50719 w 71603"/>
                <a:gd name="connsiteY40" fmla="*/ 33362 h 63862"/>
                <a:gd name="connsiteX41" fmla="*/ 45747 w 71603"/>
                <a:gd name="connsiteY41" fmla="*/ 41940 h 63862"/>
                <a:gd name="connsiteX42" fmla="*/ 42763 w 71603"/>
                <a:gd name="connsiteY42" fmla="*/ 36220 h 6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1603" h="63862">
                  <a:moveTo>
                    <a:pt x="30830" y="954"/>
                  </a:moveTo>
                  <a:cubicBezTo>
                    <a:pt x="27846" y="3812"/>
                    <a:pt x="25857" y="7625"/>
                    <a:pt x="22873" y="11437"/>
                  </a:cubicBezTo>
                  <a:cubicBezTo>
                    <a:pt x="21880" y="15252"/>
                    <a:pt x="17901" y="13345"/>
                    <a:pt x="13922" y="10485"/>
                  </a:cubicBezTo>
                  <a:cubicBezTo>
                    <a:pt x="13922" y="14298"/>
                    <a:pt x="14917" y="16204"/>
                    <a:pt x="18896" y="19064"/>
                  </a:cubicBezTo>
                  <a:cubicBezTo>
                    <a:pt x="16906" y="23829"/>
                    <a:pt x="14917" y="28595"/>
                    <a:pt x="12929" y="31455"/>
                  </a:cubicBezTo>
                  <a:cubicBezTo>
                    <a:pt x="11935" y="32407"/>
                    <a:pt x="10940" y="32407"/>
                    <a:pt x="9945" y="32407"/>
                  </a:cubicBezTo>
                  <a:cubicBezTo>
                    <a:pt x="5966" y="34314"/>
                    <a:pt x="3979" y="34314"/>
                    <a:pt x="0" y="33362"/>
                  </a:cubicBezTo>
                  <a:cubicBezTo>
                    <a:pt x="995" y="40986"/>
                    <a:pt x="0" y="41940"/>
                    <a:pt x="3979" y="43847"/>
                  </a:cubicBezTo>
                  <a:cubicBezTo>
                    <a:pt x="5966" y="41940"/>
                    <a:pt x="8950" y="41940"/>
                    <a:pt x="9945" y="40034"/>
                  </a:cubicBezTo>
                  <a:cubicBezTo>
                    <a:pt x="9945" y="41940"/>
                    <a:pt x="11935" y="43847"/>
                    <a:pt x="11935" y="45753"/>
                  </a:cubicBezTo>
                  <a:cubicBezTo>
                    <a:pt x="13922" y="45753"/>
                    <a:pt x="15912" y="45753"/>
                    <a:pt x="17901" y="42893"/>
                  </a:cubicBezTo>
                  <a:cubicBezTo>
                    <a:pt x="17901" y="40034"/>
                    <a:pt x="18896" y="36220"/>
                    <a:pt x="18896" y="33362"/>
                  </a:cubicBezTo>
                  <a:cubicBezTo>
                    <a:pt x="24862" y="31455"/>
                    <a:pt x="29836" y="26689"/>
                    <a:pt x="35802" y="20016"/>
                  </a:cubicBezTo>
                  <a:cubicBezTo>
                    <a:pt x="36797" y="21922"/>
                    <a:pt x="38786" y="24783"/>
                    <a:pt x="41768" y="26689"/>
                  </a:cubicBezTo>
                  <a:cubicBezTo>
                    <a:pt x="39781" y="27643"/>
                    <a:pt x="37791" y="28595"/>
                    <a:pt x="35802" y="29549"/>
                  </a:cubicBezTo>
                  <a:cubicBezTo>
                    <a:pt x="33812" y="29549"/>
                    <a:pt x="32818" y="28595"/>
                    <a:pt x="30830" y="28595"/>
                  </a:cubicBezTo>
                  <a:cubicBezTo>
                    <a:pt x="30830" y="31455"/>
                    <a:pt x="28841" y="32407"/>
                    <a:pt x="28841" y="35268"/>
                  </a:cubicBezTo>
                  <a:cubicBezTo>
                    <a:pt x="31823" y="39080"/>
                    <a:pt x="35802" y="41940"/>
                    <a:pt x="38786" y="45753"/>
                  </a:cubicBezTo>
                  <a:cubicBezTo>
                    <a:pt x="34807" y="45753"/>
                    <a:pt x="29836" y="45753"/>
                    <a:pt x="27846" y="43847"/>
                  </a:cubicBezTo>
                  <a:cubicBezTo>
                    <a:pt x="25857" y="41940"/>
                    <a:pt x="25857" y="38126"/>
                    <a:pt x="25857" y="34314"/>
                  </a:cubicBezTo>
                  <a:cubicBezTo>
                    <a:pt x="23867" y="36220"/>
                    <a:pt x="20885" y="42893"/>
                    <a:pt x="19890" y="46705"/>
                  </a:cubicBezTo>
                  <a:cubicBezTo>
                    <a:pt x="26851" y="50517"/>
                    <a:pt x="34807" y="52426"/>
                    <a:pt x="43758" y="51471"/>
                  </a:cubicBezTo>
                  <a:cubicBezTo>
                    <a:pt x="46742" y="53378"/>
                    <a:pt x="44752" y="58144"/>
                    <a:pt x="47737" y="60050"/>
                  </a:cubicBezTo>
                  <a:cubicBezTo>
                    <a:pt x="52708" y="62909"/>
                    <a:pt x="66632" y="61003"/>
                    <a:pt x="71604" y="63863"/>
                  </a:cubicBezTo>
                  <a:cubicBezTo>
                    <a:pt x="71604" y="62909"/>
                    <a:pt x="71604" y="62909"/>
                    <a:pt x="70609" y="61957"/>
                  </a:cubicBezTo>
                  <a:cubicBezTo>
                    <a:pt x="66632" y="60050"/>
                    <a:pt x="61659" y="58144"/>
                    <a:pt x="58674" y="54332"/>
                  </a:cubicBezTo>
                  <a:cubicBezTo>
                    <a:pt x="54698" y="51471"/>
                    <a:pt x="52708" y="48611"/>
                    <a:pt x="50719" y="46705"/>
                  </a:cubicBezTo>
                  <a:cubicBezTo>
                    <a:pt x="56687" y="40986"/>
                    <a:pt x="62653" y="31455"/>
                    <a:pt x="58674" y="27643"/>
                  </a:cubicBezTo>
                  <a:cubicBezTo>
                    <a:pt x="57682" y="26689"/>
                    <a:pt x="53703" y="28595"/>
                    <a:pt x="49724" y="27643"/>
                  </a:cubicBezTo>
                  <a:cubicBezTo>
                    <a:pt x="50719" y="25737"/>
                    <a:pt x="52708" y="22876"/>
                    <a:pt x="57682" y="23829"/>
                  </a:cubicBezTo>
                  <a:cubicBezTo>
                    <a:pt x="60664" y="24783"/>
                    <a:pt x="62653" y="21922"/>
                    <a:pt x="65637" y="20970"/>
                  </a:cubicBezTo>
                  <a:cubicBezTo>
                    <a:pt x="66632" y="18110"/>
                    <a:pt x="68620" y="15252"/>
                    <a:pt x="67625" y="12391"/>
                  </a:cubicBezTo>
                  <a:cubicBezTo>
                    <a:pt x="62653" y="15252"/>
                    <a:pt x="58674" y="16204"/>
                    <a:pt x="54698" y="16204"/>
                  </a:cubicBezTo>
                  <a:cubicBezTo>
                    <a:pt x="58674" y="10485"/>
                    <a:pt x="58674" y="4766"/>
                    <a:pt x="55692" y="0"/>
                  </a:cubicBezTo>
                  <a:cubicBezTo>
                    <a:pt x="50719" y="5719"/>
                    <a:pt x="47737" y="11437"/>
                    <a:pt x="47737" y="15252"/>
                  </a:cubicBezTo>
                  <a:cubicBezTo>
                    <a:pt x="41768" y="20016"/>
                    <a:pt x="38786" y="16204"/>
                    <a:pt x="34807" y="18110"/>
                  </a:cubicBezTo>
                  <a:cubicBezTo>
                    <a:pt x="31823" y="19064"/>
                    <a:pt x="28841" y="21922"/>
                    <a:pt x="23867" y="23829"/>
                  </a:cubicBezTo>
                  <a:cubicBezTo>
                    <a:pt x="21880" y="20970"/>
                    <a:pt x="22873" y="19064"/>
                    <a:pt x="28841" y="15252"/>
                  </a:cubicBezTo>
                  <a:cubicBezTo>
                    <a:pt x="34807" y="12391"/>
                    <a:pt x="36797" y="1906"/>
                    <a:pt x="30830" y="954"/>
                  </a:cubicBezTo>
                  <a:close/>
                  <a:moveTo>
                    <a:pt x="42763" y="36220"/>
                  </a:moveTo>
                  <a:cubicBezTo>
                    <a:pt x="44752" y="35268"/>
                    <a:pt x="47737" y="34314"/>
                    <a:pt x="50719" y="33362"/>
                  </a:cubicBezTo>
                  <a:cubicBezTo>
                    <a:pt x="51713" y="37174"/>
                    <a:pt x="47737" y="38126"/>
                    <a:pt x="45747" y="41940"/>
                  </a:cubicBezTo>
                  <a:cubicBezTo>
                    <a:pt x="41768" y="40034"/>
                    <a:pt x="40774" y="38126"/>
                    <a:pt x="42763" y="36220"/>
                  </a:cubicBezTo>
                  <a:close/>
                </a:path>
              </a:pathLst>
            </a:custGeom>
            <a:solidFill>
              <a:srgbClr val="FFFFFF"/>
            </a:solidFill>
            <a:ln w="1933" cap="flat">
              <a:noFill/>
              <a:prstDash val="solid"/>
              <a:miter/>
            </a:ln>
          </p:spPr>
          <p:txBody>
            <a:bodyPr rtlCol="0" anchor="ctr"/>
            <a:lstStyle/>
            <a:p>
              <a:endParaRPr lang="zh-CN" altLang="en-US"/>
            </a:p>
          </p:txBody>
        </p:sp>
        <p:sp>
          <p:nvSpPr>
            <p:cNvPr id="50" name="任意多边形: 形状 49"/>
            <p:cNvSpPr/>
            <p:nvPr/>
          </p:nvSpPr>
          <p:spPr>
            <a:xfrm>
              <a:off x="4834671" y="874243"/>
              <a:ext cx="149013" cy="48380"/>
            </a:xfrm>
            <a:custGeom>
              <a:avLst/>
              <a:gdLst>
                <a:gd name="connsiteX0" fmla="*/ 24510 w 149013"/>
                <a:gd name="connsiteY0" fmla="*/ 987 h 48380"/>
                <a:gd name="connsiteX1" fmla="*/ 25489 w 149013"/>
                <a:gd name="connsiteY1" fmla="*/ 987 h 48380"/>
                <a:gd name="connsiteX2" fmla="*/ 20587 w 149013"/>
                <a:gd name="connsiteY2" fmla="*/ 21723 h 48380"/>
                <a:gd name="connsiteX3" fmla="*/ 15685 w 149013"/>
                <a:gd name="connsiteY3" fmla="*/ 40481 h 48380"/>
                <a:gd name="connsiteX4" fmla="*/ 15685 w 149013"/>
                <a:gd name="connsiteY4" fmla="*/ 44431 h 48380"/>
                <a:gd name="connsiteX5" fmla="*/ 16666 w 149013"/>
                <a:gd name="connsiteY5" fmla="*/ 45418 h 48380"/>
                <a:gd name="connsiteX6" fmla="*/ 18627 w 149013"/>
                <a:gd name="connsiteY6" fmla="*/ 45418 h 48380"/>
                <a:gd name="connsiteX7" fmla="*/ 22547 w 149013"/>
                <a:gd name="connsiteY7" fmla="*/ 46407 h 48380"/>
                <a:gd name="connsiteX8" fmla="*/ 21568 w 149013"/>
                <a:gd name="connsiteY8" fmla="*/ 48381 h 48380"/>
                <a:gd name="connsiteX9" fmla="*/ 9804 w 149013"/>
                <a:gd name="connsiteY9" fmla="*/ 47394 h 48380"/>
                <a:gd name="connsiteX10" fmla="*/ 0 w 149013"/>
                <a:gd name="connsiteY10" fmla="*/ 48381 h 48380"/>
                <a:gd name="connsiteX11" fmla="*/ 981 w 149013"/>
                <a:gd name="connsiteY11" fmla="*/ 46407 h 48380"/>
                <a:gd name="connsiteX12" fmla="*/ 6862 w 149013"/>
                <a:gd name="connsiteY12" fmla="*/ 44431 h 48380"/>
                <a:gd name="connsiteX13" fmla="*/ 9804 w 149013"/>
                <a:gd name="connsiteY13" fmla="*/ 41470 h 48380"/>
                <a:gd name="connsiteX14" fmla="*/ 10783 w 149013"/>
                <a:gd name="connsiteY14" fmla="*/ 37520 h 48380"/>
                <a:gd name="connsiteX15" fmla="*/ 15685 w 149013"/>
                <a:gd name="connsiteY15" fmla="*/ 21723 h 48380"/>
                <a:gd name="connsiteX16" fmla="*/ 17645 w 149013"/>
                <a:gd name="connsiteY16" fmla="*/ 10861 h 48380"/>
                <a:gd name="connsiteX17" fmla="*/ 16666 w 149013"/>
                <a:gd name="connsiteY17" fmla="*/ 9874 h 48380"/>
                <a:gd name="connsiteX18" fmla="*/ 8823 w 149013"/>
                <a:gd name="connsiteY18" fmla="*/ 12836 h 48380"/>
                <a:gd name="connsiteX19" fmla="*/ 7844 w 149013"/>
                <a:gd name="connsiteY19" fmla="*/ 10861 h 48380"/>
                <a:gd name="connsiteX20" fmla="*/ 18627 w 149013"/>
                <a:gd name="connsiteY20" fmla="*/ 5924 h 48380"/>
                <a:gd name="connsiteX21" fmla="*/ 24510 w 149013"/>
                <a:gd name="connsiteY21" fmla="*/ 987 h 48380"/>
                <a:gd name="connsiteX22" fmla="*/ 36272 w 149013"/>
                <a:gd name="connsiteY22" fmla="*/ 48381 h 48380"/>
                <a:gd name="connsiteX23" fmla="*/ 36272 w 149013"/>
                <a:gd name="connsiteY23" fmla="*/ 46407 h 48380"/>
                <a:gd name="connsiteX24" fmla="*/ 59801 w 149013"/>
                <a:gd name="connsiteY24" fmla="*/ 27647 h 48380"/>
                <a:gd name="connsiteX25" fmla="*/ 50978 w 149013"/>
                <a:gd name="connsiteY25" fmla="*/ 31597 h 48380"/>
                <a:gd name="connsiteX26" fmla="*/ 44116 w 149013"/>
                <a:gd name="connsiteY26" fmla="*/ 27647 h 48380"/>
                <a:gd name="connsiteX27" fmla="*/ 41174 w 149013"/>
                <a:gd name="connsiteY27" fmla="*/ 18760 h 48380"/>
                <a:gd name="connsiteX28" fmla="*/ 45097 w 149013"/>
                <a:gd name="connsiteY28" fmla="*/ 5924 h 48380"/>
                <a:gd name="connsiteX29" fmla="*/ 55880 w 149013"/>
                <a:gd name="connsiteY29" fmla="*/ 987 h 48380"/>
                <a:gd name="connsiteX30" fmla="*/ 64703 w 149013"/>
                <a:gd name="connsiteY30" fmla="*/ 4937 h 48380"/>
                <a:gd name="connsiteX31" fmla="*/ 68625 w 149013"/>
                <a:gd name="connsiteY31" fmla="*/ 16786 h 48380"/>
                <a:gd name="connsiteX32" fmla="*/ 59801 w 149013"/>
                <a:gd name="connsiteY32" fmla="*/ 38507 h 48380"/>
                <a:gd name="connsiteX33" fmla="*/ 36272 w 149013"/>
                <a:gd name="connsiteY33" fmla="*/ 48381 h 48380"/>
                <a:gd name="connsiteX34" fmla="*/ 60782 w 149013"/>
                <a:gd name="connsiteY34" fmla="*/ 24684 h 48380"/>
                <a:gd name="connsiteX35" fmla="*/ 61763 w 149013"/>
                <a:gd name="connsiteY35" fmla="*/ 14810 h 48380"/>
                <a:gd name="connsiteX36" fmla="*/ 59801 w 149013"/>
                <a:gd name="connsiteY36" fmla="*/ 5924 h 48380"/>
                <a:gd name="connsiteX37" fmla="*/ 54899 w 149013"/>
                <a:gd name="connsiteY37" fmla="*/ 2963 h 48380"/>
                <a:gd name="connsiteX38" fmla="*/ 49999 w 149013"/>
                <a:gd name="connsiteY38" fmla="*/ 6913 h 48380"/>
                <a:gd name="connsiteX39" fmla="*/ 48036 w 149013"/>
                <a:gd name="connsiteY39" fmla="*/ 17773 h 48380"/>
                <a:gd name="connsiteX40" fmla="*/ 49018 w 149013"/>
                <a:gd name="connsiteY40" fmla="*/ 25671 h 48380"/>
                <a:gd name="connsiteX41" fmla="*/ 53920 w 149013"/>
                <a:gd name="connsiteY41" fmla="*/ 27647 h 48380"/>
                <a:gd name="connsiteX42" fmla="*/ 60782 w 149013"/>
                <a:gd name="connsiteY42" fmla="*/ 24684 h 48380"/>
                <a:gd name="connsiteX43" fmla="*/ 107839 w 149013"/>
                <a:gd name="connsiteY43" fmla="*/ 0 h 48380"/>
                <a:gd name="connsiteX44" fmla="*/ 110779 w 149013"/>
                <a:gd name="connsiteY44" fmla="*/ 0 h 48380"/>
                <a:gd name="connsiteX45" fmla="*/ 107839 w 149013"/>
                <a:gd name="connsiteY45" fmla="*/ 5924 h 48380"/>
                <a:gd name="connsiteX46" fmla="*/ 102937 w 149013"/>
                <a:gd name="connsiteY46" fmla="*/ 6913 h 48380"/>
                <a:gd name="connsiteX47" fmla="*/ 92152 w 149013"/>
                <a:gd name="connsiteY47" fmla="*/ 7900 h 48380"/>
                <a:gd name="connsiteX48" fmla="*/ 90192 w 149013"/>
                <a:gd name="connsiteY48" fmla="*/ 11848 h 48380"/>
                <a:gd name="connsiteX49" fmla="*/ 91173 w 149013"/>
                <a:gd name="connsiteY49" fmla="*/ 13823 h 48380"/>
                <a:gd name="connsiteX50" fmla="*/ 93133 w 149013"/>
                <a:gd name="connsiteY50" fmla="*/ 14810 h 48380"/>
                <a:gd name="connsiteX51" fmla="*/ 99996 w 149013"/>
                <a:gd name="connsiteY51" fmla="*/ 18760 h 48380"/>
                <a:gd name="connsiteX52" fmla="*/ 101956 w 149013"/>
                <a:gd name="connsiteY52" fmla="*/ 27647 h 48380"/>
                <a:gd name="connsiteX53" fmla="*/ 96075 w 149013"/>
                <a:gd name="connsiteY53" fmla="*/ 41470 h 48380"/>
                <a:gd name="connsiteX54" fmla="*/ 81369 w 149013"/>
                <a:gd name="connsiteY54" fmla="*/ 48381 h 48380"/>
                <a:gd name="connsiteX55" fmla="*/ 75488 w 149013"/>
                <a:gd name="connsiteY55" fmla="*/ 47394 h 48380"/>
                <a:gd name="connsiteX56" fmla="*/ 74507 w 149013"/>
                <a:gd name="connsiteY56" fmla="*/ 44431 h 48380"/>
                <a:gd name="connsiteX57" fmla="*/ 74507 w 149013"/>
                <a:gd name="connsiteY57" fmla="*/ 43444 h 48380"/>
                <a:gd name="connsiteX58" fmla="*/ 76467 w 149013"/>
                <a:gd name="connsiteY58" fmla="*/ 42457 h 48380"/>
                <a:gd name="connsiteX59" fmla="*/ 78427 w 149013"/>
                <a:gd name="connsiteY59" fmla="*/ 43444 h 48380"/>
                <a:gd name="connsiteX60" fmla="*/ 83329 w 149013"/>
                <a:gd name="connsiteY60" fmla="*/ 45418 h 48380"/>
                <a:gd name="connsiteX61" fmla="*/ 93133 w 149013"/>
                <a:gd name="connsiteY61" fmla="*/ 40481 h 48380"/>
                <a:gd name="connsiteX62" fmla="*/ 97054 w 149013"/>
                <a:gd name="connsiteY62" fmla="*/ 30608 h 48380"/>
                <a:gd name="connsiteX63" fmla="*/ 95094 w 149013"/>
                <a:gd name="connsiteY63" fmla="*/ 24684 h 48380"/>
                <a:gd name="connsiteX64" fmla="*/ 89213 w 149013"/>
                <a:gd name="connsiteY64" fmla="*/ 19747 h 48380"/>
                <a:gd name="connsiteX65" fmla="*/ 87252 w 149013"/>
                <a:gd name="connsiteY65" fmla="*/ 18760 h 48380"/>
                <a:gd name="connsiteX66" fmla="*/ 86271 w 149013"/>
                <a:gd name="connsiteY66" fmla="*/ 16786 h 48380"/>
                <a:gd name="connsiteX67" fmla="*/ 88231 w 149013"/>
                <a:gd name="connsiteY67" fmla="*/ 11848 h 48380"/>
                <a:gd name="connsiteX68" fmla="*/ 90192 w 149013"/>
                <a:gd name="connsiteY68" fmla="*/ 2963 h 48380"/>
                <a:gd name="connsiteX69" fmla="*/ 94115 w 149013"/>
                <a:gd name="connsiteY69" fmla="*/ 1974 h 48380"/>
                <a:gd name="connsiteX70" fmla="*/ 102937 w 149013"/>
                <a:gd name="connsiteY70" fmla="*/ 1974 h 48380"/>
                <a:gd name="connsiteX71" fmla="*/ 105879 w 149013"/>
                <a:gd name="connsiteY71" fmla="*/ 1974 h 48380"/>
                <a:gd name="connsiteX72" fmla="*/ 107839 w 149013"/>
                <a:gd name="connsiteY72" fmla="*/ 0 h 48380"/>
                <a:gd name="connsiteX73" fmla="*/ 149013 w 149013"/>
                <a:gd name="connsiteY73" fmla="*/ 987 h 48380"/>
                <a:gd name="connsiteX74" fmla="*/ 148032 w 149013"/>
                <a:gd name="connsiteY74" fmla="*/ 2963 h 48380"/>
                <a:gd name="connsiteX75" fmla="*/ 124505 w 149013"/>
                <a:gd name="connsiteY75" fmla="*/ 21723 h 48380"/>
                <a:gd name="connsiteX76" fmla="*/ 133328 w 149013"/>
                <a:gd name="connsiteY76" fmla="*/ 18760 h 48380"/>
                <a:gd name="connsiteX77" fmla="*/ 141170 w 149013"/>
                <a:gd name="connsiteY77" fmla="*/ 21723 h 48380"/>
                <a:gd name="connsiteX78" fmla="*/ 143132 w 149013"/>
                <a:gd name="connsiteY78" fmla="*/ 30608 h 48380"/>
                <a:gd name="connsiteX79" fmla="*/ 139209 w 149013"/>
                <a:gd name="connsiteY79" fmla="*/ 43444 h 48380"/>
                <a:gd name="connsiteX80" fmla="*/ 128426 w 149013"/>
                <a:gd name="connsiteY80" fmla="*/ 48381 h 48380"/>
                <a:gd name="connsiteX81" fmla="*/ 119604 w 149013"/>
                <a:gd name="connsiteY81" fmla="*/ 44431 h 48380"/>
                <a:gd name="connsiteX82" fmla="*/ 116662 w 149013"/>
                <a:gd name="connsiteY82" fmla="*/ 32584 h 48380"/>
                <a:gd name="connsiteX83" fmla="*/ 120583 w 149013"/>
                <a:gd name="connsiteY83" fmla="*/ 17773 h 48380"/>
                <a:gd name="connsiteX84" fmla="*/ 131368 w 149013"/>
                <a:gd name="connsiteY84" fmla="*/ 5924 h 48380"/>
                <a:gd name="connsiteX85" fmla="*/ 149013 w 149013"/>
                <a:gd name="connsiteY85" fmla="*/ 987 h 48380"/>
                <a:gd name="connsiteX86" fmla="*/ 124505 w 149013"/>
                <a:gd name="connsiteY86" fmla="*/ 24684 h 48380"/>
                <a:gd name="connsiteX87" fmla="*/ 123524 w 149013"/>
                <a:gd name="connsiteY87" fmla="*/ 35544 h 48380"/>
                <a:gd name="connsiteX88" fmla="*/ 124505 w 149013"/>
                <a:gd name="connsiteY88" fmla="*/ 43444 h 48380"/>
                <a:gd name="connsiteX89" fmla="*/ 129405 w 149013"/>
                <a:gd name="connsiteY89" fmla="*/ 46407 h 48380"/>
                <a:gd name="connsiteX90" fmla="*/ 135289 w 149013"/>
                <a:gd name="connsiteY90" fmla="*/ 42457 h 48380"/>
                <a:gd name="connsiteX91" fmla="*/ 136270 w 149013"/>
                <a:gd name="connsiteY91" fmla="*/ 32584 h 48380"/>
                <a:gd name="connsiteX92" fmla="*/ 135289 w 149013"/>
                <a:gd name="connsiteY92" fmla="*/ 24684 h 48380"/>
                <a:gd name="connsiteX93" fmla="*/ 131368 w 149013"/>
                <a:gd name="connsiteY93" fmla="*/ 21723 h 48380"/>
                <a:gd name="connsiteX94" fmla="*/ 124505 w 149013"/>
                <a:gd name="connsiteY94" fmla="*/ 24684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49013" h="48380">
                  <a:moveTo>
                    <a:pt x="24510" y="987"/>
                  </a:moveTo>
                  <a:cubicBezTo>
                    <a:pt x="25489" y="987"/>
                    <a:pt x="25489" y="987"/>
                    <a:pt x="25489" y="987"/>
                  </a:cubicBezTo>
                  <a:cubicBezTo>
                    <a:pt x="20587" y="21723"/>
                    <a:pt x="20587" y="21723"/>
                    <a:pt x="20587" y="21723"/>
                  </a:cubicBezTo>
                  <a:cubicBezTo>
                    <a:pt x="15685" y="40481"/>
                    <a:pt x="15685" y="40481"/>
                    <a:pt x="15685" y="40481"/>
                  </a:cubicBezTo>
                  <a:cubicBezTo>
                    <a:pt x="15685" y="42457"/>
                    <a:pt x="15685" y="43444"/>
                    <a:pt x="15685" y="44431"/>
                  </a:cubicBezTo>
                  <a:cubicBezTo>
                    <a:pt x="15685" y="44431"/>
                    <a:pt x="15685" y="45418"/>
                    <a:pt x="16666" y="45418"/>
                  </a:cubicBezTo>
                  <a:cubicBezTo>
                    <a:pt x="16666" y="45418"/>
                    <a:pt x="17645" y="45418"/>
                    <a:pt x="18627" y="45418"/>
                  </a:cubicBezTo>
                  <a:cubicBezTo>
                    <a:pt x="20587" y="45418"/>
                    <a:pt x="21568" y="46407"/>
                    <a:pt x="22547" y="46407"/>
                  </a:cubicBezTo>
                  <a:cubicBezTo>
                    <a:pt x="21568" y="48381"/>
                    <a:pt x="21568" y="48381"/>
                    <a:pt x="21568" y="48381"/>
                  </a:cubicBezTo>
                  <a:cubicBezTo>
                    <a:pt x="17645" y="47394"/>
                    <a:pt x="13725" y="47394"/>
                    <a:pt x="9804" y="47394"/>
                  </a:cubicBezTo>
                  <a:cubicBezTo>
                    <a:pt x="6862" y="47394"/>
                    <a:pt x="3921" y="47394"/>
                    <a:pt x="0" y="48381"/>
                  </a:cubicBezTo>
                  <a:cubicBezTo>
                    <a:pt x="981" y="46407"/>
                    <a:pt x="981" y="46407"/>
                    <a:pt x="981" y="46407"/>
                  </a:cubicBezTo>
                  <a:cubicBezTo>
                    <a:pt x="3921" y="45418"/>
                    <a:pt x="5883" y="45418"/>
                    <a:pt x="6862" y="44431"/>
                  </a:cubicBezTo>
                  <a:cubicBezTo>
                    <a:pt x="7844" y="44431"/>
                    <a:pt x="8823" y="43444"/>
                    <a:pt x="9804" y="41470"/>
                  </a:cubicBezTo>
                  <a:cubicBezTo>
                    <a:pt x="10783" y="40481"/>
                    <a:pt x="10783" y="38507"/>
                    <a:pt x="10783" y="37520"/>
                  </a:cubicBezTo>
                  <a:cubicBezTo>
                    <a:pt x="15685" y="21723"/>
                    <a:pt x="15685" y="21723"/>
                    <a:pt x="15685" y="21723"/>
                  </a:cubicBezTo>
                  <a:cubicBezTo>
                    <a:pt x="16666" y="14810"/>
                    <a:pt x="17645" y="11848"/>
                    <a:pt x="17645" y="10861"/>
                  </a:cubicBezTo>
                  <a:cubicBezTo>
                    <a:pt x="17645" y="9874"/>
                    <a:pt x="16666" y="9874"/>
                    <a:pt x="16666" y="9874"/>
                  </a:cubicBezTo>
                  <a:cubicBezTo>
                    <a:pt x="15685" y="9874"/>
                    <a:pt x="12745" y="10861"/>
                    <a:pt x="8823" y="12836"/>
                  </a:cubicBezTo>
                  <a:cubicBezTo>
                    <a:pt x="7844" y="10861"/>
                    <a:pt x="7844" y="10861"/>
                    <a:pt x="7844" y="10861"/>
                  </a:cubicBezTo>
                  <a:cubicBezTo>
                    <a:pt x="12745" y="8887"/>
                    <a:pt x="16666" y="6913"/>
                    <a:pt x="18627" y="5924"/>
                  </a:cubicBezTo>
                  <a:cubicBezTo>
                    <a:pt x="20587" y="3950"/>
                    <a:pt x="22547" y="2963"/>
                    <a:pt x="24510" y="987"/>
                  </a:cubicBezTo>
                  <a:close/>
                  <a:moveTo>
                    <a:pt x="36272" y="48381"/>
                  </a:moveTo>
                  <a:cubicBezTo>
                    <a:pt x="36272" y="46407"/>
                    <a:pt x="36272" y="46407"/>
                    <a:pt x="36272" y="46407"/>
                  </a:cubicBezTo>
                  <a:cubicBezTo>
                    <a:pt x="48036" y="45418"/>
                    <a:pt x="55880" y="39494"/>
                    <a:pt x="59801" y="27647"/>
                  </a:cubicBezTo>
                  <a:cubicBezTo>
                    <a:pt x="56861" y="29621"/>
                    <a:pt x="53920" y="31597"/>
                    <a:pt x="50978" y="31597"/>
                  </a:cubicBezTo>
                  <a:cubicBezTo>
                    <a:pt x="48036" y="31597"/>
                    <a:pt x="45097" y="30608"/>
                    <a:pt x="44116" y="27647"/>
                  </a:cubicBezTo>
                  <a:cubicBezTo>
                    <a:pt x="42155" y="25671"/>
                    <a:pt x="41174" y="22710"/>
                    <a:pt x="41174" y="18760"/>
                  </a:cubicBezTo>
                  <a:cubicBezTo>
                    <a:pt x="41174" y="13823"/>
                    <a:pt x="42155" y="9874"/>
                    <a:pt x="45097" y="5924"/>
                  </a:cubicBezTo>
                  <a:cubicBezTo>
                    <a:pt x="48036" y="2963"/>
                    <a:pt x="51959" y="987"/>
                    <a:pt x="55880" y="987"/>
                  </a:cubicBezTo>
                  <a:cubicBezTo>
                    <a:pt x="59801" y="987"/>
                    <a:pt x="62742" y="2963"/>
                    <a:pt x="64703" y="4937"/>
                  </a:cubicBezTo>
                  <a:cubicBezTo>
                    <a:pt x="66663" y="7900"/>
                    <a:pt x="68625" y="11848"/>
                    <a:pt x="68625" y="16786"/>
                  </a:cubicBezTo>
                  <a:cubicBezTo>
                    <a:pt x="68625" y="24684"/>
                    <a:pt x="65684" y="32584"/>
                    <a:pt x="59801" y="38507"/>
                  </a:cubicBezTo>
                  <a:cubicBezTo>
                    <a:pt x="53920" y="45418"/>
                    <a:pt x="46076" y="48381"/>
                    <a:pt x="36272" y="48381"/>
                  </a:cubicBezTo>
                  <a:close/>
                  <a:moveTo>
                    <a:pt x="60782" y="24684"/>
                  </a:moveTo>
                  <a:cubicBezTo>
                    <a:pt x="60782" y="20734"/>
                    <a:pt x="61763" y="16786"/>
                    <a:pt x="61763" y="14810"/>
                  </a:cubicBezTo>
                  <a:cubicBezTo>
                    <a:pt x="61763" y="10861"/>
                    <a:pt x="60782" y="7900"/>
                    <a:pt x="59801" y="5924"/>
                  </a:cubicBezTo>
                  <a:cubicBezTo>
                    <a:pt x="58822" y="3950"/>
                    <a:pt x="56861" y="2963"/>
                    <a:pt x="54899" y="2963"/>
                  </a:cubicBezTo>
                  <a:cubicBezTo>
                    <a:pt x="52938" y="2963"/>
                    <a:pt x="50978" y="4937"/>
                    <a:pt x="49999" y="6913"/>
                  </a:cubicBezTo>
                  <a:cubicBezTo>
                    <a:pt x="48036" y="9874"/>
                    <a:pt x="48036" y="12836"/>
                    <a:pt x="48036" y="17773"/>
                  </a:cubicBezTo>
                  <a:cubicBezTo>
                    <a:pt x="48036" y="20734"/>
                    <a:pt x="48036" y="23697"/>
                    <a:pt x="49018" y="25671"/>
                  </a:cubicBezTo>
                  <a:cubicBezTo>
                    <a:pt x="50978" y="27647"/>
                    <a:pt x="51959" y="27647"/>
                    <a:pt x="53920" y="27647"/>
                  </a:cubicBezTo>
                  <a:cubicBezTo>
                    <a:pt x="55880" y="27647"/>
                    <a:pt x="57840" y="26660"/>
                    <a:pt x="60782" y="24684"/>
                  </a:cubicBezTo>
                  <a:close/>
                  <a:moveTo>
                    <a:pt x="107839" y="0"/>
                  </a:moveTo>
                  <a:cubicBezTo>
                    <a:pt x="110779" y="0"/>
                    <a:pt x="110779" y="0"/>
                    <a:pt x="110779" y="0"/>
                  </a:cubicBezTo>
                  <a:cubicBezTo>
                    <a:pt x="107839" y="5924"/>
                    <a:pt x="107839" y="5924"/>
                    <a:pt x="107839" y="5924"/>
                  </a:cubicBezTo>
                  <a:cubicBezTo>
                    <a:pt x="106858" y="6913"/>
                    <a:pt x="105879" y="6913"/>
                    <a:pt x="102937" y="6913"/>
                  </a:cubicBezTo>
                  <a:cubicBezTo>
                    <a:pt x="97054" y="6913"/>
                    <a:pt x="93133" y="6913"/>
                    <a:pt x="92152" y="7900"/>
                  </a:cubicBezTo>
                  <a:cubicBezTo>
                    <a:pt x="91173" y="9874"/>
                    <a:pt x="90192" y="10861"/>
                    <a:pt x="90192" y="11848"/>
                  </a:cubicBezTo>
                  <a:cubicBezTo>
                    <a:pt x="90192" y="12836"/>
                    <a:pt x="90192" y="12836"/>
                    <a:pt x="91173" y="13823"/>
                  </a:cubicBezTo>
                  <a:cubicBezTo>
                    <a:pt x="91173" y="13823"/>
                    <a:pt x="92152" y="13823"/>
                    <a:pt x="93133" y="14810"/>
                  </a:cubicBezTo>
                  <a:cubicBezTo>
                    <a:pt x="96075" y="15797"/>
                    <a:pt x="98035" y="16786"/>
                    <a:pt x="99996" y="18760"/>
                  </a:cubicBezTo>
                  <a:cubicBezTo>
                    <a:pt x="100977" y="21723"/>
                    <a:pt x="101956" y="23697"/>
                    <a:pt x="101956" y="27647"/>
                  </a:cubicBezTo>
                  <a:cubicBezTo>
                    <a:pt x="101956" y="32584"/>
                    <a:pt x="99996" y="37520"/>
                    <a:pt x="96075" y="41470"/>
                  </a:cubicBezTo>
                  <a:cubicBezTo>
                    <a:pt x="91173" y="46407"/>
                    <a:pt x="86271" y="48381"/>
                    <a:pt x="81369" y="48381"/>
                  </a:cubicBezTo>
                  <a:cubicBezTo>
                    <a:pt x="78427" y="48381"/>
                    <a:pt x="77448" y="48381"/>
                    <a:pt x="75488" y="47394"/>
                  </a:cubicBezTo>
                  <a:cubicBezTo>
                    <a:pt x="74507" y="46407"/>
                    <a:pt x="74507" y="45418"/>
                    <a:pt x="74507" y="44431"/>
                  </a:cubicBezTo>
                  <a:cubicBezTo>
                    <a:pt x="74507" y="44431"/>
                    <a:pt x="74507" y="43444"/>
                    <a:pt x="74507" y="43444"/>
                  </a:cubicBezTo>
                  <a:cubicBezTo>
                    <a:pt x="75488" y="42457"/>
                    <a:pt x="75488" y="42457"/>
                    <a:pt x="76467" y="42457"/>
                  </a:cubicBezTo>
                  <a:cubicBezTo>
                    <a:pt x="77448" y="42457"/>
                    <a:pt x="77448" y="42457"/>
                    <a:pt x="78427" y="43444"/>
                  </a:cubicBezTo>
                  <a:cubicBezTo>
                    <a:pt x="80390" y="44431"/>
                    <a:pt x="82350" y="45418"/>
                    <a:pt x="83329" y="45418"/>
                  </a:cubicBezTo>
                  <a:cubicBezTo>
                    <a:pt x="87252" y="45418"/>
                    <a:pt x="90192" y="43444"/>
                    <a:pt x="93133" y="40481"/>
                  </a:cubicBezTo>
                  <a:cubicBezTo>
                    <a:pt x="96075" y="37520"/>
                    <a:pt x="97054" y="34558"/>
                    <a:pt x="97054" y="30608"/>
                  </a:cubicBezTo>
                  <a:cubicBezTo>
                    <a:pt x="97054" y="28634"/>
                    <a:pt x="97054" y="25671"/>
                    <a:pt x="95094" y="24684"/>
                  </a:cubicBezTo>
                  <a:cubicBezTo>
                    <a:pt x="94115" y="22710"/>
                    <a:pt x="92152" y="20734"/>
                    <a:pt x="89213" y="19747"/>
                  </a:cubicBezTo>
                  <a:cubicBezTo>
                    <a:pt x="88231" y="18760"/>
                    <a:pt x="87252" y="18760"/>
                    <a:pt x="87252" y="18760"/>
                  </a:cubicBezTo>
                  <a:cubicBezTo>
                    <a:pt x="87252" y="17773"/>
                    <a:pt x="86271" y="17773"/>
                    <a:pt x="86271" y="16786"/>
                  </a:cubicBezTo>
                  <a:cubicBezTo>
                    <a:pt x="86271" y="15797"/>
                    <a:pt x="87252" y="13823"/>
                    <a:pt x="88231" y="11848"/>
                  </a:cubicBezTo>
                  <a:cubicBezTo>
                    <a:pt x="90192" y="2963"/>
                    <a:pt x="90192" y="2963"/>
                    <a:pt x="90192" y="2963"/>
                  </a:cubicBezTo>
                  <a:cubicBezTo>
                    <a:pt x="92152" y="2963"/>
                    <a:pt x="93133" y="1974"/>
                    <a:pt x="94115" y="1974"/>
                  </a:cubicBezTo>
                  <a:cubicBezTo>
                    <a:pt x="102937" y="1974"/>
                    <a:pt x="102937" y="1974"/>
                    <a:pt x="102937" y="1974"/>
                  </a:cubicBezTo>
                  <a:cubicBezTo>
                    <a:pt x="103916" y="1974"/>
                    <a:pt x="105879" y="1974"/>
                    <a:pt x="105879" y="1974"/>
                  </a:cubicBezTo>
                  <a:cubicBezTo>
                    <a:pt x="106858" y="1974"/>
                    <a:pt x="107839" y="987"/>
                    <a:pt x="107839" y="0"/>
                  </a:cubicBezTo>
                  <a:close/>
                  <a:moveTo>
                    <a:pt x="149013" y="987"/>
                  </a:moveTo>
                  <a:cubicBezTo>
                    <a:pt x="148032" y="2963"/>
                    <a:pt x="148032" y="2963"/>
                    <a:pt x="148032" y="2963"/>
                  </a:cubicBezTo>
                  <a:cubicBezTo>
                    <a:pt x="136270" y="3950"/>
                    <a:pt x="128426" y="9874"/>
                    <a:pt x="124505" y="21723"/>
                  </a:cubicBezTo>
                  <a:cubicBezTo>
                    <a:pt x="127445" y="19747"/>
                    <a:pt x="130387" y="18760"/>
                    <a:pt x="133328" y="18760"/>
                  </a:cubicBezTo>
                  <a:cubicBezTo>
                    <a:pt x="137249" y="18760"/>
                    <a:pt x="139209" y="19747"/>
                    <a:pt x="141170" y="21723"/>
                  </a:cubicBezTo>
                  <a:cubicBezTo>
                    <a:pt x="142151" y="23697"/>
                    <a:pt x="143132" y="26660"/>
                    <a:pt x="143132" y="30608"/>
                  </a:cubicBezTo>
                  <a:cubicBezTo>
                    <a:pt x="143132" y="35544"/>
                    <a:pt x="142151" y="39494"/>
                    <a:pt x="139209" y="43444"/>
                  </a:cubicBezTo>
                  <a:cubicBezTo>
                    <a:pt x="136270" y="46407"/>
                    <a:pt x="132347" y="48381"/>
                    <a:pt x="128426" y="48381"/>
                  </a:cubicBezTo>
                  <a:cubicBezTo>
                    <a:pt x="124505" y="48381"/>
                    <a:pt x="121564" y="47394"/>
                    <a:pt x="119604" y="44431"/>
                  </a:cubicBezTo>
                  <a:cubicBezTo>
                    <a:pt x="117643" y="41470"/>
                    <a:pt x="116662" y="37520"/>
                    <a:pt x="116662" y="32584"/>
                  </a:cubicBezTo>
                  <a:cubicBezTo>
                    <a:pt x="116662" y="27647"/>
                    <a:pt x="117643" y="22710"/>
                    <a:pt x="120583" y="17773"/>
                  </a:cubicBezTo>
                  <a:cubicBezTo>
                    <a:pt x="123524" y="12836"/>
                    <a:pt x="126466" y="8887"/>
                    <a:pt x="131368" y="5924"/>
                  </a:cubicBezTo>
                  <a:cubicBezTo>
                    <a:pt x="136270" y="2963"/>
                    <a:pt x="142151" y="987"/>
                    <a:pt x="149013" y="987"/>
                  </a:cubicBezTo>
                  <a:close/>
                  <a:moveTo>
                    <a:pt x="124505" y="24684"/>
                  </a:moveTo>
                  <a:cubicBezTo>
                    <a:pt x="123524" y="28634"/>
                    <a:pt x="123524" y="32584"/>
                    <a:pt x="123524" y="35544"/>
                  </a:cubicBezTo>
                  <a:cubicBezTo>
                    <a:pt x="123524" y="38507"/>
                    <a:pt x="123524" y="41470"/>
                    <a:pt x="124505" y="43444"/>
                  </a:cubicBezTo>
                  <a:cubicBezTo>
                    <a:pt x="126466" y="45418"/>
                    <a:pt x="127445" y="46407"/>
                    <a:pt x="129405" y="46407"/>
                  </a:cubicBezTo>
                  <a:cubicBezTo>
                    <a:pt x="131368" y="46407"/>
                    <a:pt x="133328" y="45418"/>
                    <a:pt x="135289" y="42457"/>
                  </a:cubicBezTo>
                  <a:cubicBezTo>
                    <a:pt x="136270" y="39494"/>
                    <a:pt x="136270" y="36533"/>
                    <a:pt x="136270" y="32584"/>
                  </a:cubicBezTo>
                  <a:cubicBezTo>
                    <a:pt x="136270" y="28634"/>
                    <a:pt x="136270" y="26660"/>
                    <a:pt x="135289" y="24684"/>
                  </a:cubicBezTo>
                  <a:cubicBezTo>
                    <a:pt x="134307" y="22710"/>
                    <a:pt x="133328" y="21723"/>
                    <a:pt x="131368" y="21723"/>
                  </a:cubicBezTo>
                  <a:cubicBezTo>
                    <a:pt x="129405" y="21723"/>
                    <a:pt x="126466" y="22710"/>
                    <a:pt x="124505" y="24684"/>
                  </a:cubicBezTo>
                  <a:close/>
                </a:path>
              </a:pathLst>
            </a:custGeom>
            <a:solidFill>
              <a:srgbClr val="FFFFFF"/>
            </a:solidFill>
            <a:ln w="1933" cap="flat">
              <a:solidFill>
                <a:srgbClr val="FFFFFF"/>
              </a:solidFill>
              <a:prstDash val="solid"/>
              <a:miter/>
            </a:ln>
          </p:spPr>
          <p:txBody>
            <a:bodyPr rtlCol="0" anchor="ctr"/>
            <a:lstStyle/>
            <a:p>
              <a:endParaRPr lang="zh-CN" altLang="en-US"/>
            </a:p>
          </p:txBody>
        </p:sp>
        <p:sp>
          <p:nvSpPr>
            <p:cNvPr id="51" name="任意多边形: 形状 50"/>
            <p:cNvSpPr/>
            <p:nvPr/>
          </p:nvSpPr>
          <p:spPr>
            <a:xfrm>
              <a:off x="4787455" y="525646"/>
              <a:ext cx="239589" cy="234119"/>
            </a:xfrm>
            <a:custGeom>
              <a:avLst/>
              <a:gdLst>
                <a:gd name="connsiteX0" fmla="*/ 25467 w 239589"/>
                <a:gd name="connsiteY0" fmla="*/ 87911 h 234119"/>
                <a:gd name="connsiteX1" fmla="*/ 24490 w 239589"/>
                <a:gd name="connsiteY1" fmla="*/ 86932 h 234119"/>
                <a:gd name="connsiteX2" fmla="*/ 7887 w 239589"/>
                <a:gd name="connsiteY2" fmla="*/ 30113 h 234119"/>
                <a:gd name="connsiteX3" fmla="*/ 159270 w 239589"/>
                <a:gd name="connsiteY3" fmla="*/ 73217 h 234119"/>
                <a:gd name="connsiteX4" fmla="*/ 171967 w 239589"/>
                <a:gd name="connsiteY4" fmla="*/ 72238 h 234119"/>
                <a:gd name="connsiteX5" fmla="*/ 82114 w 239589"/>
                <a:gd name="connsiteY5" fmla="*/ 7581 h 234119"/>
                <a:gd name="connsiteX6" fmla="*/ 18630 w 239589"/>
                <a:gd name="connsiteY6" fmla="*/ 96728 h 234119"/>
                <a:gd name="connsiteX7" fmla="*/ 60627 w 239589"/>
                <a:gd name="connsiteY7" fmla="*/ 155507 h 234119"/>
                <a:gd name="connsiteX8" fmla="*/ 152432 w 239589"/>
                <a:gd name="connsiteY8" fmla="*/ 224080 h 234119"/>
                <a:gd name="connsiteX9" fmla="*/ 226658 w 239589"/>
                <a:gd name="connsiteY9" fmla="*/ 143750 h 234119"/>
                <a:gd name="connsiteX10" fmla="*/ 212986 w 239589"/>
                <a:gd name="connsiteY10" fmla="*/ 143750 h 234119"/>
                <a:gd name="connsiteX11" fmla="*/ 75276 w 239589"/>
                <a:gd name="connsiteY11" fmla="*/ 146690 h 234119"/>
                <a:gd name="connsiteX12" fmla="*/ 33280 w 239589"/>
                <a:gd name="connsiteY12" fmla="*/ 81055 h 234119"/>
                <a:gd name="connsiteX13" fmla="*/ 25467 w 239589"/>
                <a:gd name="connsiteY13" fmla="*/ 87911 h 234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589" h="234119">
                  <a:moveTo>
                    <a:pt x="25467" y="87911"/>
                  </a:moveTo>
                  <a:cubicBezTo>
                    <a:pt x="25467" y="87911"/>
                    <a:pt x="24490" y="86932"/>
                    <a:pt x="24490" y="86932"/>
                  </a:cubicBezTo>
                  <a:cubicBezTo>
                    <a:pt x="15700" y="71256"/>
                    <a:pt x="7887" y="52643"/>
                    <a:pt x="7887" y="30113"/>
                  </a:cubicBezTo>
                  <a:cubicBezTo>
                    <a:pt x="15700" y="-37483"/>
                    <a:pt x="137783" y="54604"/>
                    <a:pt x="159270" y="73217"/>
                  </a:cubicBezTo>
                  <a:cubicBezTo>
                    <a:pt x="164152" y="72238"/>
                    <a:pt x="168059" y="72238"/>
                    <a:pt x="171967" y="72238"/>
                  </a:cubicBezTo>
                  <a:cubicBezTo>
                    <a:pt x="150480" y="45787"/>
                    <a:pt x="115320" y="19336"/>
                    <a:pt x="82114" y="7581"/>
                  </a:cubicBezTo>
                  <a:cubicBezTo>
                    <a:pt x="23513" y="-12992"/>
                    <a:pt x="-29226" y="5621"/>
                    <a:pt x="18630" y="96728"/>
                  </a:cubicBezTo>
                  <a:cubicBezTo>
                    <a:pt x="14723" y="136894"/>
                    <a:pt x="32302" y="152567"/>
                    <a:pt x="60627" y="155507"/>
                  </a:cubicBezTo>
                  <a:cubicBezTo>
                    <a:pt x="80159" y="174120"/>
                    <a:pt x="114343" y="208407"/>
                    <a:pt x="152432" y="224080"/>
                  </a:cubicBezTo>
                  <a:cubicBezTo>
                    <a:pt x="209079" y="246612"/>
                    <a:pt x="265725" y="235837"/>
                    <a:pt x="226658" y="143750"/>
                  </a:cubicBezTo>
                  <a:cubicBezTo>
                    <a:pt x="221776" y="143750"/>
                    <a:pt x="217869" y="143750"/>
                    <a:pt x="212986" y="143750"/>
                  </a:cubicBezTo>
                  <a:cubicBezTo>
                    <a:pt x="284282" y="277961"/>
                    <a:pt x="111413" y="205467"/>
                    <a:pt x="75276" y="146690"/>
                  </a:cubicBezTo>
                  <a:cubicBezTo>
                    <a:pt x="115320" y="121219"/>
                    <a:pt x="81136" y="53625"/>
                    <a:pt x="33280" y="81055"/>
                  </a:cubicBezTo>
                  <a:cubicBezTo>
                    <a:pt x="30350" y="83013"/>
                    <a:pt x="27420" y="84972"/>
                    <a:pt x="25467" y="87911"/>
                  </a:cubicBezTo>
                  <a:close/>
                </a:path>
              </a:pathLst>
            </a:custGeom>
            <a:solidFill>
              <a:srgbClr val="F08300"/>
            </a:solidFill>
            <a:ln w="1933" cap="flat">
              <a:noFill/>
              <a:prstDash val="solid"/>
              <a:miter/>
            </a:ln>
          </p:spPr>
          <p:txBody>
            <a:bodyPr rtlCol="0" anchor="ctr"/>
            <a:lstStyle/>
            <a:p>
              <a:endParaRPr lang="zh-CN" altLang="en-US"/>
            </a:p>
          </p:txBody>
        </p:sp>
        <p:sp>
          <p:nvSpPr>
            <p:cNvPr id="52" name="任意多边形: 形状 51"/>
            <p:cNvSpPr/>
            <p:nvPr/>
          </p:nvSpPr>
          <p:spPr>
            <a:xfrm>
              <a:off x="4820156" y="615889"/>
              <a:ext cx="46445" cy="49421"/>
            </a:xfrm>
            <a:custGeom>
              <a:avLst/>
              <a:gdLst>
                <a:gd name="connsiteX0" fmla="*/ 46446 w 46445"/>
                <a:gd name="connsiteY0" fmla="*/ 29029 h 49421"/>
                <a:gd name="connsiteX1" fmla="*/ 45478 w 46445"/>
                <a:gd name="connsiteY1" fmla="*/ 19352 h 49421"/>
                <a:gd name="connsiteX2" fmla="*/ 43543 w 46445"/>
                <a:gd name="connsiteY2" fmla="*/ 10644 h 49421"/>
                <a:gd name="connsiteX3" fmla="*/ 23223 w 46445"/>
                <a:gd name="connsiteY3" fmla="*/ 0 h 49421"/>
                <a:gd name="connsiteX4" fmla="*/ 0 w 46445"/>
                <a:gd name="connsiteY4" fmla="*/ 25158 h 49421"/>
                <a:gd name="connsiteX5" fmla="*/ 23223 w 46445"/>
                <a:gd name="connsiteY5" fmla="*/ 49349 h 49421"/>
                <a:gd name="connsiteX6" fmla="*/ 44510 w 46445"/>
                <a:gd name="connsiteY6" fmla="*/ 34834 h 49421"/>
                <a:gd name="connsiteX7" fmla="*/ 31931 w 46445"/>
                <a:gd name="connsiteY7" fmla="*/ 34834 h 49421"/>
                <a:gd name="connsiteX8" fmla="*/ 23223 w 46445"/>
                <a:gd name="connsiteY8" fmla="*/ 40640 h 49421"/>
                <a:gd name="connsiteX9" fmla="*/ 14514 w 46445"/>
                <a:gd name="connsiteY9" fmla="*/ 29029 h 49421"/>
                <a:gd name="connsiteX10" fmla="*/ 46446 w 46445"/>
                <a:gd name="connsiteY10" fmla="*/ 29029 h 49421"/>
                <a:gd name="connsiteX11" fmla="*/ 14514 w 46445"/>
                <a:gd name="connsiteY11" fmla="*/ 19352 h 49421"/>
                <a:gd name="connsiteX12" fmla="*/ 23223 w 46445"/>
                <a:gd name="connsiteY12" fmla="*/ 8709 h 49421"/>
                <a:gd name="connsiteX13" fmla="*/ 30964 w 46445"/>
                <a:gd name="connsiteY13" fmla="*/ 19352 h 49421"/>
                <a:gd name="connsiteX14" fmla="*/ 14514 w 46445"/>
                <a:gd name="connsiteY14" fmla="*/ 19352 h 4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445" h="49421">
                  <a:moveTo>
                    <a:pt x="46446" y="29029"/>
                  </a:moveTo>
                  <a:cubicBezTo>
                    <a:pt x="46446" y="25158"/>
                    <a:pt x="46446" y="22255"/>
                    <a:pt x="45478" y="19352"/>
                  </a:cubicBezTo>
                  <a:cubicBezTo>
                    <a:pt x="45478" y="16450"/>
                    <a:pt x="44510" y="13547"/>
                    <a:pt x="43543" y="10644"/>
                  </a:cubicBezTo>
                  <a:cubicBezTo>
                    <a:pt x="39672" y="3870"/>
                    <a:pt x="32899" y="0"/>
                    <a:pt x="23223" y="0"/>
                  </a:cubicBezTo>
                  <a:cubicBezTo>
                    <a:pt x="8709" y="968"/>
                    <a:pt x="968" y="8709"/>
                    <a:pt x="0" y="25158"/>
                  </a:cubicBezTo>
                  <a:cubicBezTo>
                    <a:pt x="0" y="41608"/>
                    <a:pt x="7741" y="50316"/>
                    <a:pt x="23223" y="49349"/>
                  </a:cubicBezTo>
                  <a:cubicBezTo>
                    <a:pt x="35802" y="49349"/>
                    <a:pt x="43543" y="44510"/>
                    <a:pt x="44510" y="34834"/>
                  </a:cubicBezTo>
                  <a:cubicBezTo>
                    <a:pt x="31931" y="34834"/>
                    <a:pt x="31931" y="34834"/>
                    <a:pt x="31931" y="34834"/>
                  </a:cubicBezTo>
                  <a:cubicBezTo>
                    <a:pt x="29996" y="38705"/>
                    <a:pt x="27093" y="40640"/>
                    <a:pt x="23223" y="40640"/>
                  </a:cubicBezTo>
                  <a:cubicBezTo>
                    <a:pt x="17417" y="40640"/>
                    <a:pt x="14514" y="36769"/>
                    <a:pt x="14514" y="29029"/>
                  </a:cubicBezTo>
                  <a:cubicBezTo>
                    <a:pt x="46446" y="29029"/>
                    <a:pt x="46446" y="29029"/>
                    <a:pt x="46446" y="29029"/>
                  </a:cubicBezTo>
                  <a:close/>
                  <a:moveTo>
                    <a:pt x="14514" y="19352"/>
                  </a:moveTo>
                  <a:cubicBezTo>
                    <a:pt x="14514" y="12579"/>
                    <a:pt x="17417" y="8709"/>
                    <a:pt x="23223" y="8709"/>
                  </a:cubicBezTo>
                  <a:cubicBezTo>
                    <a:pt x="28061" y="8709"/>
                    <a:pt x="30964" y="12579"/>
                    <a:pt x="30964" y="19352"/>
                  </a:cubicBezTo>
                  <a:lnTo>
                    <a:pt x="14514" y="19352"/>
                  </a:lnTo>
                  <a:close/>
                </a:path>
              </a:pathLst>
            </a:custGeom>
            <a:solidFill>
              <a:srgbClr val="FFFFFF"/>
            </a:solidFill>
            <a:ln w="1933" cap="flat">
              <a:noFill/>
              <a:prstDash val="solid"/>
              <a:miter/>
            </a:ln>
          </p:spPr>
          <p:txBody>
            <a:bodyPr rtlCol="0" anchor="ctr"/>
            <a:lstStyle/>
            <a:p>
              <a:endParaRPr lang="zh-CN" altLang="en-US"/>
            </a:p>
          </p:txBody>
        </p:sp>
        <p:sp>
          <p:nvSpPr>
            <p:cNvPr id="53" name="任意多边形: 形状 52"/>
            <p:cNvSpPr/>
            <p:nvPr/>
          </p:nvSpPr>
          <p:spPr>
            <a:xfrm>
              <a:off x="4789534" y="666205"/>
              <a:ext cx="183506" cy="90999"/>
            </a:xfrm>
            <a:custGeom>
              <a:avLst/>
              <a:gdLst>
                <a:gd name="connsiteX0" fmla="*/ 162991 w 183506"/>
                <a:gd name="connsiteY0" fmla="*/ 977 h 90999"/>
                <a:gd name="connsiteX1" fmla="*/ 183506 w 183506"/>
                <a:gd name="connsiteY1" fmla="*/ 3909 h 90999"/>
                <a:gd name="connsiteX2" fmla="*/ 50645 w 183506"/>
                <a:gd name="connsiteY2" fmla="*/ 90879 h 90999"/>
                <a:gd name="connsiteX3" fmla="*/ 12545 w 183506"/>
                <a:gd name="connsiteY3" fmla="*/ 0 h 90999"/>
                <a:gd name="connsiteX4" fmla="*/ 22314 w 183506"/>
                <a:gd name="connsiteY4" fmla="*/ 8796 h 90999"/>
                <a:gd name="connsiteX5" fmla="*/ 24268 w 183506"/>
                <a:gd name="connsiteY5" fmla="*/ 81108 h 90999"/>
                <a:gd name="connsiteX6" fmla="*/ 162991 w 183506"/>
                <a:gd name="connsiteY6" fmla="*/ 977 h 90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506" h="90999">
                  <a:moveTo>
                    <a:pt x="162991" y="977"/>
                  </a:moveTo>
                  <a:cubicBezTo>
                    <a:pt x="171783" y="977"/>
                    <a:pt x="173737" y="3909"/>
                    <a:pt x="183506" y="3909"/>
                  </a:cubicBezTo>
                  <a:cubicBezTo>
                    <a:pt x="159084" y="31270"/>
                    <a:pt x="100467" y="88926"/>
                    <a:pt x="50645" y="90879"/>
                  </a:cubicBezTo>
                  <a:cubicBezTo>
                    <a:pt x="16453" y="92833"/>
                    <a:pt x="-19694" y="71335"/>
                    <a:pt x="12545" y="0"/>
                  </a:cubicBezTo>
                  <a:cubicBezTo>
                    <a:pt x="17429" y="3909"/>
                    <a:pt x="17429" y="4886"/>
                    <a:pt x="22314" y="8796"/>
                  </a:cubicBezTo>
                  <a:cubicBezTo>
                    <a:pt x="-1132" y="47884"/>
                    <a:pt x="7660" y="71335"/>
                    <a:pt x="24268" y="81108"/>
                  </a:cubicBezTo>
                  <a:cubicBezTo>
                    <a:pt x="55529" y="98697"/>
                    <a:pt x="131729" y="44952"/>
                    <a:pt x="162991" y="977"/>
                  </a:cubicBezTo>
                  <a:close/>
                </a:path>
              </a:pathLst>
            </a:custGeom>
            <a:solidFill>
              <a:srgbClr val="0068B7"/>
            </a:solidFill>
            <a:ln w="1933" cap="flat">
              <a:noFill/>
              <a:prstDash val="solid"/>
              <a:miter/>
            </a:ln>
          </p:spPr>
          <p:txBody>
            <a:bodyPr rtlCol="0" anchor="ctr"/>
            <a:lstStyle/>
            <a:p>
              <a:endParaRPr lang="zh-CN" altLang="en-US"/>
            </a:p>
          </p:txBody>
        </p:sp>
        <p:sp>
          <p:nvSpPr>
            <p:cNvPr id="54" name="任意多边形: 形状 53"/>
            <p:cNvSpPr/>
            <p:nvPr/>
          </p:nvSpPr>
          <p:spPr>
            <a:xfrm>
              <a:off x="4853055" y="523687"/>
              <a:ext cx="168624" cy="76720"/>
            </a:xfrm>
            <a:custGeom>
              <a:avLst/>
              <a:gdLst>
                <a:gd name="connsiteX0" fmla="*/ 17599 w 168624"/>
                <a:gd name="connsiteY0" fmla="*/ 75753 h 76720"/>
                <a:gd name="connsiteX1" fmla="*/ 0 w 168624"/>
                <a:gd name="connsiteY1" fmla="*/ 73818 h 76720"/>
                <a:gd name="connsiteX2" fmla="*/ 72349 w 168624"/>
                <a:gd name="connsiteY2" fmla="*/ 15761 h 76720"/>
                <a:gd name="connsiteX3" fmla="*/ 114390 w 168624"/>
                <a:gd name="connsiteY3" fmla="*/ 279 h 76720"/>
                <a:gd name="connsiteX4" fmla="*/ 159365 w 168624"/>
                <a:gd name="connsiteY4" fmla="*/ 76721 h 76720"/>
                <a:gd name="connsiteX5" fmla="*/ 149588 w 168624"/>
                <a:gd name="connsiteY5" fmla="*/ 71883 h 76720"/>
                <a:gd name="connsiteX6" fmla="*/ 136877 w 168624"/>
                <a:gd name="connsiteY6" fmla="*/ 7052 h 76720"/>
                <a:gd name="connsiteX7" fmla="*/ 17599 w 168624"/>
                <a:gd name="connsiteY7" fmla="*/ 75753 h 7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624" h="76720">
                  <a:moveTo>
                    <a:pt x="17599" y="75753"/>
                  </a:moveTo>
                  <a:cubicBezTo>
                    <a:pt x="9777" y="75753"/>
                    <a:pt x="7822" y="72850"/>
                    <a:pt x="0" y="73818"/>
                  </a:cubicBezTo>
                  <a:cubicBezTo>
                    <a:pt x="13688" y="58336"/>
                    <a:pt x="41064" y="33178"/>
                    <a:pt x="72349" y="15761"/>
                  </a:cubicBezTo>
                  <a:cubicBezTo>
                    <a:pt x="86037" y="8988"/>
                    <a:pt x="99725" y="1247"/>
                    <a:pt x="114390" y="279"/>
                  </a:cubicBezTo>
                  <a:cubicBezTo>
                    <a:pt x="144700" y="-2624"/>
                    <a:pt x="187718" y="16729"/>
                    <a:pt x="159365" y="76721"/>
                  </a:cubicBezTo>
                  <a:cubicBezTo>
                    <a:pt x="156431" y="72850"/>
                    <a:pt x="153499" y="74786"/>
                    <a:pt x="149588" y="71883"/>
                  </a:cubicBezTo>
                  <a:cubicBezTo>
                    <a:pt x="172076" y="31243"/>
                    <a:pt x="154477" y="7052"/>
                    <a:pt x="136877" y="7052"/>
                  </a:cubicBezTo>
                  <a:cubicBezTo>
                    <a:pt x="100702" y="7052"/>
                    <a:pt x="43018" y="37049"/>
                    <a:pt x="17599" y="75753"/>
                  </a:cubicBezTo>
                  <a:close/>
                </a:path>
              </a:pathLst>
            </a:custGeom>
            <a:solidFill>
              <a:srgbClr val="0068B7"/>
            </a:solidFill>
            <a:ln w="1933" cap="flat">
              <a:noFill/>
              <a:prstDash val="solid"/>
              <a:miter/>
            </a:ln>
          </p:spPr>
          <p:txBody>
            <a:bodyPr rtlCol="0" anchor="ctr"/>
            <a:lstStyle/>
            <a:p>
              <a:endParaRPr lang="zh-CN" altLang="en-US"/>
            </a:p>
          </p:txBody>
        </p:sp>
        <p:sp>
          <p:nvSpPr>
            <p:cNvPr id="55" name="任意多边形: 形状 54"/>
            <p:cNvSpPr/>
            <p:nvPr/>
          </p:nvSpPr>
          <p:spPr>
            <a:xfrm>
              <a:off x="4748552" y="617825"/>
              <a:ext cx="42575" cy="48380"/>
            </a:xfrm>
            <a:custGeom>
              <a:avLst/>
              <a:gdLst>
                <a:gd name="connsiteX0" fmla="*/ 32438 w 42575"/>
                <a:gd name="connsiteY0" fmla="*/ 0 h 48380"/>
                <a:gd name="connsiteX1" fmla="*/ 32438 w 42575"/>
                <a:gd name="connsiteY1" fmla="*/ 26660 h 48380"/>
                <a:gd name="connsiteX2" fmla="*/ 30411 w 42575"/>
                <a:gd name="connsiteY2" fmla="*/ 37520 h 48380"/>
                <a:gd name="connsiteX3" fmla="*/ 21288 w 42575"/>
                <a:gd name="connsiteY3" fmla="*/ 41470 h 48380"/>
                <a:gd name="connsiteX4" fmla="*/ 13178 w 42575"/>
                <a:gd name="connsiteY4" fmla="*/ 37520 h 48380"/>
                <a:gd name="connsiteX5" fmla="*/ 11151 w 42575"/>
                <a:gd name="connsiteY5" fmla="*/ 26660 h 48380"/>
                <a:gd name="connsiteX6" fmla="*/ 11151 w 42575"/>
                <a:gd name="connsiteY6" fmla="*/ 0 h 48380"/>
                <a:gd name="connsiteX7" fmla="*/ 0 w 42575"/>
                <a:gd name="connsiteY7" fmla="*/ 0 h 48380"/>
                <a:gd name="connsiteX8" fmla="*/ 0 w 42575"/>
                <a:gd name="connsiteY8" fmla="*/ 30608 h 48380"/>
                <a:gd name="connsiteX9" fmla="*/ 21288 w 42575"/>
                <a:gd name="connsiteY9" fmla="*/ 48381 h 48380"/>
                <a:gd name="connsiteX10" fmla="*/ 42575 w 42575"/>
                <a:gd name="connsiteY10" fmla="*/ 30608 h 48380"/>
                <a:gd name="connsiteX11" fmla="*/ 42575 w 42575"/>
                <a:gd name="connsiteY11" fmla="*/ 0 h 48380"/>
                <a:gd name="connsiteX12" fmla="*/ 32438 w 42575"/>
                <a:gd name="connsiteY12" fmla="*/ 0 h 48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575" h="48380">
                  <a:moveTo>
                    <a:pt x="32438" y="0"/>
                  </a:moveTo>
                  <a:cubicBezTo>
                    <a:pt x="32438" y="26660"/>
                    <a:pt x="32438" y="26660"/>
                    <a:pt x="32438" y="26660"/>
                  </a:cubicBezTo>
                  <a:cubicBezTo>
                    <a:pt x="32438" y="31597"/>
                    <a:pt x="31425" y="35544"/>
                    <a:pt x="30411" y="37520"/>
                  </a:cubicBezTo>
                  <a:cubicBezTo>
                    <a:pt x="28384" y="40481"/>
                    <a:pt x="25342" y="41470"/>
                    <a:pt x="21288" y="41470"/>
                  </a:cubicBezTo>
                  <a:cubicBezTo>
                    <a:pt x="17233" y="41470"/>
                    <a:pt x="14192" y="40481"/>
                    <a:pt x="13178" y="37520"/>
                  </a:cubicBezTo>
                  <a:cubicBezTo>
                    <a:pt x="11151" y="35544"/>
                    <a:pt x="10137" y="31597"/>
                    <a:pt x="11151" y="26660"/>
                  </a:cubicBezTo>
                  <a:cubicBezTo>
                    <a:pt x="11151" y="0"/>
                    <a:pt x="11151" y="0"/>
                    <a:pt x="11151" y="0"/>
                  </a:cubicBezTo>
                  <a:cubicBezTo>
                    <a:pt x="0" y="0"/>
                    <a:pt x="0" y="0"/>
                    <a:pt x="0" y="0"/>
                  </a:cubicBezTo>
                  <a:cubicBezTo>
                    <a:pt x="0" y="30608"/>
                    <a:pt x="0" y="30608"/>
                    <a:pt x="0" y="30608"/>
                  </a:cubicBezTo>
                  <a:cubicBezTo>
                    <a:pt x="0" y="42457"/>
                    <a:pt x="8110" y="48381"/>
                    <a:pt x="21288" y="48381"/>
                  </a:cubicBezTo>
                  <a:cubicBezTo>
                    <a:pt x="35479" y="48381"/>
                    <a:pt x="42575" y="42457"/>
                    <a:pt x="42575" y="30608"/>
                  </a:cubicBezTo>
                  <a:cubicBezTo>
                    <a:pt x="42575" y="0"/>
                    <a:pt x="42575" y="0"/>
                    <a:pt x="42575" y="0"/>
                  </a:cubicBezTo>
                  <a:lnTo>
                    <a:pt x="32438" y="0"/>
                  </a:lnTo>
                  <a:close/>
                </a:path>
              </a:pathLst>
            </a:custGeom>
            <a:solidFill>
              <a:srgbClr val="0068B7"/>
            </a:solidFill>
            <a:ln w="1933" cap="flat">
              <a:noFill/>
              <a:prstDash val="solid"/>
              <a:miter/>
            </a:ln>
          </p:spPr>
          <p:txBody>
            <a:bodyPr rtlCol="0" anchor="ctr"/>
            <a:lstStyle/>
            <a:p>
              <a:endParaRPr lang="zh-CN" altLang="en-US"/>
            </a:p>
          </p:txBody>
        </p:sp>
        <p:sp>
          <p:nvSpPr>
            <p:cNvPr id="56" name="任意多边形: 形状 55"/>
            <p:cNvSpPr/>
            <p:nvPr/>
          </p:nvSpPr>
          <p:spPr>
            <a:xfrm>
              <a:off x="4899501" y="615889"/>
              <a:ext cx="40640" cy="52251"/>
            </a:xfrm>
            <a:custGeom>
              <a:avLst/>
              <a:gdLst>
                <a:gd name="connsiteX0" fmla="*/ 39696 w 40640"/>
                <a:gd name="connsiteY0" fmla="*/ 15201 h 52251"/>
                <a:gd name="connsiteX1" fmla="*/ 21739 w 40640"/>
                <a:gd name="connsiteY1" fmla="*/ 0 h 52251"/>
                <a:gd name="connsiteX2" fmla="*/ 944 w 40640"/>
                <a:gd name="connsiteY2" fmla="*/ 16150 h 52251"/>
                <a:gd name="connsiteX3" fmla="*/ 17957 w 40640"/>
                <a:gd name="connsiteY3" fmla="*/ 30401 h 52251"/>
                <a:gd name="connsiteX4" fmla="*/ 19848 w 40640"/>
                <a:gd name="connsiteY4" fmla="*/ 31351 h 52251"/>
                <a:gd name="connsiteX5" fmla="*/ 29300 w 40640"/>
                <a:gd name="connsiteY5" fmla="*/ 38000 h 52251"/>
                <a:gd name="connsiteX6" fmla="*/ 18901 w 40640"/>
                <a:gd name="connsiteY6" fmla="*/ 44652 h 52251"/>
                <a:gd name="connsiteX7" fmla="*/ 10396 w 40640"/>
                <a:gd name="connsiteY7" fmla="*/ 35152 h 52251"/>
                <a:gd name="connsiteX8" fmla="*/ 0 w 40640"/>
                <a:gd name="connsiteY8" fmla="*/ 35152 h 52251"/>
                <a:gd name="connsiteX9" fmla="*/ 18901 w 40640"/>
                <a:gd name="connsiteY9" fmla="*/ 52251 h 52251"/>
                <a:gd name="connsiteX10" fmla="*/ 40640 w 40640"/>
                <a:gd name="connsiteY10" fmla="*/ 36102 h 52251"/>
                <a:gd name="connsiteX11" fmla="*/ 23627 w 40640"/>
                <a:gd name="connsiteY11" fmla="*/ 21851 h 52251"/>
                <a:gd name="connsiteX12" fmla="*/ 21739 w 40640"/>
                <a:gd name="connsiteY12" fmla="*/ 21851 h 52251"/>
                <a:gd name="connsiteX13" fmla="*/ 12287 w 40640"/>
                <a:gd name="connsiteY13" fmla="*/ 14251 h 52251"/>
                <a:gd name="connsiteX14" fmla="*/ 20792 w 40640"/>
                <a:gd name="connsiteY14" fmla="*/ 7600 h 52251"/>
                <a:gd name="connsiteX15" fmla="*/ 29300 w 40640"/>
                <a:gd name="connsiteY15" fmla="*/ 15201 h 52251"/>
                <a:gd name="connsiteX16" fmla="*/ 39696 w 40640"/>
                <a:gd name="connsiteY16" fmla="*/ 15201 h 5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640" h="52251">
                  <a:moveTo>
                    <a:pt x="39696" y="15201"/>
                  </a:moveTo>
                  <a:cubicBezTo>
                    <a:pt x="38749" y="5699"/>
                    <a:pt x="33079" y="0"/>
                    <a:pt x="21739" y="0"/>
                  </a:cubicBezTo>
                  <a:cubicBezTo>
                    <a:pt x="8505" y="950"/>
                    <a:pt x="1891" y="5699"/>
                    <a:pt x="944" y="16150"/>
                  </a:cubicBezTo>
                  <a:cubicBezTo>
                    <a:pt x="944" y="22801"/>
                    <a:pt x="6617" y="27550"/>
                    <a:pt x="17957" y="30401"/>
                  </a:cubicBezTo>
                  <a:cubicBezTo>
                    <a:pt x="17957" y="30401"/>
                    <a:pt x="18901" y="30401"/>
                    <a:pt x="19848" y="31351"/>
                  </a:cubicBezTo>
                  <a:cubicBezTo>
                    <a:pt x="26462" y="32301"/>
                    <a:pt x="29300" y="34201"/>
                    <a:pt x="29300" y="38000"/>
                  </a:cubicBezTo>
                  <a:cubicBezTo>
                    <a:pt x="29300" y="42751"/>
                    <a:pt x="25518" y="44652"/>
                    <a:pt x="18901" y="44652"/>
                  </a:cubicBezTo>
                  <a:cubicBezTo>
                    <a:pt x="13231" y="44652"/>
                    <a:pt x="10396" y="40851"/>
                    <a:pt x="10396" y="35152"/>
                  </a:cubicBezTo>
                  <a:cubicBezTo>
                    <a:pt x="0" y="35152"/>
                    <a:pt x="0" y="35152"/>
                    <a:pt x="0" y="35152"/>
                  </a:cubicBezTo>
                  <a:cubicBezTo>
                    <a:pt x="0" y="46552"/>
                    <a:pt x="5670" y="52251"/>
                    <a:pt x="18901" y="52251"/>
                  </a:cubicBezTo>
                  <a:cubicBezTo>
                    <a:pt x="33079" y="51301"/>
                    <a:pt x="40640" y="46552"/>
                    <a:pt x="40640" y="36102"/>
                  </a:cubicBezTo>
                  <a:cubicBezTo>
                    <a:pt x="40640" y="28500"/>
                    <a:pt x="34970" y="23751"/>
                    <a:pt x="23627" y="21851"/>
                  </a:cubicBezTo>
                  <a:cubicBezTo>
                    <a:pt x="22683" y="21851"/>
                    <a:pt x="21739" y="21851"/>
                    <a:pt x="21739" y="21851"/>
                  </a:cubicBezTo>
                  <a:cubicBezTo>
                    <a:pt x="15122" y="20901"/>
                    <a:pt x="12287" y="18050"/>
                    <a:pt x="12287" y="14251"/>
                  </a:cubicBezTo>
                  <a:cubicBezTo>
                    <a:pt x="13231" y="10450"/>
                    <a:pt x="15122" y="8550"/>
                    <a:pt x="20792" y="7600"/>
                  </a:cubicBezTo>
                  <a:cubicBezTo>
                    <a:pt x="26462" y="7600"/>
                    <a:pt x="28353" y="10450"/>
                    <a:pt x="29300" y="15201"/>
                  </a:cubicBezTo>
                  <a:lnTo>
                    <a:pt x="39696" y="15201"/>
                  </a:lnTo>
                  <a:close/>
                </a:path>
              </a:pathLst>
            </a:custGeom>
            <a:solidFill>
              <a:srgbClr val="0068B7"/>
            </a:solidFill>
            <a:ln w="1933" cap="flat">
              <a:noFill/>
              <a:prstDash val="solid"/>
              <a:miter/>
            </a:ln>
          </p:spPr>
          <p:txBody>
            <a:bodyPr rtlCol="0" anchor="ctr"/>
            <a:lstStyle/>
            <a:p>
              <a:endParaRPr lang="zh-CN" altLang="en-US"/>
            </a:p>
          </p:txBody>
        </p:sp>
        <p:sp>
          <p:nvSpPr>
            <p:cNvPr id="57" name="任意多边形: 形状 56"/>
            <p:cNvSpPr/>
            <p:nvPr/>
          </p:nvSpPr>
          <p:spPr>
            <a:xfrm>
              <a:off x="4951752" y="615889"/>
              <a:ext cx="42575" cy="52251"/>
            </a:xfrm>
            <a:custGeom>
              <a:avLst/>
              <a:gdLst>
                <a:gd name="connsiteX0" fmla="*/ 0 w 42575"/>
                <a:gd name="connsiteY0" fmla="*/ 9026 h 52251"/>
                <a:gd name="connsiteX1" fmla="*/ 16084 w 42575"/>
                <a:gd name="connsiteY1" fmla="*/ 9026 h 52251"/>
                <a:gd name="connsiteX2" fmla="*/ 16084 w 42575"/>
                <a:gd name="connsiteY2" fmla="*/ 52251 h 52251"/>
                <a:gd name="connsiteX3" fmla="*/ 26491 w 42575"/>
                <a:gd name="connsiteY3" fmla="*/ 52251 h 52251"/>
                <a:gd name="connsiteX4" fmla="*/ 26491 w 42575"/>
                <a:gd name="connsiteY4" fmla="*/ 9026 h 52251"/>
                <a:gd name="connsiteX5" fmla="*/ 42575 w 42575"/>
                <a:gd name="connsiteY5" fmla="*/ 9026 h 52251"/>
                <a:gd name="connsiteX6" fmla="*/ 42575 w 42575"/>
                <a:gd name="connsiteY6" fmla="*/ 0 h 52251"/>
                <a:gd name="connsiteX7" fmla="*/ 0 w 42575"/>
                <a:gd name="connsiteY7" fmla="*/ 0 h 52251"/>
                <a:gd name="connsiteX8" fmla="*/ 0 w 42575"/>
                <a:gd name="connsiteY8" fmla="*/ 9026 h 52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75" h="52251">
                  <a:moveTo>
                    <a:pt x="0" y="9026"/>
                  </a:moveTo>
                  <a:lnTo>
                    <a:pt x="16084" y="9026"/>
                  </a:lnTo>
                  <a:lnTo>
                    <a:pt x="16084" y="52251"/>
                  </a:lnTo>
                  <a:lnTo>
                    <a:pt x="26491" y="52251"/>
                  </a:lnTo>
                  <a:lnTo>
                    <a:pt x="26491" y="9026"/>
                  </a:lnTo>
                  <a:lnTo>
                    <a:pt x="42575" y="9026"/>
                  </a:lnTo>
                  <a:lnTo>
                    <a:pt x="42575" y="0"/>
                  </a:lnTo>
                  <a:lnTo>
                    <a:pt x="0" y="0"/>
                  </a:lnTo>
                  <a:lnTo>
                    <a:pt x="0" y="9026"/>
                  </a:lnTo>
                  <a:close/>
                </a:path>
              </a:pathLst>
            </a:custGeom>
            <a:solidFill>
              <a:srgbClr val="0068B7"/>
            </a:solidFill>
            <a:ln w="1933" cap="flat">
              <a:noFill/>
              <a:prstDash val="solid"/>
              <a:miter/>
            </a:ln>
          </p:spPr>
          <p:txBody>
            <a:bodyPr rtlCol="0" anchor="ctr"/>
            <a:lstStyle/>
            <a:p>
              <a:endParaRPr lang="zh-CN" altLang="en-US"/>
            </a:p>
          </p:txBody>
        </p:sp>
        <p:sp>
          <p:nvSpPr>
            <p:cNvPr id="58" name="任意多边形: 形状 57"/>
            <p:cNvSpPr/>
            <p:nvPr/>
          </p:nvSpPr>
          <p:spPr>
            <a:xfrm>
              <a:off x="5005939" y="612019"/>
              <a:ext cx="44510" cy="50316"/>
            </a:xfrm>
            <a:custGeom>
              <a:avLst/>
              <a:gdLst>
                <a:gd name="connsiteX0" fmla="*/ 44510 w 44510"/>
                <a:gd name="connsiteY0" fmla="*/ 16773 h 50316"/>
                <a:gd name="connsiteX1" fmla="*/ 21760 w 44510"/>
                <a:gd name="connsiteY1" fmla="*/ 0 h 50316"/>
                <a:gd name="connsiteX2" fmla="*/ 0 w 44510"/>
                <a:gd name="connsiteY2" fmla="*/ 25652 h 50316"/>
                <a:gd name="connsiteX3" fmla="*/ 21760 w 44510"/>
                <a:gd name="connsiteY3" fmla="*/ 50316 h 50316"/>
                <a:gd name="connsiteX4" fmla="*/ 44510 w 44510"/>
                <a:gd name="connsiteY4" fmla="*/ 34530 h 50316"/>
                <a:gd name="connsiteX5" fmla="*/ 32642 w 44510"/>
                <a:gd name="connsiteY5" fmla="*/ 34530 h 50316"/>
                <a:gd name="connsiteX6" fmla="*/ 21760 w 44510"/>
                <a:gd name="connsiteY6" fmla="*/ 43409 h 50316"/>
                <a:gd name="connsiteX7" fmla="*/ 11869 w 44510"/>
                <a:gd name="connsiteY7" fmla="*/ 25652 h 50316"/>
                <a:gd name="connsiteX8" fmla="*/ 21760 w 44510"/>
                <a:gd name="connsiteY8" fmla="*/ 7892 h 50316"/>
                <a:gd name="connsiteX9" fmla="*/ 32642 w 44510"/>
                <a:gd name="connsiteY9" fmla="*/ 16773 h 50316"/>
                <a:gd name="connsiteX10" fmla="*/ 44510 w 44510"/>
                <a:gd name="connsiteY10" fmla="*/ 16773 h 50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510" h="50316">
                  <a:moveTo>
                    <a:pt x="44510" y="16773"/>
                  </a:moveTo>
                  <a:cubicBezTo>
                    <a:pt x="43522" y="5920"/>
                    <a:pt x="36597" y="0"/>
                    <a:pt x="21760" y="0"/>
                  </a:cubicBezTo>
                  <a:cubicBezTo>
                    <a:pt x="7913" y="987"/>
                    <a:pt x="989" y="8879"/>
                    <a:pt x="0" y="25652"/>
                  </a:cubicBezTo>
                  <a:cubicBezTo>
                    <a:pt x="989" y="42424"/>
                    <a:pt x="7913" y="50316"/>
                    <a:pt x="21760" y="50316"/>
                  </a:cubicBezTo>
                  <a:cubicBezTo>
                    <a:pt x="36597" y="50316"/>
                    <a:pt x="43522" y="45383"/>
                    <a:pt x="44510" y="34530"/>
                  </a:cubicBezTo>
                  <a:cubicBezTo>
                    <a:pt x="32642" y="34530"/>
                    <a:pt x="32642" y="34530"/>
                    <a:pt x="32642" y="34530"/>
                  </a:cubicBezTo>
                  <a:cubicBezTo>
                    <a:pt x="32642" y="40450"/>
                    <a:pt x="28684" y="43409"/>
                    <a:pt x="21760" y="43409"/>
                  </a:cubicBezTo>
                  <a:cubicBezTo>
                    <a:pt x="15826" y="43409"/>
                    <a:pt x="12858" y="37491"/>
                    <a:pt x="11869" y="25652"/>
                  </a:cubicBezTo>
                  <a:cubicBezTo>
                    <a:pt x="12858" y="13812"/>
                    <a:pt x="15826" y="7892"/>
                    <a:pt x="21760" y="7892"/>
                  </a:cubicBezTo>
                  <a:cubicBezTo>
                    <a:pt x="28684" y="7892"/>
                    <a:pt x="31653" y="10853"/>
                    <a:pt x="32642" y="16773"/>
                  </a:cubicBezTo>
                  <a:lnTo>
                    <a:pt x="44510" y="16773"/>
                  </a:lnTo>
                  <a:close/>
                </a:path>
              </a:pathLst>
            </a:custGeom>
            <a:solidFill>
              <a:srgbClr val="0068B7"/>
            </a:solidFill>
            <a:ln w="1933" cap="flat">
              <a:noFill/>
              <a:prstDash val="solid"/>
              <a:miter/>
            </a:ln>
          </p:spPr>
          <p:txBody>
            <a:bodyPr rtlCol="0" anchor="ctr"/>
            <a:lstStyle/>
            <a:p>
              <a:endParaRPr lang="zh-CN" altLang="en-US"/>
            </a:p>
          </p:txBody>
        </p:sp>
        <p:sp>
          <p:nvSpPr>
            <p:cNvPr id="59" name="任意多边形: 形状 58"/>
            <p:cNvSpPr/>
            <p:nvPr/>
          </p:nvSpPr>
          <p:spPr>
            <a:xfrm>
              <a:off x="6538648" y="429104"/>
              <a:ext cx="211908" cy="226473"/>
            </a:xfrm>
            <a:custGeom>
              <a:avLst/>
              <a:gdLst>
                <a:gd name="connsiteX0" fmla="*/ 77758 w 211908"/>
                <a:gd name="connsiteY0" fmla="*/ 15728 h 226473"/>
                <a:gd name="connsiteX1" fmla="*/ 72901 w 211908"/>
                <a:gd name="connsiteY1" fmla="*/ 78453 h 226473"/>
                <a:gd name="connsiteX2" fmla="*/ 58328 w 211908"/>
                <a:gd name="connsiteY2" fmla="*/ 123538 h 226473"/>
                <a:gd name="connsiteX3" fmla="*/ 27209 w 211908"/>
                <a:gd name="connsiteY3" fmla="*/ 114717 h 226473"/>
                <a:gd name="connsiteX4" fmla="*/ 0 w 211908"/>
                <a:gd name="connsiteY4" fmla="*/ 142159 h 226473"/>
                <a:gd name="connsiteX5" fmla="*/ 22352 w 211908"/>
                <a:gd name="connsiteY5" fmla="*/ 146080 h 226473"/>
                <a:gd name="connsiteX6" fmla="*/ 61231 w 211908"/>
                <a:gd name="connsiteY6" fmla="*/ 154900 h 226473"/>
                <a:gd name="connsiteX7" fmla="*/ 31099 w 211908"/>
                <a:gd name="connsiteY7" fmla="*/ 196063 h 226473"/>
                <a:gd name="connsiteX8" fmla="*/ 104987 w 211908"/>
                <a:gd name="connsiteY8" fmla="*/ 189203 h 226473"/>
                <a:gd name="connsiteX9" fmla="*/ 127339 w 211908"/>
                <a:gd name="connsiteY9" fmla="*/ 120597 h 226473"/>
                <a:gd name="connsiteX10" fmla="*/ 211909 w 211908"/>
                <a:gd name="connsiteY10" fmla="*/ 93155 h 226473"/>
                <a:gd name="connsiteX11" fmla="*/ 178855 w 211908"/>
                <a:gd name="connsiteY11" fmla="*/ 74534 h 226473"/>
                <a:gd name="connsiteX12" fmla="*/ 154548 w 211908"/>
                <a:gd name="connsiteY12" fmla="*/ 88255 h 226473"/>
                <a:gd name="connsiteX13" fmla="*/ 127339 w 211908"/>
                <a:gd name="connsiteY13" fmla="*/ 100015 h 226473"/>
                <a:gd name="connsiteX14" fmla="*/ 130261 w 211908"/>
                <a:gd name="connsiteY14" fmla="*/ 34351 h 226473"/>
                <a:gd name="connsiteX15" fmla="*/ 106922 w 211908"/>
                <a:gd name="connsiteY15" fmla="*/ 47 h 226473"/>
                <a:gd name="connsiteX16" fmla="*/ 77758 w 211908"/>
                <a:gd name="connsiteY16" fmla="*/ 15728 h 226473"/>
                <a:gd name="connsiteX17" fmla="*/ 119559 w 211908"/>
                <a:gd name="connsiteY17" fmla="*/ 180382 h 226473"/>
                <a:gd name="connsiteX18" fmla="*/ 203161 w 211908"/>
                <a:gd name="connsiteY18" fmla="*/ 202923 h 226473"/>
                <a:gd name="connsiteX19" fmla="*/ 190524 w 211908"/>
                <a:gd name="connsiteY19" fmla="*/ 226446 h 226473"/>
                <a:gd name="connsiteX20" fmla="*/ 154548 w 211908"/>
                <a:gd name="connsiteY20" fmla="*/ 217625 h 226473"/>
                <a:gd name="connsiteX21" fmla="*/ 119559 w 211908"/>
                <a:gd name="connsiteY21" fmla="*/ 180382 h 22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1908" h="226473">
                  <a:moveTo>
                    <a:pt x="77758" y="15728"/>
                  </a:moveTo>
                  <a:cubicBezTo>
                    <a:pt x="78726" y="38272"/>
                    <a:pt x="73868" y="58853"/>
                    <a:pt x="72901" y="78453"/>
                  </a:cubicBezTo>
                  <a:cubicBezTo>
                    <a:pt x="71933" y="97076"/>
                    <a:pt x="67075" y="111776"/>
                    <a:pt x="58328" y="123538"/>
                  </a:cubicBezTo>
                  <a:cubicBezTo>
                    <a:pt x="46659" y="122557"/>
                    <a:pt x="36944" y="121578"/>
                    <a:pt x="27209" y="114717"/>
                  </a:cubicBezTo>
                  <a:cubicBezTo>
                    <a:pt x="17495" y="110796"/>
                    <a:pt x="2916" y="127457"/>
                    <a:pt x="0" y="142159"/>
                  </a:cubicBezTo>
                  <a:cubicBezTo>
                    <a:pt x="972" y="145099"/>
                    <a:pt x="12637" y="138238"/>
                    <a:pt x="22352" y="146080"/>
                  </a:cubicBezTo>
                  <a:cubicBezTo>
                    <a:pt x="34022" y="155880"/>
                    <a:pt x="49581" y="157840"/>
                    <a:pt x="61231" y="154900"/>
                  </a:cubicBezTo>
                  <a:cubicBezTo>
                    <a:pt x="56373" y="171561"/>
                    <a:pt x="44723" y="184303"/>
                    <a:pt x="31099" y="196063"/>
                  </a:cubicBezTo>
                  <a:cubicBezTo>
                    <a:pt x="14580" y="219584"/>
                    <a:pt x="27209" y="225465"/>
                    <a:pt x="104987" y="189203"/>
                  </a:cubicBezTo>
                  <a:cubicBezTo>
                    <a:pt x="117624" y="166661"/>
                    <a:pt x="123449" y="145099"/>
                    <a:pt x="127339" y="120597"/>
                  </a:cubicBezTo>
                  <a:cubicBezTo>
                    <a:pt x="159406" y="112757"/>
                    <a:pt x="204129" y="100015"/>
                    <a:pt x="211909" y="93155"/>
                  </a:cubicBezTo>
                  <a:cubicBezTo>
                    <a:pt x="208019" y="80413"/>
                    <a:pt x="190524" y="81394"/>
                    <a:pt x="178855" y="74534"/>
                  </a:cubicBezTo>
                  <a:cubicBezTo>
                    <a:pt x="169140" y="77474"/>
                    <a:pt x="162328" y="82374"/>
                    <a:pt x="154548" y="88255"/>
                  </a:cubicBezTo>
                  <a:cubicBezTo>
                    <a:pt x="145801" y="95115"/>
                    <a:pt x="136086" y="102955"/>
                    <a:pt x="127339" y="100015"/>
                  </a:cubicBezTo>
                  <a:cubicBezTo>
                    <a:pt x="126371" y="74534"/>
                    <a:pt x="138021" y="55911"/>
                    <a:pt x="130261" y="34351"/>
                  </a:cubicBezTo>
                  <a:cubicBezTo>
                    <a:pt x="125384" y="22590"/>
                    <a:pt x="117624" y="10828"/>
                    <a:pt x="106922" y="47"/>
                  </a:cubicBezTo>
                  <a:cubicBezTo>
                    <a:pt x="93317" y="-932"/>
                    <a:pt x="97207" y="13770"/>
                    <a:pt x="77758" y="15728"/>
                  </a:cubicBezTo>
                  <a:close/>
                  <a:moveTo>
                    <a:pt x="119559" y="180382"/>
                  </a:moveTo>
                  <a:cubicBezTo>
                    <a:pt x="152613" y="177442"/>
                    <a:pt x="183712" y="177442"/>
                    <a:pt x="203161" y="202923"/>
                  </a:cubicBezTo>
                  <a:cubicBezTo>
                    <a:pt x="212876" y="219584"/>
                    <a:pt x="199271" y="221544"/>
                    <a:pt x="190524" y="226446"/>
                  </a:cubicBezTo>
                  <a:cubicBezTo>
                    <a:pt x="175933" y="226446"/>
                    <a:pt x="159406" y="227425"/>
                    <a:pt x="154548" y="217625"/>
                  </a:cubicBezTo>
                  <a:cubicBezTo>
                    <a:pt x="147755" y="201944"/>
                    <a:pt x="128306" y="197042"/>
                    <a:pt x="119559" y="180382"/>
                  </a:cubicBezTo>
                  <a:close/>
                </a:path>
              </a:pathLst>
            </a:custGeom>
            <a:solidFill>
              <a:srgbClr val="000000"/>
            </a:solidFill>
            <a:ln w="1933" cap="flat">
              <a:noFill/>
              <a:prstDash val="solid"/>
              <a:miter/>
            </a:ln>
          </p:spPr>
          <p:txBody>
            <a:bodyPr rtlCol="0" anchor="ctr"/>
            <a:lstStyle/>
            <a:p>
              <a:endParaRPr lang="zh-CN" altLang="en-US"/>
            </a:p>
          </p:txBody>
        </p:sp>
        <p:sp>
          <p:nvSpPr>
            <p:cNvPr id="60" name="任意多边形: 形状 59"/>
            <p:cNvSpPr/>
            <p:nvPr/>
          </p:nvSpPr>
          <p:spPr>
            <a:xfrm>
              <a:off x="6853104" y="403612"/>
              <a:ext cx="244422" cy="291616"/>
            </a:xfrm>
            <a:custGeom>
              <a:avLst/>
              <a:gdLst>
                <a:gd name="connsiteX0" fmla="*/ 46659 w 244422"/>
                <a:gd name="connsiteY0" fmla="*/ 17118 h 291616"/>
                <a:gd name="connsiteX1" fmla="*/ 58309 w 244422"/>
                <a:gd name="connsiteY1" fmla="*/ 70043 h 291616"/>
                <a:gd name="connsiteX2" fmla="*/ 81629 w 244422"/>
                <a:gd name="connsiteY2" fmla="*/ 64164 h 291616"/>
                <a:gd name="connsiteX3" fmla="*/ 84532 w 244422"/>
                <a:gd name="connsiteY3" fmla="*/ 47501 h 291616"/>
                <a:gd name="connsiteX4" fmla="*/ 85499 w 244422"/>
                <a:gd name="connsiteY4" fmla="*/ 29860 h 291616"/>
                <a:gd name="connsiteX5" fmla="*/ 46659 w 244422"/>
                <a:gd name="connsiteY5" fmla="*/ 17118 h 291616"/>
                <a:gd name="connsiteX6" fmla="*/ 141853 w 244422"/>
                <a:gd name="connsiteY6" fmla="*/ 40641 h 291616"/>
                <a:gd name="connsiteX7" fmla="*/ 113676 w 244422"/>
                <a:gd name="connsiteY7" fmla="*/ 19079 h 291616"/>
                <a:gd name="connsiteX8" fmla="*/ 117566 w 244422"/>
                <a:gd name="connsiteY8" fmla="*/ 54362 h 291616"/>
                <a:gd name="connsiteX9" fmla="*/ 141853 w 244422"/>
                <a:gd name="connsiteY9" fmla="*/ 40641 h 291616"/>
                <a:gd name="connsiteX10" fmla="*/ 201091 w 244422"/>
                <a:gd name="connsiteY10" fmla="*/ 2416 h 291616"/>
                <a:gd name="connsiteX11" fmla="*/ 158361 w 244422"/>
                <a:gd name="connsiteY11" fmla="*/ 68083 h 291616"/>
                <a:gd name="connsiteX12" fmla="*/ 219553 w 244422"/>
                <a:gd name="connsiteY12" fmla="*/ 55341 h 291616"/>
                <a:gd name="connsiteX13" fmla="*/ 241905 w 244422"/>
                <a:gd name="connsiteY13" fmla="*/ 30839 h 291616"/>
                <a:gd name="connsiteX14" fmla="*/ 201091 w 244422"/>
                <a:gd name="connsiteY14" fmla="*/ 2416 h 291616"/>
                <a:gd name="connsiteX15" fmla="*/ 20 w 244422"/>
                <a:gd name="connsiteY15" fmla="*/ 153353 h 291616"/>
                <a:gd name="connsiteX16" fmla="*/ 12657 w 244422"/>
                <a:gd name="connsiteY16" fmla="*/ 107287 h 291616"/>
                <a:gd name="connsiteX17" fmla="*/ 172933 w 244422"/>
                <a:gd name="connsiteY17" fmla="*/ 92587 h 291616"/>
                <a:gd name="connsiteX18" fmla="*/ 184583 w 244422"/>
                <a:gd name="connsiteY18" fmla="*/ 120028 h 291616"/>
                <a:gd name="connsiteX19" fmla="*/ 156426 w 244422"/>
                <a:gd name="connsiteY19" fmla="*/ 139630 h 291616"/>
                <a:gd name="connsiteX20" fmla="*/ 130184 w 244422"/>
                <a:gd name="connsiteY20" fmla="*/ 204317 h 291616"/>
                <a:gd name="connsiteX21" fmla="*/ 163218 w 244422"/>
                <a:gd name="connsiteY21" fmla="*/ 211178 h 291616"/>
                <a:gd name="connsiteX22" fmla="*/ 192363 w 244422"/>
                <a:gd name="connsiteY22" fmla="*/ 210199 h 291616"/>
                <a:gd name="connsiteX23" fmla="*/ 192363 w 244422"/>
                <a:gd name="connsiteY23" fmla="*/ 235682 h 291616"/>
                <a:gd name="connsiteX24" fmla="*/ 143789 w 244422"/>
                <a:gd name="connsiteY24" fmla="*/ 234701 h 291616"/>
                <a:gd name="connsiteX25" fmla="*/ 142821 w 244422"/>
                <a:gd name="connsiteY25" fmla="*/ 247442 h 291616"/>
                <a:gd name="connsiteX26" fmla="*/ 106884 w 244422"/>
                <a:gd name="connsiteY26" fmla="*/ 287626 h 291616"/>
                <a:gd name="connsiteX27" fmla="*/ 38879 w 244422"/>
                <a:gd name="connsiteY27" fmla="*/ 251363 h 291616"/>
                <a:gd name="connsiteX28" fmla="*/ 30132 w 244422"/>
                <a:gd name="connsiteY28" fmla="*/ 202357 h 291616"/>
                <a:gd name="connsiteX29" fmla="*/ 100071 w 244422"/>
                <a:gd name="connsiteY29" fmla="*/ 208238 h 291616"/>
                <a:gd name="connsiteX30" fmla="*/ 134074 w 244422"/>
                <a:gd name="connsiteY30" fmla="*/ 157272 h 291616"/>
                <a:gd name="connsiteX31" fmla="*/ 94246 w 244422"/>
                <a:gd name="connsiteY31" fmla="*/ 172955 h 291616"/>
                <a:gd name="connsiteX32" fmla="*/ 64134 w 244422"/>
                <a:gd name="connsiteY32" fmla="*/ 185697 h 291616"/>
                <a:gd name="connsiteX33" fmla="*/ 139899 w 244422"/>
                <a:gd name="connsiteY33" fmla="*/ 126889 h 291616"/>
                <a:gd name="connsiteX34" fmla="*/ 52484 w 244422"/>
                <a:gd name="connsiteY34" fmla="*/ 139630 h 291616"/>
                <a:gd name="connsiteX35" fmla="*/ 36944 w 244422"/>
                <a:gd name="connsiteY35" fmla="*/ 144532 h 291616"/>
                <a:gd name="connsiteX36" fmla="*/ 20 w 244422"/>
                <a:gd name="connsiteY36" fmla="*/ 153353 h 291616"/>
                <a:gd name="connsiteX37" fmla="*/ 57341 w 244422"/>
                <a:gd name="connsiteY37" fmla="*/ 237640 h 291616"/>
                <a:gd name="connsiteX38" fmla="*/ 68024 w 244422"/>
                <a:gd name="connsiteY38" fmla="*/ 260184 h 291616"/>
                <a:gd name="connsiteX39" fmla="*/ 100071 w 244422"/>
                <a:gd name="connsiteY39" fmla="*/ 260184 h 291616"/>
                <a:gd name="connsiteX40" fmla="*/ 109786 w 244422"/>
                <a:gd name="connsiteY40" fmla="*/ 241561 h 291616"/>
                <a:gd name="connsiteX41" fmla="*/ 57341 w 244422"/>
                <a:gd name="connsiteY41" fmla="*/ 237640 h 29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4422" h="291616">
                  <a:moveTo>
                    <a:pt x="46659" y="17118"/>
                  </a:moveTo>
                  <a:cubicBezTo>
                    <a:pt x="34022" y="33781"/>
                    <a:pt x="41801" y="50441"/>
                    <a:pt x="58309" y="70043"/>
                  </a:cubicBezTo>
                  <a:cubicBezTo>
                    <a:pt x="70927" y="72003"/>
                    <a:pt x="78707" y="71024"/>
                    <a:pt x="81629" y="64164"/>
                  </a:cubicBezTo>
                  <a:cubicBezTo>
                    <a:pt x="84532" y="60243"/>
                    <a:pt x="83564" y="53383"/>
                    <a:pt x="84532" y="47501"/>
                  </a:cubicBezTo>
                  <a:cubicBezTo>
                    <a:pt x="84532" y="41620"/>
                    <a:pt x="86486" y="35739"/>
                    <a:pt x="85499" y="29860"/>
                  </a:cubicBezTo>
                  <a:cubicBezTo>
                    <a:pt x="80642" y="13197"/>
                    <a:pt x="44704" y="-2484"/>
                    <a:pt x="46659" y="17118"/>
                  </a:cubicBezTo>
                  <a:close/>
                  <a:moveTo>
                    <a:pt x="141853" y="40641"/>
                  </a:moveTo>
                  <a:cubicBezTo>
                    <a:pt x="136009" y="28879"/>
                    <a:pt x="134074" y="15158"/>
                    <a:pt x="113676" y="19079"/>
                  </a:cubicBezTo>
                  <a:cubicBezTo>
                    <a:pt x="99104" y="35739"/>
                    <a:pt x="110754" y="48481"/>
                    <a:pt x="117566" y="54362"/>
                  </a:cubicBezTo>
                  <a:cubicBezTo>
                    <a:pt x="120469" y="62203"/>
                    <a:pt x="125326" y="56322"/>
                    <a:pt x="141853" y="40641"/>
                  </a:cubicBezTo>
                  <a:close/>
                  <a:moveTo>
                    <a:pt x="201091" y="2416"/>
                  </a:moveTo>
                  <a:cubicBezTo>
                    <a:pt x="186538" y="32799"/>
                    <a:pt x="171966" y="44560"/>
                    <a:pt x="158361" y="68083"/>
                  </a:cubicBezTo>
                  <a:cubicBezTo>
                    <a:pt x="179726" y="52401"/>
                    <a:pt x="200123" y="54362"/>
                    <a:pt x="219553" y="55341"/>
                  </a:cubicBezTo>
                  <a:cubicBezTo>
                    <a:pt x="241905" y="42601"/>
                    <a:pt x="248698" y="34760"/>
                    <a:pt x="241905" y="30839"/>
                  </a:cubicBezTo>
                  <a:cubicBezTo>
                    <a:pt x="232190" y="10258"/>
                    <a:pt x="221508" y="-6405"/>
                    <a:pt x="201091" y="2416"/>
                  </a:cubicBezTo>
                  <a:close/>
                  <a:moveTo>
                    <a:pt x="20" y="153353"/>
                  </a:moveTo>
                  <a:cubicBezTo>
                    <a:pt x="1974" y="139630"/>
                    <a:pt x="10702" y="121009"/>
                    <a:pt x="12657" y="107287"/>
                  </a:cubicBezTo>
                  <a:cubicBezTo>
                    <a:pt x="59277" y="82785"/>
                    <a:pt x="100071" y="82785"/>
                    <a:pt x="172933" y="92587"/>
                  </a:cubicBezTo>
                  <a:cubicBezTo>
                    <a:pt x="179726" y="97487"/>
                    <a:pt x="186538" y="112189"/>
                    <a:pt x="184583" y="120028"/>
                  </a:cubicBezTo>
                  <a:cubicBezTo>
                    <a:pt x="173901" y="129830"/>
                    <a:pt x="167108" y="129830"/>
                    <a:pt x="156426" y="139630"/>
                  </a:cubicBezTo>
                  <a:cubicBezTo>
                    <a:pt x="160296" y="160213"/>
                    <a:pt x="143789" y="181776"/>
                    <a:pt x="130184" y="204317"/>
                  </a:cubicBezTo>
                  <a:cubicBezTo>
                    <a:pt x="131151" y="215099"/>
                    <a:pt x="145724" y="214119"/>
                    <a:pt x="163218" y="211178"/>
                  </a:cubicBezTo>
                  <a:cubicBezTo>
                    <a:pt x="172933" y="210199"/>
                    <a:pt x="184583" y="205299"/>
                    <a:pt x="192363" y="210199"/>
                  </a:cubicBezTo>
                  <a:cubicBezTo>
                    <a:pt x="212761" y="224901"/>
                    <a:pt x="197221" y="234701"/>
                    <a:pt x="192363" y="235682"/>
                  </a:cubicBezTo>
                  <a:cubicBezTo>
                    <a:pt x="170979" y="237640"/>
                    <a:pt x="147678" y="238621"/>
                    <a:pt x="143789" y="234701"/>
                  </a:cubicBezTo>
                  <a:cubicBezTo>
                    <a:pt x="140866" y="240582"/>
                    <a:pt x="144756" y="240582"/>
                    <a:pt x="142821" y="247442"/>
                  </a:cubicBezTo>
                  <a:cubicBezTo>
                    <a:pt x="136009" y="274886"/>
                    <a:pt x="122424" y="285667"/>
                    <a:pt x="106884" y="287626"/>
                  </a:cubicBezTo>
                  <a:cubicBezTo>
                    <a:pt x="67056" y="297427"/>
                    <a:pt x="37912" y="290567"/>
                    <a:pt x="38879" y="251363"/>
                  </a:cubicBezTo>
                  <a:cubicBezTo>
                    <a:pt x="16547" y="228820"/>
                    <a:pt x="7799" y="210199"/>
                    <a:pt x="30132" y="202357"/>
                  </a:cubicBezTo>
                  <a:cubicBezTo>
                    <a:pt x="39847" y="215099"/>
                    <a:pt x="66069" y="214119"/>
                    <a:pt x="100071" y="208238"/>
                  </a:cubicBezTo>
                  <a:cubicBezTo>
                    <a:pt x="111741" y="190597"/>
                    <a:pt x="122424" y="173934"/>
                    <a:pt x="134074" y="157272"/>
                  </a:cubicBezTo>
                  <a:cubicBezTo>
                    <a:pt x="123391" y="156293"/>
                    <a:pt x="101039" y="153353"/>
                    <a:pt x="94246" y="172955"/>
                  </a:cubicBezTo>
                  <a:cubicBezTo>
                    <a:pt x="87454" y="194517"/>
                    <a:pt x="71914" y="188636"/>
                    <a:pt x="64134" y="185697"/>
                  </a:cubicBezTo>
                  <a:cubicBezTo>
                    <a:pt x="48594" y="148451"/>
                    <a:pt x="120469" y="147472"/>
                    <a:pt x="139899" y="126889"/>
                  </a:cubicBezTo>
                  <a:cubicBezTo>
                    <a:pt x="126294" y="112189"/>
                    <a:pt x="96182" y="121989"/>
                    <a:pt x="52484" y="139630"/>
                  </a:cubicBezTo>
                  <a:cubicBezTo>
                    <a:pt x="50529" y="139630"/>
                    <a:pt x="37912" y="141591"/>
                    <a:pt x="36944" y="144532"/>
                  </a:cubicBezTo>
                  <a:cubicBezTo>
                    <a:pt x="34022" y="167074"/>
                    <a:pt x="-948" y="178834"/>
                    <a:pt x="20" y="153353"/>
                  </a:cubicBezTo>
                  <a:close/>
                  <a:moveTo>
                    <a:pt x="57341" y="237640"/>
                  </a:moveTo>
                  <a:cubicBezTo>
                    <a:pt x="52484" y="244503"/>
                    <a:pt x="55387" y="250382"/>
                    <a:pt x="68024" y="260184"/>
                  </a:cubicBezTo>
                  <a:cubicBezTo>
                    <a:pt x="71914" y="263123"/>
                    <a:pt x="84532" y="261163"/>
                    <a:pt x="100071" y="260184"/>
                  </a:cubicBezTo>
                  <a:cubicBezTo>
                    <a:pt x="103961" y="252342"/>
                    <a:pt x="106884" y="249403"/>
                    <a:pt x="109786" y="241561"/>
                  </a:cubicBezTo>
                  <a:cubicBezTo>
                    <a:pt x="92311" y="239601"/>
                    <a:pt x="74817" y="238621"/>
                    <a:pt x="57341" y="237640"/>
                  </a:cubicBezTo>
                  <a:close/>
                </a:path>
              </a:pathLst>
            </a:custGeom>
            <a:solidFill>
              <a:srgbClr val="000000"/>
            </a:solidFill>
            <a:ln w="1933" cap="flat">
              <a:noFill/>
              <a:prstDash val="solid"/>
              <a:miter/>
            </a:ln>
          </p:spPr>
          <p:txBody>
            <a:bodyPr rtlCol="0" anchor="ctr"/>
            <a:lstStyle/>
            <a:p>
              <a:endParaRPr lang="zh-CN" altLang="en-US"/>
            </a:p>
          </p:txBody>
        </p:sp>
        <p:sp>
          <p:nvSpPr>
            <p:cNvPr id="61" name="任意多边形: 形状 60"/>
            <p:cNvSpPr/>
            <p:nvPr/>
          </p:nvSpPr>
          <p:spPr>
            <a:xfrm>
              <a:off x="5289324" y="414625"/>
              <a:ext cx="177201" cy="270933"/>
            </a:xfrm>
            <a:custGeom>
              <a:avLst/>
              <a:gdLst>
                <a:gd name="connsiteX0" fmla="*/ 11739 w 177201"/>
                <a:gd name="connsiteY0" fmla="*/ 110703 h 270933"/>
                <a:gd name="connsiteX1" fmla="*/ 4965 w 177201"/>
                <a:gd name="connsiteY1" fmla="*/ 132068 h 270933"/>
                <a:gd name="connsiteX2" fmla="*/ 127 w 177201"/>
                <a:gd name="connsiteY2" fmla="*/ 152460 h 270933"/>
                <a:gd name="connsiteX3" fmla="*/ 56249 w 177201"/>
                <a:gd name="connsiteY3" fmla="*/ 218494 h 270933"/>
                <a:gd name="connsiteX4" fmla="*/ 63990 w 177201"/>
                <a:gd name="connsiteY4" fmla="*/ 247627 h 270933"/>
                <a:gd name="connsiteX5" fmla="*/ 98824 w 177201"/>
                <a:gd name="connsiteY5" fmla="*/ 270933 h 270933"/>
                <a:gd name="connsiteX6" fmla="*/ 160752 w 177201"/>
                <a:gd name="connsiteY6" fmla="*/ 265106 h 270933"/>
                <a:gd name="connsiteX7" fmla="*/ 177202 w 177201"/>
                <a:gd name="connsiteY7" fmla="*/ 252483 h 270933"/>
                <a:gd name="connsiteX8" fmla="*/ 175266 w 177201"/>
                <a:gd name="connsiteY8" fmla="*/ 229177 h 270933"/>
                <a:gd name="connsiteX9" fmla="*/ 129788 w 177201"/>
                <a:gd name="connsiteY9" fmla="*/ 230148 h 270933"/>
                <a:gd name="connsiteX10" fmla="*/ 86245 w 177201"/>
                <a:gd name="connsiteY10" fmla="*/ 220437 h 270933"/>
                <a:gd name="connsiteX11" fmla="*/ 137529 w 177201"/>
                <a:gd name="connsiteY11" fmla="*/ 196159 h 270933"/>
                <a:gd name="connsiteX12" fmla="*/ 140432 w 177201"/>
                <a:gd name="connsiteY12" fmla="*/ 154403 h 270933"/>
                <a:gd name="connsiteX13" fmla="*/ 175266 w 177201"/>
                <a:gd name="connsiteY13" fmla="*/ 109734 h 270933"/>
                <a:gd name="connsiteX14" fmla="*/ 121080 w 177201"/>
                <a:gd name="connsiteY14" fmla="*/ 61179 h 270933"/>
                <a:gd name="connsiteX15" fmla="*/ 79472 w 177201"/>
                <a:gd name="connsiteY15" fmla="*/ 0 h 270933"/>
                <a:gd name="connsiteX16" fmla="*/ 84310 w 177201"/>
                <a:gd name="connsiteY16" fmla="*/ 58266 h 270933"/>
                <a:gd name="connsiteX17" fmla="*/ 38832 w 177201"/>
                <a:gd name="connsiteY17" fmla="*/ 120414 h 270933"/>
                <a:gd name="connsiteX18" fmla="*/ 43670 w 177201"/>
                <a:gd name="connsiteY18" fmla="*/ 176737 h 270933"/>
                <a:gd name="connsiteX19" fmla="*/ 11739 w 177201"/>
                <a:gd name="connsiteY19" fmla="*/ 110703 h 270933"/>
                <a:gd name="connsiteX20" fmla="*/ 107533 w 177201"/>
                <a:gd name="connsiteY20" fmla="*/ 87397 h 270933"/>
                <a:gd name="connsiteX21" fmla="*/ 126885 w 177201"/>
                <a:gd name="connsiteY21" fmla="*/ 86426 h 270933"/>
                <a:gd name="connsiteX22" fmla="*/ 141400 w 177201"/>
                <a:gd name="connsiteY22" fmla="*/ 110703 h 270933"/>
                <a:gd name="connsiteX23" fmla="*/ 123982 w 177201"/>
                <a:gd name="connsiteY23" fmla="*/ 136924 h 270933"/>
                <a:gd name="connsiteX24" fmla="*/ 103662 w 177201"/>
                <a:gd name="connsiteY24" fmla="*/ 137893 h 270933"/>
                <a:gd name="connsiteX25" fmla="*/ 100760 w 177201"/>
                <a:gd name="connsiteY25" fmla="*/ 113618 h 270933"/>
                <a:gd name="connsiteX26" fmla="*/ 107533 w 177201"/>
                <a:gd name="connsiteY26" fmla="*/ 87397 h 270933"/>
                <a:gd name="connsiteX27" fmla="*/ 85278 w 177201"/>
                <a:gd name="connsiteY27" fmla="*/ 156346 h 270933"/>
                <a:gd name="connsiteX28" fmla="*/ 102695 w 177201"/>
                <a:gd name="connsiteY28" fmla="*/ 153431 h 270933"/>
                <a:gd name="connsiteX29" fmla="*/ 100760 w 177201"/>
                <a:gd name="connsiteY29" fmla="*/ 162171 h 270933"/>
                <a:gd name="connsiteX30" fmla="*/ 91083 w 177201"/>
                <a:gd name="connsiteY30" fmla="*/ 163142 h 270933"/>
                <a:gd name="connsiteX31" fmla="*/ 85278 w 177201"/>
                <a:gd name="connsiteY31" fmla="*/ 156346 h 270933"/>
                <a:gd name="connsiteX32" fmla="*/ 91083 w 177201"/>
                <a:gd name="connsiteY32" fmla="*/ 175766 h 270933"/>
                <a:gd name="connsiteX33" fmla="*/ 107533 w 177201"/>
                <a:gd name="connsiteY33" fmla="*/ 172853 h 270933"/>
                <a:gd name="connsiteX34" fmla="*/ 114306 w 177201"/>
                <a:gd name="connsiteY34" fmla="*/ 178680 h 270933"/>
                <a:gd name="connsiteX35" fmla="*/ 98824 w 177201"/>
                <a:gd name="connsiteY35" fmla="*/ 180621 h 270933"/>
                <a:gd name="connsiteX36" fmla="*/ 91083 w 177201"/>
                <a:gd name="connsiteY36" fmla="*/ 175766 h 2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7201" h="270933">
                  <a:moveTo>
                    <a:pt x="11739" y="110703"/>
                  </a:moveTo>
                  <a:cubicBezTo>
                    <a:pt x="5933" y="111675"/>
                    <a:pt x="6901" y="120414"/>
                    <a:pt x="4965" y="132068"/>
                  </a:cubicBezTo>
                  <a:cubicBezTo>
                    <a:pt x="3998" y="137893"/>
                    <a:pt x="-840" y="145663"/>
                    <a:pt x="127" y="152460"/>
                  </a:cubicBezTo>
                  <a:cubicBezTo>
                    <a:pt x="127" y="199072"/>
                    <a:pt x="19480" y="207813"/>
                    <a:pt x="56249" y="218494"/>
                  </a:cubicBezTo>
                  <a:cubicBezTo>
                    <a:pt x="59152" y="228205"/>
                    <a:pt x="62055" y="237916"/>
                    <a:pt x="63990" y="247627"/>
                  </a:cubicBezTo>
                  <a:cubicBezTo>
                    <a:pt x="73666" y="259279"/>
                    <a:pt x="86245" y="266078"/>
                    <a:pt x="98824" y="270933"/>
                  </a:cubicBezTo>
                  <a:cubicBezTo>
                    <a:pt x="121080" y="265106"/>
                    <a:pt x="141400" y="262194"/>
                    <a:pt x="160752" y="265106"/>
                  </a:cubicBezTo>
                  <a:cubicBezTo>
                    <a:pt x="166558" y="261222"/>
                    <a:pt x="171396" y="256367"/>
                    <a:pt x="177202" y="252483"/>
                  </a:cubicBezTo>
                  <a:cubicBezTo>
                    <a:pt x="175266" y="246656"/>
                    <a:pt x="173331" y="235003"/>
                    <a:pt x="175266" y="229177"/>
                  </a:cubicBezTo>
                  <a:cubicBezTo>
                    <a:pt x="152043" y="228205"/>
                    <a:pt x="141400" y="230148"/>
                    <a:pt x="129788" y="230148"/>
                  </a:cubicBezTo>
                  <a:cubicBezTo>
                    <a:pt x="103662" y="243743"/>
                    <a:pt x="87213" y="237916"/>
                    <a:pt x="86245" y="220437"/>
                  </a:cubicBezTo>
                  <a:cubicBezTo>
                    <a:pt x="102695" y="219465"/>
                    <a:pt x="114306" y="217523"/>
                    <a:pt x="137529" y="196159"/>
                  </a:cubicBezTo>
                  <a:cubicBezTo>
                    <a:pt x="132691" y="182564"/>
                    <a:pt x="132691" y="167998"/>
                    <a:pt x="140432" y="154403"/>
                  </a:cubicBezTo>
                  <a:cubicBezTo>
                    <a:pt x="152043" y="139836"/>
                    <a:pt x="163655" y="124298"/>
                    <a:pt x="175266" y="109734"/>
                  </a:cubicBezTo>
                  <a:cubicBezTo>
                    <a:pt x="160752" y="89340"/>
                    <a:pt x="141400" y="75745"/>
                    <a:pt x="121080" y="61179"/>
                  </a:cubicBezTo>
                  <a:cubicBezTo>
                    <a:pt x="123015" y="25249"/>
                    <a:pt x="105598" y="4856"/>
                    <a:pt x="79472" y="0"/>
                  </a:cubicBezTo>
                  <a:cubicBezTo>
                    <a:pt x="86245" y="23306"/>
                    <a:pt x="93019" y="43700"/>
                    <a:pt x="84310" y="58266"/>
                  </a:cubicBezTo>
                  <a:cubicBezTo>
                    <a:pt x="63022" y="75745"/>
                    <a:pt x="47541" y="97108"/>
                    <a:pt x="38832" y="120414"/>
                  </a:cubicBezTo>
                  <a:cubicBezTo>
                    <a:pt x="51411" y="137893"/>
                    <a:pt x="61087" y="156346"/>
                    <a:pt x="43670" y="176737"/>
                  </a:cubicBezTo>
                  <a:cubicBezTo>
                    <a:pt x="23350" y="156346"/>
                    <a:pt x="18512" y="116530"/>
                    <a:pt x="11739" y="110703"/>
                  </a:cubicBezTo>
                  <a:close/>
                  <a:moveTo>
                    <a:pt x="107533" y="87397"/>
                  </a:moveTo>
                  <a:cubicBezTo>
                    <a:pt x="114306" y="88369"/>
                    <a:pt x="120112" y="84485"/>
                    <a:pt x="126885" y="86426"/>
                  </a:cubicBezTo>
                  <a:cubicBezTo>
                    <a:pt x="143335" y="92253"/>
                    <a:pt x="149141" y="103907"/>
                    <a:pt x="141400" y="110703"/>
                  </a:cubicBezTo>
                  <a:cubicBezTo>
                    <a:pt x="135594" y="119443"/>
                    <a:pt x="129788" y="128184"/>
                    <a:pt x="123982" y="136924"/>
                  </a:cubicBezTo>
                  <a:cubicBezTo>
                    <a:pt x="117209" y="140808"/>
                    <a:pt x="110436" y="140808"/>
                    <a:pt x="103662" y="137893"/>
                  </a:cubicBezTo>
                  <a:cubicBezTo>
                    <a:pt x="102695" y="130125"/>
                    <a:pt x="101727" y="121386"/>
                    <a:pt x="100760" y="113618"/>
                  </a:cubicBezTo>
                  <a:cubicBezTo>
                    <a:pt x="97857" y="100992"/>
                    <a:pt x="100760" y="93224"/>
                    <a:pt x="107533" y="87397"/>
                  </a:cubicBezTo>
                  <a:close/>
                  <a:moveTo>
                    <a:pt x="85278" y="156346"/>
                  </a:moveTo>
                  <a:cubicBezTo>
                    <a:pt x="89148" y="154403"/>
                    <a:pt x="97857" y="155374"/>
                    <a:pt x="102695" y="153431"/>
                  </a:cubicBezTo>
                  <a:cubicBezTo>
                    <a:pt x="103662" y="157315"/>
                    <a:pt x="99792" y="158287"/>
                    <a:pt x="100760" y="162171"/>
                  </a:cubicBezTo>
                  <a:cubicBezTo>
                    <a:pt x="96889" y="162171"/>
                    <a:pt x="93986" y="163142"/>
                    <a:pt x="91083" y="163142"/>
                  </a:cubicBezTo>
                  <a:cubicBezTo>
                    <a:pt x="89148" y="161199"/>
                    <a:pt x="87213" y="159258"/>
                    <a:pt x="85278" y="156346"/>
                  </a:cubicBezTo>
                  <a:close/>
                  <a:moveTo>
                    <a:pt x="91083" y="175766"/>
                  </a:moveTo>
                  <a:cubicBezTo>
                    <a:pt x="96889" y="174796"/>
                    <a:pt x="101727" y="173825"/>
                    <a:pt x="107533" y="172853"/>
                  </a:cubicBezTo>
                  <a:cubicBezTo>
                    <a:pt x="109468" y="174796"/>
                    <a:pt x="112371" y="176737"/>
                    <a:pt x="114306" y="178680"/>
                  </a:cubicBezTo>
                  <a:cubicBezTo>
                    <a:pt x="109468" y="179652"/>
                    <a:pt x="103662" y="179652"/>
                    <a:pt x="98824" y="180621"/>
                  </a:cubicBezTo>
                  <a:cubicBezTo>
                    <a:pt x="95922" y="179652"/>
                    <a:pt x="93986" y="177709"/>
                    <a:pt x="91083" y="175766"/>
                  </a:cubicBezTo>
                  <a:close/>
                </a:path>
              </a:pathLst>
            </a:custGeom>
            <a:solidFill>
              <a:srgbClr val="000000"/>
            </a:solidFill>
            <a:ln w="1933" cap="flat">
              <a:noFill/>
              <a:prstDash val="solid"/>
              <a:miter/>
            </a:ln>
          </p:spPr>
          <p:txBody>
            <a:bodyPr rtlCol="0" anchor="ctr"/>
            <a:lstStyle/>
            <a:p>
              <a:endParaRPr lang="zh-CN" altLang="en-US"/>
            </a:p>
          </p:txBody>
        </p:sp>
        <p:sp>
          <p:nvSpPr>
            <p:cNvPr id="62" name="任意多边形: 形状 61"/>
            <p:cNvSpPr/>
            <p:nvPr/>
          </p:nvSpPr>
          <p:spPr>
            <a:xfrm>
              <a:off x="5591362" y="440079"/>
              <a:ext cx="176615" cy="221182"/>
            </a:xfrm>
            <a:custGeom>
              <a:avLst/>
              <a:gdLst>
                <a:gd name="connsiteX0" fmla="*/ 44751 w 176615"/>
                <a:gd name="connsiteY0" fmla="*/ 20121 h 221182"/>
                <a:gd name="connsiteX1" fmla="*/ 63234 w 176615"/>
                <a:gd name="connsiteY1" fmla="*/ 11374 h 221182"/>
                <a:gd name="connsiteX2" fmla="*/ 86581 w 176615"/>
                <a:gd name="connsiteY2" fmla="*/ 685 h 221182"/>
                <a:gd name="connsiteX3" fmla="*/ 113819 w 176615"/>
                <a:gd name="connsiteY3" fmla="*/ 13319 h 221182"/>
                <a:gd name="connsiteX4" fmla="*/ 117711 w 176615"/>
                <a:gd name="connsiteY4" fmla="*/ 30811 h 221182"/>
                <a:gd name="connsiteX5" fmla="*/ 84636 w 176615"/>
                <a:gd name="connsiteY5" fmla="*/ 107584 h 221182"/>
                <a:gd name="connsiteX6" fmla="*/ 135221 w 176615"/>
                <a:gd name="connsiteY6" fmla="*/ 119246 h 221182"/>
                <a:gd name="connsiteX7" fmla="*/ 173160 w 176615"/>
                <a:gd name="connsiteY7" fmla="*/ 129934 h 221182"/>
                <a:gd name="connsiteX8" fmla="*/ 170241 w 176615"/>
                <a:gd name="connsiteY8" fmla="*/ 150343 h 221182"/>
                <a:gd name="connsiteX9" fmla="*/ 135221 w 176615"/>
                <a:gd name="connsiteY9" fmla="*/ 151314 h 221182"/>
                <a:gd name="connsiteX10" fmla="*/ 105064 w 176615"/>
                <a:gd name="connsiteY10" fmla="*/ 220313 h 221182"/>
                <a:gd name="connsiteX11" fmla="*/ 53506 w 176615"/>
                <a:gd name="connsiteY11" fmla="*/ 218368 h 221182"/>
                <a:gd name="connsiteX12" fmla="*/ 19457 w 176615"/>
                <a:gd name="connsiteY12" fmla="*/ 214482 h 221182"/>
                <a:gd name="connsiteX13" fmla="*/ 9731 w 176615"/>
                <a:gd name="connsiteY13" fmla="*/ 162005 h 221182"/>
                <a:gd name="connsiteX14" fmla="*/ 1947 w 176615"/>
                <a:gd name="connsiteY14" fmla="*/ 134793 h 221182"/>
                <a:gd name="connsiteX15" fmla="*/ 59342 w 176615"/>
                <a:gd name="connsiteY15" fmla="*/ 129934 h 221182"/>
                <a:gd name="connsiteX16" fmla="*/ 52532 w 176615"/>
                <a:gd name="connsiteY16" fmla="*/ 114386 h 221182"/>
                <a:gd name="connsiteX17" fmla="*/ 77826 w 176615"/>
                <a:gd name="connsiteY17" fmla="*/ 61908 h 221182"/>
                <a:gd name="connsiteX18" fmla="*/ 71016 w 176615"/>
                <a:gd name="connsiteY18" fmla="*/ 38585 h 221182"/>
                <a:gd name="connsiteX19" fmla="*/ 44751 w 176615"/>
                <a:gd name="connsiteY19" fmla="*/ 20121 h 221182"/>
                <a:gd name="connsiteX20" fmla="*/ 27241 w 176615"/>
                <a:gd name="connsiteY20" fmla="*/ 158117 h 221182"/>
                <a:gd name="connsiteX21" fmla="*/ 83662 w 176615"/>
                <a:gd name="connsiteY21" fmla="*/ 190188 h 221182"/>
                <a:gd name="connsiteX22" fmla="*/ 91444 w 176615"/>
                <a:gd name="connsiteY22" fmla="*/ 155202 h 221182"/>
                <a:gd name="connsiteX23" fmla="*/ 27241 w 176615"/>
                <a:gd name="connsiteY23" fmla="*/ 158117 h 22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615" h="221182">
                  <a:moveTo>
                    <a:pt x="44751" y="20121"/>
                  </a:moveTo>
                  <a:cubicBezTo>
                    <a:pt x="49614" y="16233"/>
                    <a:pt x="56424" y="15262"/>
                    <a:pt x="63234" y="11374"/>
                  </a:cubicBezTo>
                  <a:cubicBezTo>
                    <a:pt x="70044" y="8459"/>
                    <a:pt x="78799" y="2628"/>
                    <a:pt x="86581" y="685"/>
                  </a:cubicBezTo>
                  <a:cubicBezTo>
                    <a:pt x="98254" y="-2231"/>
                    <a:pt x="107983" y="4571"/>
                    <a:pt x="113819" y="13319"/>
                  </a:cubicBezTo>
                  <a:cubicBezTo>
                    <a:pt x="116738" y="18176"/>
                    <a:pt x="116738" y="24980"/>
                    <a:pt x="117711" y="30811"/>
                  </a:cubicBezTo>
                  <a:cubicBezTo>
                    <a:pt x="112846" y="58992"/>
                    <a:pt x="99228" y="83287"/>
                    <a:pt x="84636" y="107584"/>
                  </a:cubicBezTo>
                  <a:cubicBezTo>
                    <a:pt x="97281" y="118272"/>
                    <a:pt x="118683" y="115358"/>
                    <a:pt x="135221" y="119246"/>
                  </a:cubicBezTo>
                  <a:cubicBezTo>
                    <a:pt x="141058" y="120217"/>
                    <a:pt x="162460" y="121189"/>
                    <a:pt x="173160" y="129934"/>
                  </a:cubicBezTo>
                  <a:cubicBezTo>
                    <a:pt x="178996" y="134793"/>
                    <a:pt x="177051" y="141596"/>
                    <a:pt x="170241" y="150343"/>
                  </a:cubicBezTo>
                  <a:cubicBezTo>
                    <a:pt x="166350" y="155202"/>
                    <a:pt x="141058" y="148400"/>
                    <a:pt x="135221" y="151314"/>
                  </a:cubicBezTo>
                  <a:cubicBezTo>
                    <a:pt x="127438" y="173666"/>
                    <a:pt x="127438" y="192131"/>
                    <a:pt x="105064" y="220313"/>
                  </a:cubicBezTo>
                  <a:cubicBezTo>
                    <a:pt x="90473" y="221285"/>
                    <a:pt x="71016" y="222256"/>
                    <a:pt x="53506" y="218368"/>
                  </a:cubicBezTo>
                  <a:cubicBezTo>
                    <a:pt x="41832" y="215454"/>
                    <a:pt x="29186" y="216425"/>
                    <a:pt x="19457" y="214482"/>
                  </a:cubicBezTo>
                  <a:cubicBezTo>
                    <a:pt x="24322" y="195045"/>
                    <a:pt x="21404" y="177552"/>
                    <a:pt x="9731" y="162005"/>
                  </a:cubicBezTo>
                  <a:cubicBezTo>
                    <a:pt x="1947" y="157145"/>
                    <a:pt x="-2916" y="149371"/>
                    <a:pt x="1947" y="134793"/>
                  </a:cubicBezTo>
                  <a:cubicBezTo>
                    <a:pt x="11676" y="123132"/>
                    <a:pt x="36969" y="127991"/>
                    <a:pt x="59342" y="129934"/>
                  </a:cubicBezTo>
                  <a:cubicBezTo>
                    <a:pt x="57398" y="125076"/>
                    <a:pt x="54479" y="119246"/>
                    <a:pt x="52532" y="114386"/>
                  </a:cubicBezTo>
                  <a:cubicBezTo>
                    <a:pt x="57398" y="96894"/>
                    <a:pt x="66153" y="83287"/>
                    <a:pt x="77826" y="61908"/>
                  </a:cubicBezTo>
                  <a:cubicBezTo>
                    <a:pt x="68097" y="58021"/>
                    <a:pt x="64208" y="45387"/>
                    <a:pt x="71016" y="38585"/>
                  </a:cubicBezTo>
                  <a:cubicBezTo>
                    <a:pt x="75881" y="32754"/>
                    <a:pt x="55451" y="32754"/>
                    <a:pt x="44751" y="20121"/>
                  </a:cubicBezTo>
                  <a:close/>
                  <a:moveTo>
                    <a:pt x="27241" y="158117"/>
                  </a:moveTo>
                  <a:cubicBezTo>
                    <a:pt x="30159" y="179497"/>
                    <a:pt x="49614" y="190188"/>
                    <a:pt x="83662" y="190188"/>
                  </a:cubicBezTo>
                  <a:cubicBezTo>
                    <a:pt x="94363" y="181440"/>
                    <a:pt x="96309" y="169779"/>
                    <a:pt x="91444" y="155202"/>
                  </a:cubicBezTo>
                  <a:cubicBezTo>
                    <a:pt x="70044" y="151314"/>
                    <a:pt x="54479" y="155202"/>
                    <a:pt x="27241" y="158117"/>
                  </a:cubicBezTo>
                  <a:close/>
                </a:path>
              </a:pathLst>
            </a:custGeom>
            <a:solidFill>
              <a:srgbClr val="000000"/>
            </a:solidFill>
            <a:ln w="1933" cap="flat">
              <a:noFill/>
              <a:prstDash val="solid"/>
              <a:miter/>
            </a:ln>
          </p:spPr>
          <p:txBody>
            <a:bodyPr rtlCol="0" anchor="ctr"/>
            <a:lstStyle/>
            <a:p>
              <a:endParaRPr lang="zh-CN" altLang="en-US"/>
            </a:p>
          </p:txBody>
        </p:sp>
        <p:sp>
          <p:nvSpPr>
            <p:cNvPr id="63" name="任意多边形: 形状 62"/>
            <p:cNvSpPr/>
            <p:nvPr/>
          </p:nvSpPr>
          <p:spPr>
            <a:xfrm>
              <a:off x="5860777" y="410323"/>
              <a:ext cx="255828" cy="313939"/>
            </a:xfrm>
            <a:custGeom>
              <a:avLst/>
              <a:gdLst>
                <a:gd name="connsiteX0" fmla="*/ 199164 w 255828"/>
                <a:gd name="connsiteY0" fmla="*/ 1463 h 313939"/>
                <a:gd name="connsiteX1" fmla="*/ 191338 w 255828"/>
                <a:gd name="connsiteY1" fmla="*/ 64737 h 313939"/>
                <a:gd name="connsiteX2" fmla="*/ 151230 w 255828"/>
                <a:gd name="connsiteY2" fmla="*/ 63764 h 313939"/>
                <a:gd name="connsiteX3" fmla="*/ 147317 w 255828"/>
                <a:gd name="connsiteY3" fmla="*/ 89073 h 313939"/>
                <a:gd name="connsiteX4" fmla="*/ 142427 w 255828"/>
                <a:gd name="connsiteY4" fmla="*/ 127039 h 313939"/>
                <a:gd name="connsiteX5" fmla="*/ 158079 w 255828"/>
                <a:gd name="connsiteY5" fmla="*/ 131906 h 313939"/>
                <a:gd name="connsiteX6" fmla="*/ 130687 w 255828"/>
                <a:gd name="connsiteY6" fmla="*/ 171816 h 313939"/>
                <a:gd name="connsiteX7" fmla="*/ 145361 w 255828"/>
                <a:gd name="connsiteY7" fmla="*/ 184471 h 313939"/>
                <a:gd name="connsiteX8" fmla="*/ 182534 w 255828"/>
                <a:gd name="connsiteY8" fmla="*/ 182524 h 313939"/>
                <a:gd name="connsiteX9" fmla="*/ 197207 w 255828"/>
                <a:gd name="connsiteY9" fmla="*/ 313940 h 313939"/>
                <a:gd name="connsiteX10" fmla="*/ 239274 w 255828"/>
                <a:gd name="connsiteY10" fmla="*/ 147480 h 313939"/>
                <a:gd name="connsiteX11" fmla="*/ 232425 w 255828"/>
                <a:gd name="connsiteY11" fmla="*/ 98807 h 313939"/>
                <a:gd name="connsiteX12" fmla="*/ 199164 w 255828"/>
                <a:gd name="connsiteY12" fmla="*/ 1463 h 313939"/>
                <a:gd name="connsiteX13" fmla="*/ 104273 w 255828"/>
                <a:gd name="connsiteY13" fmla="*/ 5357 h 313939"/>
                <a:gd name="connsiteX14" fmla="*/ 106230 w 255828"/>
                <a:gd name="connsiteY14" fmla="*/ 36508 h 313939"/>
                <a:gd name="connsiteX15" fmla="*/ 81774 w 255828"/>
                <a:gd name="connsiteY15" fmla="*/ 85179 h 313939"/>
                <a:gd name="connsiteX16" fmla="*/ 84710 w 255828"/>
                <a:gd name="connsiteY16" fmla="*/ 108542 h 313939"/>
                <a:gd name="connsiteX17" fmla="*/ 80797 w 255828"/>
                <a:gd name="connsiteY17" fmla="*/ 138720 h 313939"/>
                <a:gd name="connsiteX18" fmla="*/ 119926 w 255828"/>
                <a:gd name="connsiteY18" fmla="*/ 104648 h 313939"/>
                <a:gd name="connsiteX19" fmla="*/ 132644 w 255828"/>
                <a:gd name="connsiteY19" fmla="*/ 93940 h 313939"/>
                <a:gd name="connsiteX20" fmla="*/ 132644 w 255828"/>
                <a:gd name="connsiteY20" fmla="*/ 109515 h 313939"/>
                <a:gd name="connsiteX21" fmla="*/ 84710 w 255828"/>
                <a:gd name="connsiteY21" fmla="*/ 178630 h 313939"/>
                <a:gd name="connsiteX22" fmla="*/ 82754 w 255828"/>
                <a:gd name="connsiteY22" fmla="*/ 257479 h 313939"/>
                <a:gd name="connsiteX23" fmla="*/ 53406 w 255828"/>
                <a:gd name="connsiteY23" fmla="*/ 230223 h 313939"/>
                <a:gd name="connsiteX24" fmla="*/ 71992 w 255828"/>
                <a:gd name="connsiteY24" fmla="*/ 231197 h 313939"/>
                <a:gd name="connsiteX25" fmla="*/ 71992 w 255828"/>
                <a:gd name="connsiteY25" fmla="*/ 198100 h 313939"/>
                <a:gd name="connsiteX26" fmla="*/ 21122 w 255828"/>
                <a:gd name="connsiteY26" fmla="*/ 223409 h 313939"/>
                <a:gd name="connsiteX27" fmla="*/ 6449 w 255828"/>
                <a:gd name="connsiteY27" fmla="*/ 201994 h 313939"/>
                <a:gd name="connsiteX28" fmla="*/ 39710 w 255828"/>
                <a:gd name="connsiteY28" fmla="*/ 136773 h 313939"/>
                <a:gd name="connsiteX29" fmla="*/ 5470 w 255828"/>
                <a:gd name="connsiteY29" fmla="*/ 150401 h 313939"/>
                <a:gd name="connsiteX30" fmla="*/ 6449 w 255828"/>
                <a:gd name="connsiteY30" fmla="*/ 128985 h 313939"/>
                <a:gd name="connsiteX31" fmla="*/ 61232 w 255828"/>
                <a:gd name="connsiteY31" fmla="*/ 90047 h 313939"/>
                <a:gd name="connsiteX32" fmla="*/ 104273 w 255828"/>
                <a:gd name="connsiteY32" fmla="*/ 5357 h 313939"/>
                <a:gd name="connsiteX33" fmla="*/ 58296 w 255828"/>
                <a:gd name="connsiteY33" fmla="*/ 159162 h 313939"/>
                <a:gd name="connsiteX34" fmla="*/ 48513 w 255828"/>
                <a:gd name="connsiteY34" fmla="*/ 165975 h 313939"/>
                <a:gd name="connsiteX35" fmla="*/ 58296 w 255828"/>
                <a:gd name="connsiteY35" fmla="*/ 172789 h 313939"/>
                <a:gd name="connsiteX36" fmla="*/ 67101 w 255828"/>
                <a:gd name="connsiteY36" fmla="*/ 165975 h 313939"/>
                <a:gd name="connsiteX37" fmla="*/ 58296 w 255828"/>
                <a:gd name="connsiteY37" fmla="*/ 159162 h 313939"/>
                <a:gd name="connsiteX38" fmla="*/ 162969 w 255828"/>
                <a:gd name="connsiteY38" fmla="*/ 106595 h 313939"/>
                <a:gd name="connsiteX39" fmla="*/ 179599 w 255828"/>
                <a:gd name="connsiteY39" fmla="*/ 93940 h 313939"/>
                <a:gd name="connsiteX40" fmla="*/ 190361 w 255828"/>
                <a:gd name="connsiteY40" fmla="*/ 112435 h 313939"/>
                <a:gd name="connsiteX41" fmla="*/ 162969 w 255828"/>
                <a:gd name="connsiteY41" fmla="*/ 106595 h 313939"/>
                <a:gd name="connsiteX42" fmla="*/ 162969 w 255828"/>
                <a:gd name="connsiteY42" fmla="*/ 156241 h 313939"/>
                <a:gd name="connsiteX43" fmla="*/ 178621 w 255828"/>
                <a:gd name="connsiteY43" fmla="*/ 136773 h 313939"/>
                <a:gd name="connsiteX44" fmla="*/ 187425 w 255828"/>
                <a:gd name="connsiteY44" fmla="*/ 149427 h 313939"/>
                <a:gd name="connsiteX45" fmla="*/ 162969 w 255828"/>
                <a:gd name="connsiteY45" fmla="*/ 156241 h 31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5828" h="313939">
                  <a:moveTo>
                    <a:pt x="199164" y="1463"/>
                  </a:moveTo>
                  <a:cubicBezTo>
                    <a:pt x="199164" y="20931"/>
                    <a:pt x="194274" y="45269"/>
                    <a:pt x="191338" y="64737"/>
                  </a:cubicBezTo>
                  <a:cubicBezTo>
                    <a:pt x="177642" y="66684"/>
                    <a:pt x="165905" y="61817"/>
                    <a:pt x="151230" y="63764"/>
                  </a:cubicBezTo>
                  <a:cubicBezTo>
                    <a:pt x="146340" y="73498"/>
                    <a:pt x="147317" y="79339"/>
                    <a:pt x="147317" y="89073"/>
                  </a:cubicBezTo>
                  <a:cubicBezTo>
                    <a:pt x="146340" y="101728"/>
                    <a:pt x="134601" y="116331"/>
                    <a:pt x="142427" y="127039"/>
                  </a:cubicBezTo>
                  <a:cubicBezTo>
                    <a:pt x="146340" y="129959"/>
                    <a:pt x="154166" y="129959"/>
                    <a:pt x="158079" y="131906"/>
                  </a:cubicBezTo>
                  <a:cubicBezTo>
                    <a:pt x="139491" y="149427"/>
                    <a:pt x="127752" y="154294"/>
                    <a:pt x="130687" y="171816"/>
                  </a:cubicBezTo>
                  <a:cubicBezTo>
                    <a:pt x="128731" y="182524"/>
                    <a:pt x="135578" y="187391"/>
                    <a:pt x="145361" y="184471"/>
                  </a:cubicBezTo>
                  <a:cubicBezTo>
                    <a:pt x="158079" y="185444"/>
                    <a:pt x="169818" y="181550"/>
                    <a:pt x="182534" y="182524"/>
                  </a:cubicBezTo>
                  <a:cubicBezTo>
                    <a:pt x="166882" y="235091"/>
                    <a:pt x="191338" y="272081"/>
                    <a:pt x="197207" y="313940"/>
                  </a:cubicBezTo>
                  <a:cubicBezTo>
                    <a:pt x="212860" y="254559"/>
                    <a:pt x="222642" y="205888"/>
                    <a:pt x="239274" y="147480"/>
                  </a:cubicBezTo>
                  <a:cubicBezTo>
                    <a:pt x="263729" y="136773"/>
                    <a:pt x="260796" y="108542"/>
                    <a:pt x="232425" y="98807"/>
                  </a:cubicBezTo>
                  <a:cubicBezTo>
                    <a:pt x="230468" y="40402"/>
                    <a:pt x="222642" y="-9245"/>
                    <a:pt x="199164" y="1463"/>
                  </a:cubicBezTo>
                  <a:close/>
                  <a:moveTo>
                    <a:pt x="104273" y="5357"/>
                  </a:moveTo>
                  <a:cubicBezTo>
                    <a:pt x="131665" y="-5351"/>
                    <a:pt x="121882" y="14118"/>
                    <a:pt x="106230" y="36508"/>
                  </a:cubicBezTo>
                  <a:cubicBezTo>
                    <a:pt x="93514" y="50136"/>
                    <a:pt x="82754" y="65711"/>
                    <a:pt x="81774" y="85179"/>
                  </a:cubicBezTo>
                  <a:cubicBezTo>
                    <a:pt x="81774" y="92967"/>
                    <a:pt x="84710" y="100754"/>
                    <a:pt x="84710" y="108542"/>
                  </a:cubicBezTo>
                  <a:cubicBezTo>
                    <a:pt x="84710" y="118278"/>
                    <a:pt x="80797" y="128012"/>
                    <a:pt x="80797" y="138720"/>
                  </a:cubicBezTo>
                  <a:cubicBezTo>
                    <a:pt x="81774" y="155268"/>
                    <a:pt x="116013" y="121198"/>
                    <a:pt x="119926" y="104648"/>
                  </a:cubicBezTo>
                  <a:cubicBezTo>
                    <a:pt x="121882" y="98807"/>
                    <a:pt x="127752" y="97834"/>
                    <a:pt x="132644" y="93940"/>
                  </a:cubicBezTo>
                  <a:cubicBezTo>
                    <a:pt x="129708" y="100754"/>
                    <a:pt x="136557" y="102701"/>
                    <a:pt x="132644" y="109515"/>
                  </a:cubicBezTo>
                  <a:cubicBezTo>
                    <a:pt x="120905" y="130932"/>
                    <a:pt x="97427" y="159162"/>
                    <a:pt x="84710" y="178630"/>
                  </a:cubicBezTo>
                  <a:cubicBezTo>
                    <a:pt x="85687" y="208808"/>
                    <a:pt x="90578" y="236064"/>
                    <a:pt x="82754" y="257479"/>
                  </a:cubicBezTo>
                  <a:cubicBezTo>
                    <a:pt x="68079" y="262346"/>
                    <a:pt x="47536" y="246772"/>
                    <a:pt x="53406" y="230223"/>
                  </a:cubicBezTo>
                  <a:cubicBezTo>
                    <a:pt x="59275" y="233144"/>
                    <a:pt x="64166" y="239958"/>
                    <a:pt x="71992" y="231197"/>
                  </a:cubicBezTo>
                  <a:cubicBezTo>
                    <a:pt x="71992" y="220489"/>
                    <a:pt x="71992" y="208808"/>
                    <a:pt x="71992" y="198100"/>
                  </a:cubicBezTo>
                  <a:cubicBezTo>
                    <a:pt x="55362" y="206861"/>
                    <a:pt x="38731" y="214649"/>
                    <a:pt x="21122" y="223409"/>
                  </a:cubicBezTo>
                  <a:cubicBezTo>
                    <a:pt x="13296" y="226330"/>
                    <a:pt x="2536" y="224383"/>
                    <a:pt x="6449" y="201994"/>
                  </a:cubicBezTo>
                  <a:cubicBezTo>
                    <a:pt x="23079" y="180577"/>
                    <a:pt x="37754" y="160135"/>
                    <a:pt x="39710" y="136773"/>
                  </a:cubicBezTo>
                  <a:cubicBezTo>
                    <a:pt x="27971" y="140666"/>
                    <a:pt x="17209" y="145534"/>
                    <a:pt x="5470" y="150401"/>
                  </a:cubicBezTo>
                  <a:cubicBezTo>
                    <a:pt x="-3334" y="154294"/>
                    <a:pt x="-400" y="139693"/>
                    <a:pt x="6449" y="128985"/>
                  </a:cubicBezTo>
                  <a:cubicBezTo>
                    <a:pt x="19165" y="107568"/>
                    <a:pt x="59275" y="93940"/>
                    <a:pt x="61232" y="90047"/>
                  </a:cubicBezTo>
                  <a:cubicBezTo>
                    <a:pt x="70035" y="51110"/>
                    <a:pt x="81774" y="19958"/>
                    <a:pt x="104273" y="5357"/>
                  </a:cubicBezTo>
                  <a:close/>
                  <a:moveTo>
                    <a:pt x="58296" y="159162"/>
                  </a:moveTo>
                  <a:cubicBezTo>
                    <a:pt x="53406" y="159162"/>
                    <a:pt x="48513" y="162082"/>
                    <a:pt x="48513" y="165975"/>
                  </a:cubicBezTo>
                  <a:cubicBezTo>
                    <a:pt x="48513" y="168896"/>
                    <a:pt x="53406" y="172789"/>
                    <a:pt x="58296" y="172789"/>
                  </a:cubicBezTo>
                  <a:cubicBezTo>
                    <a:pt x="63188" y="172789"/>
                    <a:pt x="67101" y="168896"/>
                    <a:pt x="67101" y="165975"/>
                  </a:cubicBezTo>
                  <a:cubicBezTo>
                    <a:pt x="67101" y="162082"/>
                    <a:pt x="63188" y="159162"/>
                    <a:pt x="58296" y="159162"/>
                  </a:cubicBezTo>
                  <a:close/>
                  <a:moveTo>
                    <a:pt x="162969" y="106595"/>
                  </a:moveTo>
                  <a:cubicBezTo>
                    <a:pt x="161013" y="95887"/>
                    <a:pt x="166882" y="92967"/>
                    <a:pt x="179599" y="93940"/>
                  </a:cubicBezTo>
                  <a:cubicBezTo>
                    <a:pt x="189381" y="99781"/>
                    <a:pt x="192317" y="103674"/>
                    <a:pt x="190361" y="112435"/>
                  </a:cubicBezTo>
                  <a:cubicBezTo>
                    <a:pt x="178621" y="114384"/>
                    <a:pt x="168839" y="112435"/>
                    <a:pt x="162969" y="106595"/>
                  </a:cubicBezTo>
                  <a:close/>
                  <a:moveTo>
                    <a:pt x="162969" y="156241"/>
                  </a:moveTo>
                  <a:cubicBezTo>
                    <a:pt x="161013" y="145534"/>
                    <a:pt x="165905" y="136773"/>
                    <a:pt x="178621" y="136773"/>
                  </a:cubicBezTo>
                  <a:cubicBezTo>
                    <a:pt x="178621" y="137746"/>
                    <a:pt x="187425" y="135799"/>
                    <a:pt x="187425" y="149427"/>
                  </a:cubicBezTo>
                  <a:cubicBezTo>
                    <a:pt x="174708" y="151374"/>
                    <a:pt x="168839" y="162082"/>
                    <a:pt x="162969" y="156241"/>
                  </a:cubicBezTo>
                  <a:close/>
                </a:path>
              </a:pathLst>
            </a:custGeom>
            <a:solidFill>
              <a:srgbClr val="000000"/>
            </a:solidFill>
            <a:ln w="1933" cap="flat">
              <a:noFill/>
              <a:prstDash val="solid"/>
              <a:miter/>
            </a:ln>
          </p:spPr>
          <p:txBody>
            <a:bodyPr rtlCol="0" anchor="ctr"/>
            <a:lstStyle/>
            <a:p>
              <a:endParaRPr lang="zh-CN" altLang="en-US"/>
            </a:p>
          </p:txBody>
        </p:sp>
        <p:sp>
          <p:nvSpPr>
            <p:cNvPr id="64" name="任意多边形: 形状 63"/>
            <p:cNvSpPr/>
            <p:nvPr/>
          </p:nvSpPr>
          <p:spPr>
            <a:xfrm>
              <a:off x="6176758" y="410754"/>
              <a:ext cx="311573" cy="244758"/>
            </a:xfrm>
            <a:custGeom>
              <a:avLst/>
              <a:gdLst>
                <a:gd name="connsiteX0" fmla="*/ 76920 w 311573"/>
                <a:gd name="connsiteY0" fmla="*/ 31328 h 244758"/>
                <a:gd name="connsiteX1" fmla="*/ 59394 w 311573"/>
                <a:gd name="connsiteY1" fmla="*/ 81257 h 244758"/>
                <a:gd name="connsiteX2" fmla="*/ 26288 w 311573"/>
                <a:gd name="connsiteY2" fmla="*/ 90068 h 244758"/>
                <a:gd name="connsiteX3" fmla="*/ 52578 w 311573"/>
                <a:gd name="connsiteY3" fmla="*/ 117480 h 244758"/>
                <a:gd name="connsiteX4" fmla="*/ 43816 w 311573"/>
                <a:gd name="connsiteY4" fmla="*/ 171325 h 244758"/>
                <a:gd name="connsiteX5" fmla="*/ 37000 w 311573"/>
                <a:gd name="connsiteY5" fmla="*/ 179156 h 244758"/>
                <a:gd name="connsiteX6" fmla="*/ 0 w 311573"/>
                <a:gd name="connsiteY6" fmla="*/ 195799 h 244758"/>
                <a:gd name="connsiteX7" fmla="*/ 27264 w 311573"/>
                <a:gd name="connsiteY7" fmla="*/ 230065 h 244758"/>
                <a:gd name="connsiteX8" fmla="*/ 46736 w 311573"/>
                <a:gd name="connsiteY8" fmla="*/ 209507 h 244758"/>
                <a:gd name="connsiteX9" fmla="*/ 59394 w 311573"/>
                <a:gd name="connsiteY9" fmla="*/ 229086 h 244758"/>
                <a:gd name="connsiteX10" fmla="*/ 78867 w 311573"/>
                <a:gd name="connsiteY10" fmla="*/ 212443 h 244758"/>
                <a:gd name="connsiteX11" fmla="*/ 72051 w 311573"/>
                <a:gd name="connsiteY11" fmla="*/ 171325 h 244758"/>
                <a:gd name="connsiteX12" fmla="*/ 118787 w 311573"/>
                <a:gd name="connsiteY12" fmla="*/ 102796 h 244758"/>
                <a:gd name="connsiteX13" fmla="*/ 150918 w 311573"/>
                <a:gd name="connsiteY13" fmla="*/ 119439 h 244758"/>
                <a:gd name="connsiteX14" fmla="*/ 132419 w 311573"/>
                <a:gd name="connsiteY14" fmla="*/ 138038 h 244758"/>
                <a:gd name="connsiteX15" fmla="*/ 110998 w 311573"/>
                <a:gd name="connsiteY15" fmla="*/ 140976 h 244758"/>
                <a:gd name="connsiteX16" fmla="*/ 110024 w 311573"/>
                <a:gd name="connsiteY16" fmla="*/ 169368 h 244758"/>
                <a:gd name="connsiteX17" fmla="*/ 162603 w 311573"/>
                <a:gd name="connsiteY17" fmla="*/ 198737 h 244758"/>
                <a:gd name="connsiteX18" fmla="*/ 116840 w 311573"/>
                <a:gd name="connsiteY18" fmla="*/ 202654 h 244758"/>
                <a:gd name="connsiteX19" fmla="*/ 101261 w 311573"/>
                <a:gd name="connsiteY19" fmla="*/ 169368 h 244758"/>
                <a:gd name="connsiteX20" fmla="*/ 90552 w 311573"/>
                <a:gd name="connsiteY20" fmla="*/ 224191 h 244758"/>
                <a:gd name="connsiteX21" fmla="*/ 186944 w 311573"/>
                <a:gd name="connsiteY21" fmla="*/ 215380 h 244758"/>
                <a:gd name="connsiteX22" fmla="*/ 212259 w 311573"/>
                <a:gd name="connsiteY22" fmla="*/ 243772 h 244758"/>
                <a:gd name="connsiteX23" fmla="*/ 311573 w 311573"/>
                <a:gd name="connsiteY23" fmla="*/ 233002 h 244758"/>
                <a:gd name="connsiteX24" fmla="*/ 303784 w 311573"/>
                <a:gd name="connsiteY24" fmla="*/ 226150 h 244758"/>
                <a:gd name="connsiteX25" fmla="*/ 248285 w 311573"/>
                <a:gd name="connsiteY25" fmla="*/ 211465 h 244758"/>
                <a:gd name="connsiteX26" fmla="*/ 208365 w 311573"/>
                <a:gd name="connsiteY26" fmla="*/ 187968 h 244758"/>
                <a:gd name="connsiteX27" fmla="*/ 217128 w 311573"/>
                <a:gd name="connsiteY27" fmla="*/ 104752 h 244758"/>
                <a:gd name="connsiteX28" fmla="*/ 184024 w 311573"/>
                <a:gd name="connsiteY28" fmla="*/ 116501 h 244758"/>
                <a:gd name="connsiteX29" fmla="*/ 209339 w 311573"/>
                <a:gd name="connsiteY29" fmla="*/ 92026 h 244758"/>
                <a:gd name="connsiteX30" fmla="*/ 234653 w 311573"/>
                <a:gd name="connsiteY30" fmla="*/ 70489 h 244758"/>
                <a:gd name="connsiteX31" fmla="*/ 233680 w 311573"/>
                <a:gd name="connsiteY31" fmla="*/ 33286 h 244758"/>
                <a:gd name="connsiteX32" fmla="*/ 188891 w 311573"/>
                <a:gd name="connsiteY32" fmla="*/ 63634 h 244758"/>
                <a:gd name="connsiteX33" fmla="*/ 169419 w 311573"/>
                <a:gd name="connsiteY33" fmla="*/ 0 h 244758"/>
                <a:gd name="connsiteX34" fmla="*/ 158707 w 311573"/>
                <a:gd name="connsiteY34" fmla="*/ 70489 h 244758"/>
                <a:gd name="connsiteX35" fmla="*/ 111971 w 311573"/>
                <a:gd name="connsiteY35" fmla="*/ 93985 h 244758"/>
                <a:gd name="connsiteX36" fmla="*/ 78867 w 311573"/>
                <a:gd name="connsiteY36" fmla="*/ 130207 h 244758"/>
                <a:gd name="connsiteX37" fmla="*/ 88603 w 311573"/>
                <a:gd name="connsiteY37" fmla="*/ 92026 h 244758"/>
                <a:gd name="connsiteX38" fmla="*/ 76920 w 311573"/>
                <a:gd name="connsiteY38" fmla="*/ 31328 h 244758"/>
                <a:gd name="connsiteX39" fmla="*/ 164549 w 311573"/>
                <a:gd name="connsiteY39" fmla="*/ 158598 h 244758"/>
                <a:gd name="connsiteX40" fmla="*/ 194733 w 311573"/>
                <a:gd name="connsiteY40" fmla="*/ 135103 h 244758"/>
                <a:gd name="connsiteX41" fmla="*/ 184024 w 311573"/>
                <a:gd name="connsiteY41" fmla="*/ 177200 h 244758"/>
                <a:gd name="connsiteX42" fmla="*/ 164549 w 311573"/>
                <a:gd name="connsiteY42" fmla="*/ 158598 h 24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11573" h="244758">
                  <a:moveTo>
                    <a:pt x="76920" y="31328"/>
                  </a:moveTo>
                  <a:cubicBezTo>
                    <a:pt x="70104" y="46991"/>
                    <a:pt x="64262" y="63634"/>
                    <a:pt x="59394" y="81257"/>
                  </a:cubicBezTo>
                  <a:cubicBezTo>
                    <a:pt x="60368" y="97900"/>
                    <a:pt x="44789" y="94964"/>
                    <a:pt x="26288" y="90068"/>
                  </a:cubicBezTo>
                  <a:cubicBezTo>
                    <a:pt x="26288" y="102796"/>
                    <a:pt x="35051" y="110628"/>
                    <a:pt x="52578" y="117480"/>
                  </a:cubicBezTo>
                  <a:cubicBezTo>
                    <a:pt x="50630" y="138038"/>
                    <a:pt x="48683" y="159578"/>
                    <a:pt x="43816" y="171325"/>
                  </a:cubicBezTo>
                  <a:cubicBezTo>
                    <a:pt x="41867" y="175241"/>
                    <a:pt x="38947" y="178179"/>
                    <a:pt x="37000" y="179156"/>
                  </a:cubicBezTo>
                  <a:cubicBezTo>
                    <a:pt x="22395" y="189926"/>
                    <a:pt x="13632" y="192864"/>
                    <a:pt x="0" y="195799"/>
                  </a:cubicBezTo>
                  <a:cubicBezTo>
                    <a:pt x="11683" y="222233"/>
                    <a:pt x="7789" y="230065"/>
                    <a:pt x="27264" y="230065"/>
                  </a:cubicBezTo>
                  <a:cubicBezTo>
                    <a:pt x="31157" y="223212"/>
                    <a:pt x="42842" y="217339"/>
                    <a:pt x="46736" y="209507"/>
                  </a:cubicBezTo>
                  <a:cubicBezTo>
                    <a:pt x="48683" y="218318"/>
                    <a:pt x="57446" y="221254"/>
                    <a:pt x="59394" y="229086"/>
                  </a:cubicBezTo>
                  <a:cubicBezTo>
                    <a:pt x="68157" y="226150"/>
                    <a:pt x="75947" y="226150"/>
                    <a:pt x="78867" y="212443"/>
                  </a:cubicBezTo>
                  <a:cubicBezTo>
                    <a:pt x="75947" y="198737"/>
                    <a:pt x="73998" y="185032"/>
                    <a:pt x="72051" y="171325"/>
                  </a:cubicBezTo>
                  <a:cubicBezTo>
                    <a:pt x="89576" y="158598"/>
                    <a:pt x="106130" y="134123"/>
                    <a:pt x="118787" y="102796"/>
                  </a:cubicBezTo>
                  <a:cubicBezTo>
                    <a:pt x="126576" y="108669"/>
                    <a:pt x="136314" y="117480"/>
                    <a:pt x="150918" y="119439"/>
                  </a:cubicBezTo>
                  <a:cubicBezTo>
                    <a:pt x="144104" y="125312"/>
                    <a:pt x="139235" y="133144"/>
                    <a:pt x="132419" y="138038"/>
                  </a:cubicBezTo>
                  <a:cubicBezTo>
                    <a:pt x="123656" y="139997"/>
                    <a:pt x="119760" y="139997"/>
                    <a:pt x="110998" y="140976"/>
                  </a:cubicBezTo>
                  <a:cubicBezTo>
                    <a:pt x="112944" y="150767"/>
                    <a:pt x="108077" y="159578"/>
                    <a:pt x="110024" y="169368"/>
                  </a:cubicBezTo>
                  <a:cubicBezTo>
                    <a:pt x="127550" y="179156"/>
                    <a:pt x="145077" y="188947"/>
                    <a:pt x="162603" y="198737"/>
                  </a:cubicBezTo>
                  <a:cubicBezTo>
                    <a:pt x="146050" y="204611"/>
                    <a:pt x="127550" y="209507"/>
                    <a:pt x="116840" y="202654"/>
                  </a:cubicBezTo>
                  <a:cubicBezTo>
                    <a:pt x="107104" y="197758"/>
                    <a:pt x="104182" y="184053"/>
                    <a:pt x="101261" y="169368"/>
                  </a:cubicBezTo>
                  <a:cubicBezTo>
                    <a:pt x="91525" y="178179"/>
                    <a:pt x="88603" y="207548"/>
                    <a:pt x="90552" y="224191"/>
                  </a:cubicBezTo>
                  <a:cubicBezTo>
                    <a:pt x="122682" y="231044"/>
                    <a:pt x="155787" y="228108"/>
                    <a:pt x="186944" y="215380"/>
                  </a:cubicBezTo>
                  <a:cubicBezTo>
                    <a:pt x="200576" y="219297"/>
                    <a:pt x="198629" y="240834"/>
                    <a:pt x="212259" y="243772"/>
                  </a:cubicBezTo>
                  <a:cubicBezTo>
                    <a:pt x="237576" y="249645"/>
                    <a:pt x="286259" y="227129"/>
                    <a:pt x="311573" y="233002"/>
                  </a:cubicBezTo>
                  <a:cubicBezTo>
                    <a:pt x="307678" y="230065"/>
                    <a:pt x="308653" y="227129"/>
                    <a:pt x="303784" y="226150"/>
                  </a:cubicBezTo>
                  <a:cubicBezTo>
                    <a:pt x="287232" y="222233"/>
                    <a:pt x="265811" y="219297"/>
                    <a:pt x="248285" y="211465"/>
                  </a:cubicBezTo>
                  <a:cubicBezTo>
                    <a:pt x="228811" y="202654"/>
                    <a:pt x="220048" y="195799"/>
                    <a:pt x="208365" y="187968"/>
                  </a:cubicBezTo>
                  <a:cubicBezTo>
                    <a:pt x="225891" y="159578"/>
                    <a:pt x="234653" y="115522"/>
                    <a:pt x="217128" y="104752"/>
                  </a:cubicBezTo>
                  <a:cubicBezTo>
                    <a:pt x="210312" y="100837"/>
                    <a:pt x="198629" y="112584"/>
                    <a:pt x="184024" y="116501"/>
                  </a:cubicBezTo>
                  <a:cubicBezTo>
                    <a:pt x="184997" y="105732"/>
                    <a:pt x="188891" y="92026"/>
                    <a:pt x="209339" y="92026"/>
                  </a:cubicBezTo>
                  <a:cubicBezTo>
                    <a:pt x="220048" y="91047"/>
                    <a:pt x="225891" y="77342"/>
                    <a:pt x="234653" y="70489"/>
                  </a:cubicBezTo>
                  <a:cubicBezTo>
                    <a:pt x="236600" y="57761"/>
                    <a:pt x="237576" y="43076"/>
                    <a:pt x="233680" y="33286"/>
                  </a:cubicBezTo>
                  <a:cubicBezTo>
                    <a:pt x="215181" y="49929"/>
                    <a:pt x="204470" y="60699"/>
                    <a:pt x="188891" y="63634"/>
                  </a:cubicBezTo>
                  <a:cubicBezTo>
                    <a:pt x="194733" y="37203"/>
                    <a:pt x="188891" y="15664"/>
                    <a:pt x="169419" y="0"/>
                  </a:cubicBezTo>
                  <a:cubicBezTo>
                    <a:pt x="159682" y="29369"/>
                    <a:pt x="154813" y="54823"/>
                    <a:pt x="158707" y="70489"/>
                  </a:cubicBezTo>
                  <a:cubicBezTo>
                    <a:pt x="143128" y="93006"/>
                    <a:pt x="127550" y="81257"/>
                    <a:pt x="111971" y="93985"/>
                  </a:cubicBezTo>
                  <a:cubicBezTo>
                    <a:pt x="103208" y="101817"/>
                    <a:pt x="94445" y="114543"/>
                    <a:pt x="78867" y="130207"/>
                  </a:cubicBezTo>
                  <a:cubicBezTo>
                    <a:pt x="66210" y="120418"/>
                    <a:pt x="69131" y="110628"/>
                    <a:pt x="88603" y="92026"/>
                  </a:cubicBezTo>
                  <a:cubicBezTo>
                    <a:pt x="106130" y="73425"/>
                    <a:pt x="100288" y="29369"/>
                    <a:pt x="76920" y="31328"/>
                  </a:cubicBezTo>
                  <a:close/>
                  <a:moveTo>
                    <a:pt x="164549" y="158598"/>
                  </a:moveTo>
                  <a:cubicBezTo>
                    <a:pt x="171365" y="150767"/>
                    <a:pt x="182075" y="142935"/>
                    <a:pt x="194733" y="135103"/>
                  </a:cubicBezTo>
                  <a:cubicBezTo>
                    <a:pt x="200576" y="149787"/>
                    <a:pt x="187917" y="157619"/>
                    <a:pt x="184024" y="177200"/>
                  </a:cubicBezTo>
                  <a:cubicBezTo>
                    <a:pt x="167470" y="171325"/>
                    <a:pt x="159682" y="167410"/>
                    <a:pt x="164549" y="158598"/>
                  </a:cubicBezTo>
                  <a:close/>
                </a:path>
              </a:pathLst>
            </a:custGeom>
            <a:solidFill>
              <a:srgbClr val="000000"/>
            </a:solidFill>
            <a:ln w="1933" cap="flat">
              <a:noFill/>
              <a:prstDash val="solid"/>
              <a:miter/>
            </a:ln>
          </p:spPr>
          <p:txBody>
            <a:bodyPr rtlCol="0" anchor="ctr"/>
            <a:lstStyle/>
            <a:p>
              <a:endParaRPr lang="zh-CN" altLang="en-US"/>
            </a:p>
          </p:txBody>
        </p:sp>
        <p:sp>
          <p:nvSpPr>
            <p:cNvPr id="65" name="任意多边形: 形状 64"/>
            <p:cNvSpPr/>
            <p:nvPr/>
          </p:nvSpPr>
          <p:spPr>
            <a:xfrm>
              <a:off x="5286549" y="791996"/>
              <a:ext cx="1445622" cy="112243"/>
            </a:xfrm>
            <a:custGeom>
              <a:avLst/>
              <a:gdLst>
                <a:gd name="connsiteX0" fmla="*/ 31173 w 1445622"/>
                <a:gd name="connsiteY0" fmla="*/ 975 h 112243"/>
                <a:gd name="connsiteX1" fmla="*/ 37017 w 1445622"/>
                <a:gd name="connsiteY1" fmla="*/ 975 h 112243"/>
                <a:gd name="connsiteX2" fmla="*/ 37017 w 1445622"/>
                <a:gd name="connsiteY2" fmla="*/ 50754 h 112243"/>
                <a:gd name="connsiteX3" fmla="*/ 35068 w 1445622"/>
                <a:gd name="connsiteY3" fmla="*/ 71250 h 112243"/>
                <a:gd name="connsiteX4" fmla="*/ 30197 w 1445622"/>
                <a:gd name="connsiteY4" fmla="*/ 83939 h 112243"/>
                <a:gd name="connsiteX5" fmla="*/ 18509 w 1445622"/>
                <a:gd name="connsiteY5" fmla="*/ 87842 h 112243"/>
                <a:gd name="connsiteX6" fmla="*/ 7793 w 1445622"/>
                <a:gd name="connsiteY6" fmla="*/ 83939 h 112243"/>
                <a:gd name="connsiteX7" fmla="*/ 1949 w 1445622"/>
                <a:gd name="connsiteY7" fmla="*/ 72227 h 112243"/>
                <a:gd name="connsiteX8" fmla="*/ 0 w 1445622"/>
                <a:gd name="connsiteY8" fmla="*/ 50754 h 112243"/>
                <a:gd name="connsiteX9" fmla="*/ 0 w 1445622"/>
                <a:gd name="connsiteY9" fmla="*/ 975 h 112243"/>
                <a:gd name="connsiteX10" fmla="*/ 6820 w 1445622"/>
                <a:gd name="connsiteY10" fmla="*/ 975 h 112243"/>
                <a:gd name="connsiteX11" fmla="*/ 6820 w 1445622"/>
                <a:gd name="connsiteY11" fmla="*/ 50754 h 112243"/>
                <a:gd name="connsiteX12" fmla="*/ 7793 w 1445622"/>
                <a:gd name="connsiteY12" fmla="*/ 67346 h 112243"/>
                <a:gd name="connsiteX13" fmla="*/ 11689 w 1445622"/>
                <a:gd name="connsiteY13" fmla="*/ 75155 h 112243"/>
                <a:gd name="connsiteX14" fmla="*/ 18509 w 1445622"/>
                <a:gd name="connsiteY14" fmla="*/ 78083 h 112243"/>
                <a:gd name="connsiteX15" fmla="*/ 28251 w 1445622"/>
                <a:gd name="connsiteY15" fmla="*/ 72227 h 112243"/>
                <a:gd name="connsiteX16" fmla="*/ 31173 w 1445622"/>
                <a:gd name="connsiteY16" fmla="*/ 50754 h 112243"/>
                <a:gd name="connsiteX17" fmla="*/ 31173 w 1445622"/>
                <a:gd name="connsiteY17" fmla="*/ 975 h 112243"/>
                <a:gd name="connsiteX18" fmla="*/ 50655 w 1445622"/>
                <a:gd name="connsiteY18" fmla="*/ 86867 h 112243"/>
                <a:gd name="connsiteX19" fmla="*/ 50655 w 1445622"/>
                <a:gd name="connsiteY19" fmla="*/ 24401 h 112243"/>
                <a:gd name="connsiteX20" fmla="*/ 55526 w 1445622"/>
                <a:gd name="connsiteY20" fmla="*/ 24401 h 112243"/>
                <a:gd name="connsiteX21" fmla="*/ 55526 w 1445622"/>
                <a:gd name="connsiteY21" fmla="*/ 33185 h 112243"/>
                <a:gd name="connsiteX22" fmla="*/ 66241 w 1445622"/>
                <a:gd name="connsiteY22" fmla="*/ 23424 h 112243"/>
                <a:gd name="connsiteX23" fmla="*/ 72086 w 1445622"/>
                <a:gd name="connsiteY23" fmla="*/ 25377 h 112243"/>
                <a:gd name="connsiteX24" fmla="*/ 75983 w 1445622"/>
                <a:gd name="connsiteY24" fmla="*/ 30257 h 112243"/>
                <a:gd name="connsiteX25" fmla="*/ 77932 w 1445622"/>
                <a:gd name="connsiteY25" fmla="*/ 38066 h 112243"/>
                <a:gd name="connsiteX26" fmla="*/ 77932 w 1445622"/>
                <a:gd name="connsiteY26" fmla="*/ 48801 h 112243"/>
                <a:gd name="connsiteX27" fmla="*/ 77932 w 1445622"/>
                <a:gd name="connsiteY27" fmla="*/ 86867 h 112243"/>
                <a:gd name="connsiteX28" fmla="*/ 72086 w 1445622"/>
                <a:gd name="connsiteY28" fmla="*/ 86867 h 112243"/>
                <a:gd name="connsiteX29" fmla="*/ 72086 w 1445622"/>
                <a:gd name="connsiteY29" fmla="*/ 48801 h 112243"/>
                <a:gd name="connsiteX30" fmla="*/ 72086 w 1445622"/>
                <a:gd name="connsiteY30" fmla="*/ 39041 h 112243"/>
                <a:gd name="connsiteX31" fmla="*/ 69164 w 1445622"/>
                <a:gd name="connsiteY31" fmla="*/ 34161 h 112243"/>
                <a:gd name="connsiteX32" fmla="*/ 65268 w 1445622"/>
                <a:gd name="connsiteY32" fmla="*/ 32208 h 112243"/>
                <a:gd name="connsiteX33" fmla="*/ 58448 w 1445622"/>
                <a:gd name="connsiteY33" fmla="*/ 37089 h 112243"/>
                <a:gd name="connsiteX34" fmla="*/ 56499 w 1445622"/>
                <a:gd name="connsiteY34" fmla="*/ 52706 h 112243"/>
                <a:gd name="connsiteX35" fmla="*/ 56499 w 1445622"/>
                <a:gd name="connsiteY35" fmla="*/ 86867 h 112243"/>
                <a:gd name="connsiteX36" fmla="*/ 50655 w 1445622"/>
                <a:gd name="connsiteY36" fmla="*/ 86867 h 112243"/>
                <a:gd name="connsiteX37" fmla="*/ 90594 w 1445622"/>
                <a:gd name="connsiteY37" fmla="*/ 13665 h 112243"/>
                <a:gd name="connsiteX38" fmla="*/ 90594 w 1445622"/>
                <a:gd name="connsiteY38" fmla="*/ 975 h 112243"/>
                <a:gd name="connsiteX39" fmla="*/ 96441 w 1445622"/>
                <a:gd name="connsiteY39" fmla="*/ 975 h 112243"/>
                <a:gd name="connsiteX40" fmla="*/ 96441 w 1445622"/>
                <a:gd name="connsiteY40" fmla="*/ 13665 h 112243"/>
                <a:gd name="connsiteX41" fmla="*/ 90594 w 1445622"/>
                <a:gd name="connsiteY41" fmla="*/ 13665 h 112243"/>
                <a:gd name="connsiteX42" fmla="*/ 90594 w 1445622"/>
                <a:gd name="connsiteY42" fmla="*/ 86867 h 112243"/>
                <a:gd name="connsiteX43" fmla="*/ 90594 w 1445622"/>
                <a:gd name="connsiteY43" fmla="*/ 24401 h 112243"/>
                <a:gd name="connsiteX44" fmla="*/ 96441 w 1445622"/>
                <a:gd name="connsiteY44" fmla="*/ 24401 h 112243"/>
                <a:gd name="connsiteX45" fmla="*/ 96441 w 1445622"/>
                <a:gd name="connsiteY45" fmla="*/ 86867 h 112243"/>
                <a:gd name="connsiteX46" fmla="*/ 90594 w 1445622"/>
                <a:gd name="connsiteY46" fmla="*/ 86867 h 112243"/>
                <a:gd name="connsiteX47" fmla="*/ 117871 w 1445622"/>
                <a:gd name="connsiteY47" fmla="*/ 86867 h 112243"/>
                <a:gd name="connsiteX48" fmla="*/ 105207 w 1445622"/>
                <a:gd name="connsiteY48" fmla="*/ 24401 h 112243"/>
                <a:gd name="connsiteX49" fmla="*/ 111052 w 1445622"/>
                <a:gd name="connsiteY49" fmla="*/ 24401 h 112243"/>
                <a:gd name="connsiteX50" fmla="*/ 118845 w 1445622"/>
                <a:gd name="connsiteY50" fmla="*/ 61490 h 112243"/>
                <a:gd name="connsiteX51" fmla="*/ 120794 w 1445622"/>
                <a:gd name="connsiteY51" fmla="*/ 74178 h 112243"/>
                <a:gd name="connsiteX52" fmla="*/ 122742 w 1445622"/>
                <a:gd name="connsiteY52" fmla="*/ 62466 h 112243"/>
                <a:gd name="connsiteX53" fmla="*/ 130534 w 1445622"/>
                <a:gd name="connsiteY53" fmla="*/ 24401 h 112243"/>
                <a:gd name="connsiteX54" fmla="*/ 136380 w 1445622"/>
                <a:gd name="connsiteY54" fmla="*/ 24401 h 112243"/>
                <a:gd name="connsiteX55" fmla="*/ 123716 w 1445622"/>
                <a:gd name="connsiteY55" fmla="*/ 86867 h 112243"/>
                <a:gd name="connsiteX56" fmla="*/ 117871 w 1445622"/>
                <a:gd name="connsiteY56" fmla="*/ 86867 h 112243"/>
                <a:gd name="connsiteX57" fmla="*/ 168526 w 1445622"/>
                <a:gd name="connsiteY57" fmla="*/ 66371 h 112243"/>
                <a:gd name="connsiteX58" fmla="*/ 174371 w 1445622"/>
                <a:gd name="connsiteY58" fmla="*/ 68322 h 112243"/>
                <a:gd name="connsiteX59" fmla="*/ 169500 w 1445622"/>
                <a:gd name="connsiteY59" fmla="*/ 82964 h 112243"/>
                <a:gd name="connsiteX60" fmla="*/ 159760 w 1445622"/>
                <a:gd name="connsiteY60" fmla="*/ 87842 h 112243"/>
                <a:gd name="connsiteX61" fmla="*/ 148069 w 1445622"/>
                <a:gd name="connsiteY61" fmla="*/ 80036 h 112243"/>
                <a:gd name="connsiteX62" fmla="*/ 143198 w 1445622"/>
                <a:gd name="connsiteY62" fmla="*/ 56610 h 112243"/>
                <a:gd name="connsiteX63" fmla="*/ 148069 w 1445622"/>
                <a:gd name="connsiteY63" fmla="*/ 32208 h 112243"/>
                <a:gd name="connsiteX64" fmla="*/ 159760 w 1445622"/>
                <a:gd name="connsiteY64" fmla="*/ 23424 h 112243"/>
                <a:gd name="connsiteX65" fmla="*/ 170475 w 1445622"/>
                <a:gd name="connsiteY65" fmla="*/ 32208 h 112243"/>
                <a:gd name="connsiteX66" fmla="*/ 175344 w 1445622"/>
                <a:gd name="connsiteY66" fmla="*/ 55634 h 112243"/>
                <a:gd name="connsiteX67" fmla="*/ 174371 w 1445622"/>
                <a:gd name="connsiteY67" fmla="*/ 58562 h 112243"/>
                <a:gd name="connsiteX68" fmla="*/ 149044 w 1445622"/>
                <a:gd name="connsiteY68" fmla="*/ 58562 h 112243"/>
                <a:gd name="connsiteX69" fmla="*/ 152940 w 1445622"/>
                <a:gd name="connsiteY69" fmla="*/ 74178 h 112243"/>
                <a:gd name="connsiteX70" fmla="*/ 159760 w 1445622"/>
                <a:gd name="connsiteY70" fmla="*/ 79058 h 112243"/>
                <a:gd name="connsiteX71" fmla="*/ 165604 w 1445622"/>
                <a:gd name="connsiteY71" fmla="*/ 76130 h 112243"/>
                <a:gd name="connsiteX72" fmla="*/ 168526 w 1445622"/>
                <a:gd name="connsiteY72" fmla="*/ 66371 h 112243"/>
                <a:gd name="connsiteX73" fmla="*/ 150018 w 1445622"/>
                <a:gd name="connsiteY73" fmla="*/ 49778 h 112243"/>
                <a:gd name="connsiteX74" fmla="*/ 168526 w 1445622"/>
                <a:gd name="connsiteY74" fmla="*/ 49778 h 112243"/>
                <a:gd name="connsiteX75" fmla="*/ 166578 w 1445622"/>
                <a:gd name="connsiteY75" fmla="*/ 38066 h 112243"/>
                <a:gd name="connsiteX76" fmla="*/ 159760 w 1445622"/>
                <a:gd name="connsiteY76" fmla="*/ 32208 h 112243"/>
                <a:gd name="connsiteX77" fmla="*/ 152940 w 1445622"/>
                <a:gd name="connsiteY77" fmla="*/ 37089 h 112243"/>
                <a:gd name="connsiteX78" fmla="*/ 150018 w 1445622"/>
                <a:gd name="connsiteY78" fmla="*/ 49778 h 112243"/>
                <a:gd name="connsiteX79" fmla="*/ 185086 w 1445622"/>
                <a:gd name="connsiteY79" fmla="*/ 86867 h 112243"/>
                <a:gd name="connsiteX80" fmla="*/ 185086 w 1445622"/>
                <a:gd name="connsiteY80" fmla="*/ 24401 h 112243"/>
                <a:gd name="connsiteX81" fmla="*/ 190931 w 1445622"/>
                <a:gd name="connsiteY81" fmla="*/ 24401 h 112243"/>
                <a:gd name="connsiteX82" fmla="*/ 190931 w 1445622"/>
                <a:gd name="connsiteY82" fmla="*/ 34161 h 112243"/>
                <a:gd name="connsiteX83" fmla="*/ 194828 w 1445622"/>
                <a:gd name="connsiteY83" fmla="*/ 25377 h 112243"/>
                <a:gd name="connsiteX84" fmla="*/ 197750 w 1445622"/>
                <a:gd name="connsiteY84" fmla="*/ 23424 h 112243"/>
                <a:gd name="connsiteX85" fmla="*/ 203595 w 1445622"/>
                <a:gd name="connsiteY85" fmla="*/ 26352 h 112243"/>
                <a:gd name="connsiteX86" fmla="*/ 201646 w 1445622"/>
                <a:gd name="connsiteY86" fmla="*/ 36113 h 112243"/>
                <a:gd name="connsiteX87" fmla="*/ 197750 w 1445622"/>
                <a:gd name="connsiteY87" fmla="*/ 34161 h 112243"/>
                <a:gd name="connsiteX88" fmla="*/ 194828 w 1445622"/>
                <a:gd name="connsiteY88" fmla="*/ 36113 h 112243"/>
                <a:gd name="connsiteX89" fmla="*/ 191906 w 1445622"/>
                <a:gd name="connsiteY89" fmla="*/ 41969 h 112243"/>
                <a:gd name="connsiteX90" fmla="*/ 190931 w 1445622"/>
                <a:gd name="connsiteY90" fmla="*/ 54657 h 112243"/>
                <a:gd name="connsiteX91" fmla="*/ 190931 w 1445622"/>
                <a:gd name="connsiteY91" fmla="*/ 86867 h 112243"/>
                <a:gd name="connsiteX92" fmla="*/ 185086 w 1445622"/>
                <a:gd name="connsiteY92" fmla="*/ 86867 h 112243"/>
                <a:gd name="connsiteX93" fmla="*/ 208466 w 1445622"/>
                <a:gd name="connsiteY93" fmla="*/ 68322 h 112243"/>
                <a:gd name="connsiteX94" fmla="*/ 214310 w 1445622"/>
                <a:gd name="connsiteY94" fmla="*/ 66371 h 112243"/>
                <a:gd name="connsiteX95" fmla="*/ 217232 w 1445622"/>
                <a:gd name="connsiteY95" fmla="*/ 76130 h 112243"/>
                <a:gd name="connsiteX96" fmla="*/ 223079 w 1445622"/>
                <a:gd name="connsiteY96" fmla="*/ 79058 h 112243"/>
                <a:gd name="connsiteX97" fmla="*/ 228923 w 1445622"/>
                <a:gd name="connsiteY97" fmla="*/ 76130 h 112243"/>
                <a:gd name="connsiteX98" fmla="*/ 230872 w 1445622"/>
                <a:gd name="connsiteY98" fmla="*/ 69299 h 112243"/>
                <a:gd name="connsiteX99" fmla="*/ 229897 w 1445622"/>
                <a:gd name="connsiteY99" fmla="*/ 64418 h 112243"/>
                <a:gd name="connsiteX100" fmla="*/ 224052 w 1445622"/>
                <a:gd name="connsiteY100" fmla="*/ 60515 h 112243"/>
                <a:gd name="connsiteX101" fmla="*/ 214310 w 1445622"/>
                <a:gd name="connsiteY101" fmla="*/ 55634 h 112243"/>
                <a:gd name="connsiteX102" fmla="*/ 211388 w 1445622"/>
                <a:gd name="connsiteY102" fmla="*/ 49778 h 112243"/>
                <a:gd name="connsiteX103" fmla="*/ 209439 w 1445622"/>
                <a:gd name="connsiteY103" fmla="*/ 40994 h 112243"/>
                <a:gd name="connsiteX104" fmla="*/ 210415 w 1445622"/>
                <a:gd name="connsiteY104" fmla="*/ 33185 h 112243"/>
                <a:gd name="connsiteX105" fmla="*/ 213337 w 1445622"/>
                <a:gd name="connsiteY105" fmla="*/ 27329 h 112243"/>
                <a:gd name="connsiteX106" fmla="*/ 217232 w 1445622"/>
                <a:gd name="connsiteY106" fmla="*/ 24401 h 112243"/>
                <a:gd name="connsiteX107" fmla="*/ 222103 w 1445622"/>
                <a:gd name="connsiteY107" fmla="*/ 23424 h 112243"/>
                <a:gd name="connsiteX108" fmla="*/ 228923 w 1445622"/>
                <a:gd name="connsiteY108" fmla="*/ 25377 h 112243"/>
                <a:gd name="connsiteX109" fmla="*/ 233794 w 1445622"/>
                <a:gd name="connsiteY109" fmla="*/ 31233 h 112243"/>
                <a:gd name="connsiteX110" fmla="*/ 235741 w 1445622"/>
                <a:gd name="connsiteY110" fmla="*/ 40994 h 112243"/>
                <a:gd name="connsiteX111" fmla="*/ 229897 w 1445622"/>
                <a:gd name="connsiteY111" fmla="*/ 41969 h 112243"/>
                <a:gd name="connsiteX112" fmla="*/ 227948 w 1445622"/>
                <a:gd name="connsiteY112" fmla="*/ 34161 h 112243"/>
                <a:gd name="connsiteX113" fmla="*/ 223079 w 1445622"/>
                <a:gd name="connsiteY113" fmla="*/ 32208 h 112243"/>
                <a:gd name="connsiteX114" fmla="*/ 217232 w 1445622"/>
                <a:gd name="connsiteY114" fmla="*/ 34161 h 112243"/>
                <a:gd name="connsiteX115" fmla="*/ 215286 w 1445622"/>
                <a:gd name="connsiteY115" fmla="*/ 40017 h 112243"/>
                <a:gd name="connsiteX116" fmla="*/ 216259 w 1445622"/>
                <a:gd name="connsiteY116" fmla="*/ 43922 h 112243"/>
                <a:gd name="connsiteX117" fmla="*/ 218208 w 1445622"/>
                <a:gd name="connsiteY117" fmla="*/ 46850 h 112243"/>
                <a:gd name="connsiteX118" fmla="*/ 223079 w 1445622"/>
                <a:gd name="connsiteY118" fmla="*/ 48801 h 112243"/>
                <a:gd name="connsiteX119" fmla="*/ 231845 w 1445622"/>
                <a:gd name="connsiteY119" fmla="*/ 53682 h 112243"/>
                <a:gd name="connsiteX120" fmla="*/ 235741 w 1445622"/>
                <a:gd name="connsiteY120" fmla="*/ 59538 h 112243"/>
                <a:gd name="connsiteX121" fmla="*/ 236716 w 1445622"/>
                <a:gd name="connsiteY121" fmla="*/ 68322 h 112243"/>
                <a:gd name="connsiteX122" fmla="*/ 235741 w 1445622"/>
                <a:gd name="connsiteY122" fmla="*/ 78083 h 112243"/>
                <a:gd name="connsiteX123" fmla="*/ 230872 w 1445622"/>
                <a:gd name="connsiteY123" fmla="*/ 85892 h 112243"/>
                <a:gd name="connsiteX124" fmla="*/ 223079 w 1445622"/>
                <a:gd name="connsiteY124" fmla="*/ 87842 h 112243"/>
                <a:gd name="connsiteX125" fmla="*/ 213337 w 1445622"/>
                <a:gd name="connsiteY125" fmla="*/ 82964 h 112243"/>
                <a:gd name="connsiteX126" fmla="*/ 208466 w 1445622"/>
                <a:gd name="connsiteY126" fmla="*/ 68322 h 112243"/>
                <a:gd name="connsiteX127" fmla="*/ 247432 w 1445622"/>
                <a:gd name="connsiteY127" fmla="*/ 13665 h 112243"/>
                <a:gd name="connsiteX128" fmla="*/ 247432 w 1445622"/>
                <a:gd name="connsiteY128" fmla="*/ 975 h 112243"/>
                <a:gd name="connsiteX129" fmla="*/ 253276 w 1445622"/>
                <a:gd name="connsiteY129" fmla="*/ 975 h 112243"/>
                <a:gd name="connsiteX130" fmla="*/ 253276 w 1445622"/>
                <a:gd name="connsiteY130" fmla="*/ 13665 h 112243"/>
                <a:gd name="connsiteX131" fmla="*/ 247432 w 1445622"/>
                <a:gd name="connsiteY131" fmla="*/ 13665 h 112243"/>
                <a:gd name="connsiteX132" fmla="*/ 247432 w 1445622"/>
                <a:gd name="connsiteY132" fmla="*/ 86867 h 112243"/>
                <a:gd name="connsiteX133" fmla="*/ 247432 w 1445622"/>
                <a:gd name="connsiteY133" fmla="*/ 24401 h 112243"/>
                <a:gd name="connsiteX134" fmla="*/ 253276 w 1445622"/>
                <a:gd name="connsiteY134" fmla="*/ 24401 h 112243"/>
                <a:gd name="connsiteX135" fmla="*/ 253276 w 1445622"/>
                <a:gd name="connsiteY135" fmla="*/ 86867 h 112243"/>
                <a:gd name="connsiteX136" fmla="*/ 247432 w 1445622"/>
                <a:gd name="connsiteY136" fmla="*/ 86867 h 112243"/>
                <a:gd name="connsiteX137" fmla="*/ 278605 w 1445622"/>
                <a:gd name="connsiteY137" fmla="*/ 77106 h 112243"/>
                <a:gd name="connsiteX138" fmla="*/ 279578 w 1445622"/>
                <a:gd name="connsiteY138" fmla="*/ 86867 h 112243"/>
                <a:gd name="connsiteX139" fmla="*/ 274707 w 1445622"/>
                <a:gd name="connsiteY139" fmla="*/ 87842 h 112243"/>
                <a:gd name="connsiteX140" fmla="*/ 269836 w 1445622"/>
                <a:gd name="connsiteY140" fmla="*/ 85892 h 112243"/>
                <a:gd name="connsiteX141" fmla="*/ 267889 w 1445622"/>
                <a:gd name="connsiteY141" fmla="*/ 81011 h 112243"/>
                <a:gd name="connsiteX142" fmla="*/ 266914 w 1445622"/>
                <a:gd name="connsiteY142" fmla="*/ 68322 h 112243"/>
                <a:gd name="connsiteX143" fmla="*/ 266914 w 1445622"/>
                <a:gd name="connsiteY143" fmla="*/ 33185 h 112243"/>
                <a:gd name="connsiteX144" fmla="*/ 263018 w 1445622"/>
                <a:gd name="connsiteY144" fmla="*/ 33185 h 112243"/>
                <a:gd name="connsiteX145" fmla="*/ 263018 w 1445622"/>
                <a:gd name="connsiteY145" fmla="*/ 24401 h 112243"/>
                <a:gd name="connsiteX146" fmla="*/ 266914 w 1445622"/>
                <a:gd name="connsiteY146" fmla="*/ 24401 h 112243"/>
                <a:gd name="connsiteX147" fmla="*/ 266914 w 1445622"/>
                <a:gd name="connsiteY147" fmla="*/ 9759 h 112243"/>
                <a:gd name="connsiteX148" fmla="*/ 272758 w 1445622"/>
                <a:gd name="connsiteY148" fmla="*/ 2928 h 112243"/>
                <a:gd name="connsiteX149" fmla="*/ 272758 w 1445622"/>
                <a:gd name="connsiteY149" fmla="*/ 24401 h 112243"/>
                <a:gd name="connsiteX150" fmla="*/ 278605 w 1445622"/>
                <a:gd name="connsiteY150" fmla="*/ 24401 h 112243"/>
                <a:gd name="connsiteX151" fmla="*/ 278605 w 1445622"/>
                <a:gd name="connsiteY151" fmla="*/ 33185 h 112243"/>
                <a:gd name="connsiteX152" fmla="*/ 272758 w 1445622"/>
                <a:gd name="connsiteY152" fmla="*/ 33185 h 112243"/>
                <a:gd name="connsiteX153" fmla="*/ 272758 w 1445622"/>
                <a:gd name="connsiteY153" fmla="*/ 69299 h 112243"/>
                <a:gd name="connsiteX154" fmla="*/ 272758 w 1445622"/>
                <a:gd name="connsiteY154" fmla="*/ 75155 h 112243"/>
                <a:gd name="connsiteX155" fmla="*/ 273734 w 1445622"/>
                <a:gd name="connsiteY155" fmla="*/ 77106 h 112243"/>
                <a:gd name="connsiteX156" fmla="*/ 275680 w 1445622"/>
                <a:gd name="connsiteY156" fmla="*/ 78083 h 112243"/>
                <a:gd name="connsiteX157" fmla="*/ 278605 w 1445622"/>
                <a:gd name="connsiteY157" fmla="*/ 77106 h 112243"/>
                <a:gd name="connsiteX158" fmla="*/ 287371 w 1445622"/>
                <a:gd name="connsiteY158" fmla="*/ 110291 h 112243"/>
                <a:gd name="connsiteX159" fmla="*/ 287371 w 1445622"/>
                <a:gd name="connsiteY159" fmla="*/ 100532 h 112243"/>
                <a:gd name="connsiteX160" fmla="*/ 290293 w 1445622"/>
                <a:gd name="connsiteY160" fmla="*/ 101507 h 112243"/>
                <a:gd name="connsiteX161" fmla="*/ 293216 w 1445622"/>
                <a:gd name="connsiteY161" fmla="*/ 100532 h 112243"/>
                <a:gd name="connsiteX162" fmla="*/ 295164 w 1445622"/>
                <a:gd name="connsiteY162" fmla="*/ 97604 h 112243"/>
                <a:gd name="connsiteX163" fmla="*/ 297113 w 1445622"/>
                <a:gd name="connsiteY163" fmla="*/ 89795 h 112243"/>
                <a:gd name="connsiteX164" fmla="*/ 297113 w 1445622"/>
                <a:gd name="connsiteY164" fmla="*/ 86867 h 112243"/>
                <a:gd name="connsiteX165" fmla="*/ 284449 w 1445622"/>
                <a:gd name="connsiteY165" fmla="*/ 24401 h 112243"/>
                <a:gd name="connsiteX166" fmla="*/ 290293 w 1445622"/>
                <a:gd name="connsiteY166" fmla="*/ 24401 h 112243"/>
                <a:gd name="connsiteX167" fmla="*/ 298087 w 1445622"/>
                <a:gd name="connsiteY167" fmla="*/ 60515 h 112243"/>
                <a:gd name="connsiteX168" fmla="*/ 300035 w 1445622"/>
                <a:gd name="connsiteY168" fmla="*/ 75155 h 112243"/>
                <a:gd name="connsiteX169" fmla="*/ 302958 w 1445622"/>
                <a:gd name="connsiteY169" fmla="*/ 60515 h 112243"/>
                <a:gd name="connsiteX170" fmla="*/ 309776 w 1445622"/>
                <a:gd name="connsiteY170" fmla="*/ 24401 h 112243"/>
                <a:gd name="connsiteX171" fmla="*/ 315622 w 1445622"/>
                <a:gd name="connsiteY171" fmla="*/ 24401 h 112243"/>
                <a:gd name="connsiteX172" fmla="*/ 302958 w 1445622"/>
                <a:gd name="connsiteY172" fmla="*/ 87842 h 112243"/>
                <a:gd name="connsiteX173" fmla="*/ 300035 w 1445622"/>
                <a:gd name="connsiteY173" fmla="*/ 101507 h 112243"/>
                <a:gd name="connsiteX174" fmla="*/ 296138 w 1445622"/>
                <a:gd name="connsiteY174" fmla="*/ 109316 h 112243"/>
                <a:gd name="connsiteX175" fmla="*/ 291267 w 1445622"/>
                <a:gd name="connsiteY175" fmla="*/ 112244 h 112243"/>
                <a:gd name="connsiteX176" fmla="*/ 287371 w 1445622"/>
                <a:gd name="connsiteY176" fmla="*/ 110291 h 112243"/>
                <a:gd name="connsiteX177" fmla="*/ 337053 w 1445622"/>
                <a:gd name="connsiteY177" fmla="*/ 55634 h 112243"/>
                <a:gd name="connsiteX178" fmla="*/ 341924 w 1445622"/>
                <a:gd name="connsiteY178" fmla="*/ 30257 h 112243"/>
                <a:gd name="connsiteX179" fmla="*/ 352639 w 1445622"/>
                <a:gd name="connsiteY179" fmla="*/ 23424 h 112243"/>
                <a:gd name="connsiteX180" fmla="*/ 364328 w 1445622"/>
                <a:gd name="connsiteY180" fmla="*/ 31233 h 112243"/>
                <a:gd name="connsiteX181" fmla="*/ 369199 w 1445622"/>
                <a:gd name="connsiteY181" fmla="*/ 54657 h 112243"/>
                <a:gd name="connsiteX182" fmla="*/ 366277 w 1445622"/>
                <a:gd name="connsiteY182" fmla="*/ 74178 h 112243"/>
                <a:gd name="connsiteX183" fmla="*/ 361406 w 1445622"/>
                <a:gd name="connsiteY183" fmla="*/ 83939 h 112243"/>
                <a:gd name="connsiteX184" fmla="*/ 352639 w 1445622"/>
                <a:gd name="connsiteY184" fmla="*/ 87842 h 112243"/>
                <a:gd name="connsiteX185" fmla="*/ 340948 w 1445622"/>
                <a:gd name="connsiteY185" fmla="*/ 80036 h 112243"/>
                <a:gd name="connsiteX186" fmla="*/ 337053 w 1445622"/>
                <a:gd name="connsiteY186" fmla="*/ 55634 h 112243"/>
                <a:gd name="connsiteX187" fmla="*/ 342897 w 1445622"/>
                <a:gd name="connsiteY187" fmla="*/ 55634 h 112243"/>
                <a:gd name="connsiteX188" fmla="*/ 345819 w 1445622"/>
                <a:gd name="connsiteY188" fmla="*/ 73202 h 112243"/>
                <a:gd name="connsiteX189" fmla="*/ 352639 w 1445622"/>
                <a:gd name="connsiteY189" fmla="*/ 79058 h 112243"/>
                <a:gd name="connsiteX190" fmla="*/ 359457 w 1445622"/>
                <a:gd name="connsiteY190" fmla="*/ 73202 h 112243"/>
                <a:gd name="connsiteX191" fmla="*/ 362379 w 1445622"/>
                <a:gd name="connsiteY191" fmla="*/ 55634 h 112243"/>
                <a:gd name="connsiteX192" fmla="*/ 359457 w 1445622"/>
                <a:gd name="connsiteY192" fmla="*/ 38066 h 112243"/>
                <a:gd name="connsiteX193" fmla="*/ 352639 w 1445622"/>
                <a:gd name="connsiteY193" fmla="*/ 32208 h 112243"/>
                <a:gd name="connsiteX194" fmla="*/ 345819 w 1445622"/>
                <a:gd name="connsiteY194" fmla="*/ 38066 h 112243"/>
                <a:gd name="connsiteX195" fmla="*/ 342897 w 1445622"/>
                <a:gd name="connsiteY195" fmla="*/ 55634 h 112243"/>
                <a:gd name="connsiteX196" fmla="*/ 380888 w 1445622"/>
                <a:gd name="connsiteY196" fmla="*/ 86867 h 112243"/>
                <a:gd name="connsiteX197" fmla="*/ 380888 w 1445622"/>
                <a:gd name="connsiteY197" fmla="*/ 33185 h 112243"/>
                <a:gd name="connsiteX198" fmla="*/ 375043 w 1445622"/>
                <a:gd name="connsiteY198" fmla="*/ 33185 h 112243"/>
                <a:gd name="connsiteX199" fmla="*/ 375043 w 1445622"/>
                <a:gd name="connsiteY199" fmla="*/ 24401 h 112243"/>
                <a:gd name="connsiteX200" fmla="*/ 380888 w 1445622"/>
                <a:gd name="connsiteY200" fmla="*/ 24401 h 112243"/>
                <a:gd name="connsiteX201" fmla="*/ 380888 w 1445622"/>
                <a:gd name="connsiteY201" fmla="*/ 18545 h 112243"/>
                <a:gd name="connsiteX202" fmla="*/ 380888 w 1445622"/>
                <a:gd name="connsiteY202" fmla="*/ 8784 h 112243"/>
                <a:gd name="connsiteX203" fmla="*/ 383812 w 1445622"/>
                <a:gd name="connsiteY203" fmla="*/ 1953 h 112243"/>
                <a:gd name="connsiteX204" fmla="*/ 389656 w 1445622"/>
                <a:gd name="connsiteY204" fmla="*/ 0 h 112243"/>
                <a:gd name="connsiteX205" fmla="*/ 395501 w 1445622"/>
                <a:gd name="connsiteY205" fmla="*/ 975 h 112243"/>
                <a:gd name="connsiteX206" fmla="*/ 394527 w 1445622"/>
                <a:gd name="connsiteY206" fmla="*/ 9759 h 112243"/>
                <a:gd name="connsiteX207" fmla="*/ 390630 w 1445622"/>
                <a:gd name="connsiteY207" fmla="*/ 8784 h 112243"/>
                <a:gd name="connsiteX208" fmla="*/ 387708 w 1445622"/>
                <a:gd name="connsiteY208" fmla="*/ 11712 h 112243"/>
                <a:gd name="connsiteX209" fmla="*/ 386734 w 1445622"/>
                <a:gd name="connsiteY209" fmla="*/ 18545 h 112243"/>
                <a:gd name="connsiteX210" fmla="*/ 386734 w 1445622"/>
                <a:gd name="connsiteY210" fmla="*/ 24401 h 112243"/>
                <a:gd name="connsiteX211" fmla="*/ 392578 w 1445622"/>
                <a:gd name="connsiteY211" fmla="*/ 24401 h 112243"/>
                <a:gd name="connsiteX212" fmla="*/ 392578 w 1445622"/>
                <a:gd name="connsiteY212" fmla="*/ 33185 h 112243"/>
                <a:gd name="connsiteX213" fmla="*/ 386734 w 1445622"/>
                <a:gd name="connsiteY213" fmla="*/ 33185 h 112243"/>
                <a:gd name="connsiteX214" fmla="*/ 386734 w 1445622"/>
                <a:gd name="connsiteY214" fmla="*/ 86867 h 112243"/>
                <a:gd name="connsiteX215" fmla="*/ 380888 w 1445622"/>
                <a:gd name="connsiteY215" fmla="*/ 86867 h 112243"/>
                <a:gd name="connsiteX216" fmla="*/ 416932 w 1445622"/>
                <a:gd name="connsiteY216" fmla="*/ 86867 h 112243"/>
                <a:gd name="connsiteX217" fmla="*/ 416932 w 1445622"/>
                <a:gd name="connsiteY217" fmla="*/ 975 h 112243"/>
                <a:gd name="connsiteX218" fmla="*/ 451027 w 1445622"/>
                <a:gd name="connsiteY218" fmla="*/ 975 h 112243"/>
                <a:gd name="connsiteX219" fmla="*/ 451027 w 1445622"/>
                <a:gd name="connsiteY219" fmla="*/ 10737 h 112243"/>
                <a:gd name="connsiteX220" fmla="*/ 422776 w 1445622"/>
                <a:gd name="connsiteY220" fmla="*/ 10737 h 112243"/>
                <a:gd name="connsiteX221" fmla="*/ 422776 w 1445622"/>
                <a:gd name="connsiteY221" fmla="*/ 37089 h 112243"/>
                <a:gd name="connsiteX222" fmla="*/ 449078 w 1445622"/>
                <a:gd name="connsiteY222" fmla="*/ 37089 h 112243"/>
                <a:gd name="connsiteX223" fmla="*/ 449078 w 1445622"/>
                <a:gd name="connsiteY223" fmla="*/ 47826 h 112243"/>
                <a:gd name="connsiteX224" fmla="*/ 422776 w 1445622"/>
                <a:gd name="connsiteY224" fmla="*/ 47826 h 112243"/>
                <a:gd name="connsiteX225" fmla="*/ 422776 w 1445622"/>
                <a:gd name="connsiteY225" fmla="*/ 77106 h 112243"/>
                <a:gd name="connsiteX226" fmla="*/ 452000 w 1445622"/>
                <a:gd name="connsiteY226" fmla="*/ 77106 h 112243"/>
                <a:gd name="connsiteX227" fmla="*/ 452000 w 1445622"/>
                <a:gd name="connsiteY227" fmla="*/ 86867 h 112243"/>
                <a:gd name="connsiteX228" fmla="*/ 416932 w 1445622"/>
                <a:gd name="connsiteY228" fmla="*/ 86867 h 112243"/>
                <a:gd name="connsiteX229" fmla="*/ 462715 w 1445622"/>
                <a:gd name="connsiteY229" fmla="*/ 86867 h 112243"/>
                <a:gd name="connsiteX230" fmla="*/ 462715 w 1445622"/>
                <a:gd name="connsiteY230" fmla="*/ 975 h 112243"/>
                <a:gd name="connsiteX231" fmla="*/ 468562 w 1445622"/>
                <a:gd name="connsiteY231" fmla="*/ 975 h 112243"/>
                <a:gd name="connsiteX232" fmla="*/ 468562 w 1445622"/>
                <a:gd name="connsiteY232" fmla="*/ 86867 h 112243"/>
                <a:gd name="connsiteX233" fmla="*/ 462715 w 1445622"/>
                <a:gd name="connsiteY233" fmla="*/ 86867 h 112243"/>
                <a:gd name="connsiteX234" fmla="*/ 504604 w 1445622"/>
                <a:gd name="connsiteY234" fmla="*/ 66371 h 112243"/>
                <a:gd name="connsiteX235" fmla="*/ 510450 w 1445622"/>
                <a:gd name="connsiteY235" fmla="*/ 68322 h 112243"/>
                <a:gd name="connsiteX236" fmla="*/ 505579 w 1445622"/>
                <a:gd name="connsiteY236" fmla="*/ 82964 h 112243"/>
                <a:gd name="connsiteX237" fmla="*/ 495837 w 1445622"/>
                <a:gd name="connsiteY237" fmla="*/ 87842 h 112243"/>
                <a:gd name="connsiteX238" fmla="*/ 484148 w 1445622"/>
                <a:gd name="connsiteY238" fmla="*/ 80036 h 112243"/>
                <a:gd name="connsiteX239" fmla="*/ 479277 w 1445622"/>
                <a:gd name="connsiteY239" fmla="*/ 56610 h 112243"/>
                <a:gd name="connsiteX240" fmla="*/ 484148 w 1445622"/>
                <a:gd name="connsiteY240" fmla="*/ 32208 h 112243"/>
                <a:gd name="connsiteX241" fmla="*/ 495837 w 1445622"/>
                <a:gd name="connsiteY241" fmla="*/ 23424 h 112243"/>
                <a:gd name="connsiteX242" fmla="*/ 506552 w 1445622"/>
                <a:gd name="connsiteY242" fmla="*/ 32208 h 112243"/>
                <a:gd name="connsiteX243" fmla="*/ 510450 w 1445622"/>
                <a:gd name="connsiteY243" fmla="*/ 55634 h 112243"/>
                <a:gd name="connsiteX244" fmla="*/ 510450 w 1445622"/>
                <a:gd name="connsiteY244" fmla="*/ 58562 h 112243"/>
                <a:gd name="connsiteX245" fmla="*/ 485122 w 1445622"/>
                <a:gd name="connsiteY245" fmla="*/ 58562 h 112243"/>
                <a:gd name="connsiteX246" fmla="*/ 489017 w 1445622"/>
                <a:gd name="connsiteY246" fmla="*/ 74178 h 112243"/>
                <a:gd name="connsiteX247" fmla="*/ 495837 w 1445622"/>
                <a:gd name="connsiteY247" fmla="*/ 79058 h 112243"/>
                <a:gd name="connsiteX248" fmla="*/ 500708 w 1445622"/>
                <a:gd name="connsiteY248" fmla="*/ 76130 h 112243"/>
                <a:gd name="connsiteX249" fmla="*/ 504604 w 1445622"/>
                <a:gd name="connsiteY249" fmla="*/ 66371 h 112243"/>
                <a:gd name="connsiteX250" fmla="*/ 486095 w 1445622"/>
                <a:gd name="connsiteY250" fmla="*/ 49778 h 112243"/>
                <a:gd name="connsiteX251" fmla="*/ 504604 w 1445622"/>
                <a:gd name="connsiteY251" fmla="*/ 49778 h 112243"/>
                <a:gd name="connsiteX252" fmla="*/ 502657 w 1445622"/>
                <a:gd name="connsiteY252" fmla="*/ 38066 h 112243"/>
                <a:gd name="connsiteX253" fmla="*/ 495837 w 1445622"/>
                <a:gd name="connsiteY253" fmla="*/ 32208 h 112243"/>
                <a:gd name="connsiteX254" fmla="*/ 489017 w 1445622"/>
                <a:gd name="connsiteY254" fmla="*/ 37089 h 112243"/>
                <a:gd name="connsiteX255" fmla="*/ 486095 w 1445622"/>
                <a:gd name="connsiteY255" fmla="*/ 49778 h 112243"/>
                <a:gd name="connsiteX256" fmla="*/ 543570 w 1445622"/>
                <a:gd name="connsiteY256" fmla="*/ 64418 h 112243"/>
                <a:gd name="connsiteX257" fmla="*/ 549414 w 1445622"/>
                <a:gd name="connsiteY257" fmla="*/ 65394 h 112243"/>
                <a:gd name="connsiteX258" fmla="*/ 544543 w 1445622"/>
                <a:gd name="connsiteY258" fmla="*/ 81986 h 112243"/>
                <a:gd name="connsiteX259" fmla="*/ 535777 w 1445622"/>
                <a:gd name="connsiteY259" fmla="*/ 87842 h 112243"/>
                <a:gd name="connsiteX260" fmla="*/ 524088 w 1445622"/>
                <a:gd name="connsiteY260" fmla="*/ 80036 h 112243"/>
                <a:gd name="connsiteX261" fmla="*/ 520190 w 1445622"/>
                <a:gd name="connsiteY261" fmla="*/ 55634 h 112243"/>
                <a:gd name="connsiteX262" fmla="*/ 522139 w 1445622"/>
                <a:gd name="connsiteY262" fmla="*/ 38066 h 112243"/>
                <a:gd name="connsiteX263" fmla="*/ 527010 w 1445622"/>
                <a:gd name="connsiteY263" fmla="*/ 27329 h 112243"/>
                <a:gd name="connsiteX264" fmla="*/ 535777 w 1445622"/>
                <a:gd name="connsiteY264" fmla="*/ 23424 h 112243"/>
                <a:gd name="connsiteX265" fmla="*/ 544543 w 1445622"/>
                <a:gd name="connsiteY265" fmla="*/ 28305 h 112243"/>
                <a:gd name="connsiteX266" fmla="*/ 549414 w 1445622"/>
                <a:gd name="connsiteY266" fmla="*/ 42945 h 112243"/>
                <a:gd name="connsiteX267" fmla="*/ 543570 w 1445622"/>
                <a:gd name="connsiteY267" fmla="*/ 44898 h 112243"/>
                <a:gd name="connsiteX268" fmla="*/ 540647 w 1445622"/>
                <a:gd name="connsiteY268" fmla="*/ 35138 h 112243"/>
                <a:gd name="connsiteX269" fmla="*/ 535777 w 1445622"/>
                <a:gd name="connsiteY269" fmla="*/ 32208 h 112243"/>
                <a:gd name="connsiteX270" fmla="*/ 528959 w 1445622"/>
                <a:gd name="connsiteY270" fmla="*/ 38066 h 112243"/>
                <a:gd name="connsiteX271" fmla="*/ 526034 w 1445622"/>
                <a:gd name="connsiteY271" fmla="*/ 55634 h 112243"/>
                <a:gd name="connsiteX272" fmla="*/ 527983 w 1445622"/>
                <a:gd name="connsiteY272" fmla="*/ 74178 h 112243"/>
                <a:gd name="connsiteX273" fmla="*/ 535777 w 1445622"/>
                <a:gd name="connsiteY273" fmla="*/ 79058 h 112243"/>
                <a:gd name="connsiteX274" fmla="*/ 540647 w 1445622"/>
                <a:gd name="connsiteY274" fmla="*/ 76130 h 112243"/>
                <a:gd name="connsiteX275" fmla="*/ 543570 w 1445622"/>
                <a:gd name="connsiteY275" fmla="*/ 64418 h 112243"/>
                <a:gd name="connsiteX276" fmla="*/ 570845 w 1445622"/>
                <a:gd name="connsiteY276" fmla="*/ 77106 h 112243"/>
                <a:gd name="connsiteX277" fmla="*/ 571820 w 1445622"/>
                <a:gd name="connsiteY277" fmla="*/ 86867 h 112243"/>
                <a:gd name="connsiteX278" fmla="*/ 566949 w 1445622"/>
                <a:gd name="connsiteY278" fmla="*/ 87842 h 112243"/>
                <a:gd name="connsiteX279" fmla="*/ 562078 w 1445622"/>
                <a:gd name="connsiteY279" fmla="*/ 85892 h 112243"/>
                <a:gd name="connsiteX280" fmla="*/ 560130 w 1445622"/>
                <a:gd name="connsiteY280" fmla="*/ 81011 h 112243"/>
                <a:gd name="connsiteX281" fmla="*/ 559156 w 1445622"/>
                <a:gd name="connsiteY281" fmla="*/ 68322 h 112243"/>
                <a:gd name="connsiteX282" fmla="*/ 559156 w 1445622"/>
                <a:gd name="connsiteY282" fmla="*/ 33185 h 112243"/>
                <a:gd name="connsiteX283" fmla="*/ 555259 w 1445622"/>
                <a:gd name="connsiteY283" fmla="*/ 33185 h 112243"/>
                <a:gd name="connsiteX284" fmla="*/ 555259 w 1445622"/>
                <a:gd name="connsiteY284" fmla="*/ 24401 h 112243"/>
                <a:gd name="connsiteX285" fmla="*/ 559156 w 1445622"/>
                <a:gd name="connsiteY285" fmla="*/ 24401 h 112243"/>
                <a:gd name="connsiteX286" fmla="*/ 559156 w 1445622"/>
                <a:gd name="connsiteY286" fmla="*/ 9759 h 112243"/>
                <a:gd name="connsiteX287" fmla="*/ 565000 w 1445622"/>
                <a:gd name="connsiteY287" fmla="*/ 2928 h 112243"/>
                <a:gd name="connsiteX288" fmla="*/ 565000 w 1445622"/>
                <a:gd name="connsiteY288" fmla="*/ 24401 h 112243"/>
                <a:gd name="connsiteX289" fmla="*/ 570845 w 1445622"/>
                <a:gd name="connsiteY289" fmla="*/ 24401 h 112243"/>
                <a:gd name="connsiteX290" fmla="*/ 570845 w 1445622"/>
                <a:gd name="connsiteY290" fmla="*/ 33185 h 112243"/>
                <a:gd name="connsiteX291" fmla="*/ 565000 w 1445622"/>
                <a:gd name="connsiteY291" fmla="*/ 33185 h 112243"/>
                <a:gd name="connsiteX292" fmla="*/ 565000 w 1445622"/>
                <a:gd name="connsiteY292" fmla="*/ 69299 h 112243"/>
                <a:gd name="connsiteX293" fmla="*/ 565000 w 1445622"/>
                <a:gd name="connsiteY293" fmla="*/ 75155 h 112243"/>
                <a:gd name="connsiteX294" fmla="*/ 565976 w 1445622"/>
                <a:gd name="connsiteY294" fmla="*/ 77106 h 112243"/>
                <a:gd name="connsiteX295" fmla="*/ 567923 w 1445622"/>
                <a:gd name="connsiteY295" fmla="*/ 78083 h 112243"/>
                <a:gd name="connsiteX296" fmla="*/ 570845 w 1445622"/>
                <a:gd name="connsiteY296" fmla="*/ 77106 h 112243"/>
                <a:gd name="connsiteX297" fmla="*/ 579614 w 1445622"/>
                <a:gd name="connsiteY297" fmla="*/ 86867 h 112243"/>
                <a:gd name="connsiteX298" fmla="*/ 579614 w 1445622"/>
                <a:gd name="connsiteY298" fmla="*/ 24401 h 112243"/>
                <a:gd name="connsiteX299" fmla="*/ 585458 w 1445622"/>
                <a:gd name="connsiteY299" fmla="*/ 24401 h 112243"/>
                <a:gd name="connsiteX300" fmla="*/ 585458 w 1445622"/>
                <a:gd name="connsiteY300" fmla="*/ 34161 h 112243"/>
                <a:gd name="connsiteX301" fmla="*/ 589354 w 1445622"/>
                <a:gd name="connsiteY301" fmla="*/ 25377 h 112243"/>
                <a:gd name="connsiteX302" fmla="*/ 592278 w 1445622"/>
                <a:gd name="connsiteY302" fmla="*/ 23424 h 112243"/>
                <a:gd name="connsiteX303" fmla="*/ 598122 w 1445622"/>
                <a:gd name="connsiteY303" fmla="*/ 26352 h 112243"/>
                <a:gd name="connsiteX304" fmla="*/ 596173 w 1445622"/>
                <a:gd name="connsiteY304" fmla="*/ 36113 h 112243"/>
                <a:gd name="connsiteX305" fmla="*/ 592278 w 1445622"/>
                <a:gd name="connsiteY305" fmla="*/ 34161 h 112243"/>
                <a:gd name="connsiteX306" fmla="*/ 589354 w 1445622"/>
                <a:gd name="connsiteY306" fmla="*/ 36113 h 112243"/>
                <a:gd name="connsiteX307" fmla="*/ 586431 w 1445622"/>
                <a:gd name="connsiteY307" fmla="*/ 41969 h 112243"/>
                <a:gd name="connsiteX308" fmla="*/ 585458 w 1445622"/>
                <a:gd name="connsiteY308" fmla="*/ 54657 h 112243"/>
                <a:gd name="connsiteX309" fmla="*/ 585458 w 1445622"/>
                <a:gd name="connsiteY309" fmla="*/ 86867 h 112243"/>
                <a:gd name="connsiteX310" fmla="*/ 579614 w 1445622"/>
                <a:gd name="connsiteY310" fmla="*/ 86867 h 112243"/>
                <a:gd name="connsiteX311" fmla="*/ 602993 w 1445622"/>
                <a:gd name="connsiteY311" fmla="*/ 55634 h 112243"/>
                <a:gd name="connsiteX312" fmla="*/ 608838 w 1445622"/>
                <a:gd name="connsiteY312" fmla="*/ 30257 h 112243"/>
                <a:gd name="connsiteX313" fmla="*/ 619553 w 1445622"/>
                <a:gd name="connsiteY313" fmla="*/ 23424 h 112243"/>
                <a:gd name="connsiteX314" fmla="*/ 631242 w 1445622"/>
                <a:gd name="connsiteY314" fmla="*/ 31233 h 112243"/>
                <a:gd name="connsiteX315" fmla="*/ 635139 w 1445622"/>
                <a:gd name="connsiteY315" fmla="*/ 54657 h 112243"/>
                <a:gd name="connsiteX316" fmla="*/ 633191 w 1445622"/>
                <a:gd name="connsiteY316" fmla="*/ 74178 h 112243"/>
                <a:gd name="connsiteX317" fmla="*/ 627346 w 1445622"/>
                <a:gd name="connsiteY317" fmla="*/ 83939 h 112243"/>
                <a:gd name="connsiteX318" fmla="*/ 619553 w 1445622"/>
                <a:gd name="connsiteY318" fmla="*/ 87842 h 112243"/>
                <a:gd name="connsiteX319" fmla="*/ 607862 w 1445622"/>
                <a:gd name="connsiteY319" fmla="*/ 80036 h 112243"/>
                <a:gd name="connsiteX320" fmla="*/ 602993 w 1445622"/>
                <a:gd name="connsiteY320" fmla="*/ 55634 h 112243"/>
                <a:gd name="connsiteX321" fmla="*/ 609811 w 1445622"/>
                <a:gd name="connsiteY321" fmla="*/ 55634 h 112243"/>
                <a:gd name="connsiteX322" fmla="*/ 611760 w 1445622"/>
                <a:gd name="connsiteY322" fmla="*/ 73202 h 112243"/>
                <a:gd name="connsiteX323" fmla="*/ 619553 w 1445622"/>
                <a:gd name="connsiteY323" fmla="*/ 79058 h 112243"/>
                <a:gd name="connsiteX324" fmla="*/ 626371 w 1445622"/>
                <a:gd name="connsiteY324" fmla="*/ 73202 h 112243"/>
                <a:gd name="connsiteX325" fmla="*/ 629295 w 1445622"/>
                <a:gd name="connsiteY325" fmla="*/ 55634 h 112243"/>
                <a:gd name="connsiteX326" fmla="*/ 626371 w 1445622"/>
                <a:gd name="connsiteY326" fmla="*/ 38066 h 112243"/>
                <a:gd name="connsiteX327" fmla="*/ 619553 w 1445622"/>
                <a:gd name="connsiteY327" fmla="*/ 32208 h 112243"/>
                <a:gd name="connsiteX328" fmla="*/ 611760 w 1445622"/>
                <a:gd name="connsiteY328" fmla="*/ 38066 h 112243"/>
                <a:gd name="connsiteX329" fmla="*/ 609811 w 1445622"/>
                <a:gd name="connsiteY329" fmla="*/ 55634 h 112243"/>
                <a:gd name="connsiteX330" fmla="*/ 645855 w 1445622"/>
                <a:gd name="connsiteY330" fmla="*/ 86867 h 112243"/>
                <a:gd name="connsiteX331" fmla="*/ 645855 w 1445622"/>
                <a:gd name="connsiteY331" fmla="*/ 24401 h 112243"/>
                <a:gd name="connsiteX332" fmla="*/ 650726 w 1445622"/>
                <a:gd name="connsiteY332" fmla="*/ 24401 h 112243"/>
                <a:gd name="connsiteX333" fmla="*/ 650726 w 1445622"/>
                <a:gd name="connsiteY333" fmla="*/ 33185 h 112243"/>
                <a:gd name="connsiteX334" fmla="*/ 661441 w 1445622"/>
                <a:gd name="connsiteY334" fmla="*/ 23424 h 112243"/>
                <a:gd name="connsiteX335" fmla="*/ 667286 w 1445622"/>
                <a:gd name="connsiteY335" fmla="*/ 25377 h 112243"/>
                <a:gd name="connsiteX336" fmla="*/ 671181 w 1445622"/>
                <a:gd name="connsiteY336" fmla="*/ 30257 h 112243"/>
                <a:gd name="connsiteX337" fmla="*/ 673130 w 1445622"/>
                <a:gd name="connsiteY337" fmla="*/ 38066 h 112243"/>
                <a:gd name="connsiteX338" fmla="*/ 673130 w 1445622"/>
                <a:gd name="connsiteY338" fmla="*/ 48801 h 112243"/>
                <a:gd name="connsiteX339" fmla="*/ 673130 w 1445622"/>
                <a:gd name="connsiteY339" fmla="*/ 86867 h 112243"/>
                <a:gd name="connsiteX340" fmla="*/ 667286 w 1445622"/>
                <a:gd name="connsiteY340" fmla="*/ 86867 h 112243"/>
                <a:gd name="connsiteX341" fmla="*/ 667286 w 1445622"/>
                <a:gd name="connsiteY341" fmla="*/ 48801 h 112243"/>
                <a:gd name="connsiteX342" fmla="*/ 667286 w 1445622"/>
                <a:gd name="connsiteY342" fmla="*/ 39041 h 112243"/>
                <a:gd name="connsiteX343" fmla="*/ 664363 w 1445622"/>
                <a:gd name="connsiteY343" fmla="*/ 34161 h 112243"/>
                <a:gd name="connsiteX344" fmla="*/ 660466 w 1445622"/>
                <a:gd name="connsiteY344" fmla="*/ 32208 h 112243"/>
                <a:gd name="connsiteX345" fmla="*/ 654621 w 1445622"/>
                <a:gd name="connsiteY345" fmla="*/ 37089 h 112243"/>
                <a:gd name="connsiteX346" fmla="*/ 651699 w 1445622"/>
                <a:gd name="connsiteY346" fmla="*/ 52706 h 112243"/>
                <a:gd name="connsiteX347" fmla="*/ 651699 w 1445622"/>
                <a:gd name="connsiteY347" fmla="*/ 86867 h 112243"/>
                <a:gd name="connsiteX348" fmla="*/ 645855 w 1445622"/>
                <a:gd name="connsiteY348" fmla="*/ 86867 h 112243"/>
                <a:gd name="connsiteX349" fmla="*/ 685794 w 1445622"/>
                <a:gd name="connsiteY349" fmla="*/ 13665 h 112243"/>
                <a:gd name="connsiteX350" fmla="*/ 685794 w 1445622"/>
                <a:gd name="connsiteY350" fmla="*/ 975 h 112243"/>
                <a:gd name="connsiteX351" fmla="*/ 691639 w 1445622"/>
                <a:gd name="connsiteY351" fmla="*/ 975 h 112243"/>
                <a:gd name="connsiteX352" fmla="*/ 691639 w 1445622"/>
                <a:gd name="connsiteY352" fmla="*/ 13665 h 112243"/>
                <a:gd name="connsiteX353" fmla="*/ 685794 w 1445622"/>
                <a:gd name="connsiteY353" fmla="*/ 13665 h 112243"/>
                <a:gd name="connsiteX354" fmla="*/ 685794 w 1445622"/>
                <a:gd name="connsiteY354" fmla="*/ 86867 h 112243"/>
                <a:gd name="connsiteX355" fmla="*/ 685794 w 1445622"/>
                <a:gd name="connsiteY355" fmla="*/ 24401 h 112243"/>
                <a:gd name="connsiteX356" fmla="*/ 691639 w 1445622"/>
                <a:gd name="connsiteY356" fmla="*/ 24401 h 112243"/>
                <a:gd name="connsiteX357" fmla="*/ 691639 w 1445622"/>
                <a:gd name="connsiteY357" fmla="*/ 86867 h 112243"/>
                <a:gd name="connsiteX358" fmla="*/ 685794 w 1445622"/>
                <a:gd name="connsiteY358" fmla="*/ 86867 h 112243"/>
                <a:gd name="connsiteX359" fmla="*/ 726707 w 1445622"/>
                <a:gd name="connsiteY359" fmla="*/ 64418 h 112243"/>
                <a:gd name="connsiteX360" fmla="*/ 732553 w 1445622"/>
                <a:gd name="connsiteY360" fmla="*/ 65394 h 112243"/>
                <a:gd name="connsiteX361" fmla="*/ 727683 w 1445622"/>
                <a:gd name="connsiteY361" fmla="*/ 81986 h 112243"/>
                <a:gd name="connsiteX362" fmla="*/ 717940 w 1445622"/>
                <a:gd name="connsiteY362" fmla="*/ 87842 h 112243"/>
                <a:gd name="connsiteX363" fmla="*/ 707225 w 1445622"/>
                <a:gd name="connsiteY363" fmla="*/ 80036 h 112243"/>
                <a:gd name="connsiteX364" fmla="*/ 702354 w 1445622"/>
                <a:gd name="connsiteY364" fmla="*/ 55634 h 112243"/>
                <a:gd name="connsiteX365" fmla="*/ 704303 w 1445622"/>
                <a:gd name="connsiteY365" fmla="*/ 38066 h 112243"/>
                <a:gd name="connsiteX366" fmla="*/ 710147 w 1445622"/>
                <a:gd name="connsiteY366" fmla="*/ 27329 h 112243"/>
                <a:gd name="connsiteX367" fmla="*/ 717940 w 1445622"/>
                <a:gd name="connsiteY367" fmla="*/ 23424 h 112243"/>
                <a:gd name="connsiteX368" fmla="*/ 726707 w 1445622"/>
                <a:gd name="connsiteY368" fmla="*/ 28305 h 112243"/>
                <a:gd name="connsiteX369" fmla="*/ 731578 w 1445622"/>
                <a:gd name="connsiteY369" fmla="*/ 42945 h 112243"/>
                <a:gd name="connsiteX370" fmla="*/ 725734 w 1445622"/>
                <a:gd name="connsiteY370" fmla="*/ 44898 h 112243"/>
                <a:gd name="connsiteX371" fmla="*/ 722811 w 1445622"/>
                <a:gd name="connsiteY371" fmla="*/ 35138 h 112243"/>
                <a:gd name="connsiteX372" fmla="*/ 717940 w 1445622"/>
                <a:gd name="connsiteY372" fmla="*/ 32208 h 112243"/>
                <a:gd name="connsiteX373" fmla="*/ 711123 w 1445622"/>
                <a:gd name="connsiteY373" fmla="*/ 38066 h 112243"/>
                <a:gd name="connsiteX374" fmla="*/ 708198 w 1445622"/>
                <a:gd name="connsiteY374" fmla="*/ 55634 h 112243"/>
                <a:gd name="connsiteX375" fmla="*/ 711123 w 1445622"/>
                <a:gd name="connsiteY375" fmla="*/ 74178 h 112243"/>
                <a:gd name="connsiteX376" fmla="*/ 717940 w 1445622"/>
                <a:gd name="connsiteY376" fmla="*/ 79058 h 112243"/>
                <a:gd name="connsiteX377" fmla="*/ 723785 w 1445622"/>
                <a:gd name="connsiteY377" fmla="*/ 76130 h 112243"/>
                <a:gd name="connsiteX378" fmla="*/ 726707 w 1445622"/>
                <a:gd name="connsiteY378" fmla="*/ 64418 h 112243"/>
                <a:gd name="connsiteX379" fmla="*/ 753984 w 1445622"/>
                <a:gd name="connsiteY379" fmla="*/ 59538 h 112243"/>
                <a:gd name="connsiteX380" fmla="*/ 759829 w 1445622"/>
                <a:gd name="connsiteY380" fmla="*/ 58562 h 112243"/>
                <a:gd name="connsiteX381" fmla="*/ 761777 w 1445622"/>
                <a:gd name="connsiteY381" fmla="*/ 69299 h 112243"/>
                <a:gd name="connsiteX382" fmla="*/ 766648 w 1445622"/>
                <a:gd name="connsiteY382" fmla="*/ 75155 h 112243"/>
                <a:gd name="connsiteX383" fmla="*/ 773466 w 1445622"/>
                <a:gd name="connsiteY383" fmla="*/ 78083 h 112243"/>
                <a:gd name="connsiteX384" fmla="*/ 780286 w 1445622"/>
                <a:gd name="connsiteY384" fmla="*/ 76130 h 112243"/>
                <a:gd name="connsiteX385" fmla="*/ 784182 w 1445622"/>
                <a:gd name="connsiteY385" fmla="*/ 71250 h 112243"/>
                <a:gd name="connsiteX386" fmla="*/ 785157 w 1445622"/>
                <a:gd name="connsiteY386" fmla="*/ 63443 h 112243"/>
                <a:gd name="connsiteX387" fmla="*/ 784182 w 1445622"/>
                <a:gd name="connsiteY387" fmla="*/ 56610 h 112243"/>
                <a:gd name="connsiteX388" fmla="*/ 780286 w 1445622"/>
                <a:gd name="connsiteY388" fmla="*/ 51729 h 112243"/>
                <a:gd name="connsiteX389" fmla="*/ 771518 w 1445622"/>
                <a:gd name="connsiteY389" fmla="*/ 46850 h 112243"/>
                <a:gd name="connsiteX390" fmla="*/ 762751 w 1445622"/>
                <a:gd name="connsiteY390" fmla="*/ 41969 h 112243"/>
                <a:gd name="connsiteX391" fmla="*/ 757880 w 1445622"/>
                <a:gd name="connsiteY391" fmla="*/ 34161 h 112243"/>
                <a:gd name="connsiteX392" fmla="*/ 755933 w 1445622"/>
                <a:gd name="connsiteY392" fmla="*/ 23424 h 112243"/>
                <a:gd name="connsiteX393" fmla="*/ 757880 w 1445622"/>
                <a:gd name="connsiteY393" fmla="*/ 10737 h 112243"/>
                <a:gd name="connsiteX394" fmla="*/ 763724 w 1445622"/>
                <a:gd name="connsiteY394" fmla="*/ 2928 h 112243"/>
                <a:gd name="connsiteX395" fmla="*/ 772493 w 1445622"/>
                <a:gd name="connsiteY395" fmla="*/ 0 h 112243"/>
                <a:gd name="connsiteX396" fmla="*/ 781260 w 1445622"/>
                <a:gd name="connsiteY396" fmla="*/ 2928 h 112243"/>
                <a:gd name="connsiteX397" fmla="*/ 788079 w 1445622"/>
                <a:gd name="connsiteY397" fmla="*/ 11712 h 112243"/>
                <a:gd name="connsiteX398" fmla="*/ 790026 w 1445622"/>
                <a:gd name="connsiteY398" fmla="*/ 25377 h 112243"/>
                <a:gd name="connsiteX399" fmla="*/ 784182 w 1445622"/>
                <a:gd name="connsiteY399" fmla="*/ 26352 h 112243"/>
                <a:gd name="connsiteX400" fmla="*/ 781260 w 1445622"/>
                <a:gd name="connsiteY400" fmla="*/ 13665 h 112243"/>
                <a:gd name="connsiteX401" fmla="*/ 772493 w 1445622"/>
                <a:gd name="connsiteY401" fmla="*/ 9759 h 112243"/>
                <a:gd name="connsiteX402" fmla="*/ 764700 w 1445622"/>
                <a:gd name="connsiteY402" fmla="*/ 13665 h 112243"/>
                <a:gd name="connsiteX403" fmla="*/ 761777 w 1445622"/>
                <a:gd name="connsiteY403" fmla="*/ 22449 h 112243"/>
                <a:gd name="connsiteX404" fmla="*/ 763724 w 1445622"/>
                <a:gd name="connsiteY404" fmla="*/ 30257 h 112243"/>
                <a:gd name="connsiteX405" fmla="*/ 773466 w 1445622"/>
                <a:gd name="connsiteY405" fmla="*/ 36113 h 112243"/>
                <a:gd name="connsiteX406" fmla="*/ 783208 w 1445622"/>
                <a:gd name="connsiteY406" fmla="*/ 41969 h 112243"/>
                <a:gd name="connsiteX407" fmla="*/ 789053 w 1445622"/>
                <a:gd name="connsiteY407" fmla="*/ 50754 h 112243"/>
                <a:gd name="connsiteX408" fmla="*/ 791002 w 1445622"/>
                <a:gd name="connsiteY408" fmla="*/ 62466 h 112243"/>
                <a:gd name="connsiteX409" fmla="*/ 789053 w 1445622"/>
                <a:gd name="connsiteY409" fmla="*/ 75155 h 112243"/>
                <a:gd name="connsiteX410" fmla="*/ 783208 w 1445622"/>
                <a:gd name="connsiteY410" fmla="*/ 84914 h 112243"/>
                <a:gd name="connsiteX411" fmla="*/ 774442 w 1445622"/>
                <a:gd name="connsiteY411" fmla="*/ 87842 h 112243"/>
                <a:gd name="connsiteX412" fmla="*/ 763724 w 1445622"/>
                <a:gd name="connsiteY412" fmla="*/ 84914 h 112243"/>
                <a:gd name="connsiteX413" fmla="*/ 756906 w 1445622"/>
                <a:gd name="connsiteY413" fmla="*/ 74178 h 112243"/>
                <a:gd name="connsiteX414" fmla="*/ 753984 w 1445622"/>
                <a:gd name="connsiteY414" fmla="*/ 59538 h 112243"/>
                <a:gd name="connsiteX415" fmla="*/ 825097 w 1445622"/>
                <a:gd name="connsiteY415" fmla="*/ 64418 h 112243"/>
                <a:gd name="connsiteX416" fmla="*/ 830941 w 1445622"/>
                <a:gd name="connsiteY416" fmla="*/ 65394 h 112243"/>
                <a:gd name="connsiteX417" fmla="*/ 826070 w 1445622"/>
                <a:gd name="connsiteY417" fmla="*/ 81986 h 112243"/>
                <a:gd name="connsiteX418" fmla="*/ 816328 w 1445622"/>
                <a:gd name="connsiteY418" fmla="*/ 87842 h 112243"/>
                <a:gd name="connsiteX419" fmla="*/ 805613 w 1445622"/>
                <a:gd name="connsiteY419" fmla="*/ 80036 h 112243"/>
                <a:gd name="connsiteX420" fmla="*/ 800744 w 1445622"/>
                <a:gd name="connsiteY420" fmla="*/ 55634 h 112243"/>
                <a:gd name="connsiteX421" fmla="*/ 802690 w 1445622"/>
                <a:gd name="connsiteY421" fmla="*/ 38066 h 112243"/>
                <a:gd name="connsiteX422" fmla="*/ 808537 w 1445622"/>
                <a:gd name="connsiteY422" fmla="*/ 27329 h 112243"/>
                <a:gd name="connsiteX423" fmla="*/ 816328 w 1445622"/>
                <a:gd name="connsiteY423" fmla="*/ 23424 h 112243"/>
                <a:gd name="connsiteX424" fmla="*/ 826070 w 1445622"/>
                <a:gd name="connsiteY424" fmla="*/ 28305 h 112243"/>
                <a:gd name="connsiteX425" fmla="*/ 829967 w 1445622"/>
                <a:gd name="connsiteY425" fmla="*/ 42945 h 112243"/>
                <a:gd name="connsiteX426" fmla="*/ 825097 w 1445622"/>
                <a:gd name="connsiteY426" fmla="*/ 44898 h 112243"/>
                <a:gd name="connsiteX427" fmla="*/ 822174 w 1445622"/>
                <a:gd name="connsiteY427" fmla="*/ 35138 h 112243"/>
                <a:gd name="connsiteX428" fmla="*/ 817303 w 1445622"/>
                <a:gd name="connsiteY428" fmla="*/ 32208 h 112243"/>
                <a:gd name="connsiteX429" fmla="*/ 809510 w 1445622"/>
                <a:gd name="connsiteY429" fmla="*/ 38066 h 112243"/>
                <a:gd name="connsiteX430" fmla="*/ 806588 w 1445622"/>
                <a:gd name="connsiteY430" fmla="*/ 55634 h 112243"/>
                <a:gd name="connsiteX431" fmla="*/ 809510 w 1445622"/>
                <a:gd name="connsiteY431" fmla="*/ 74178 h 112243"/>
                <a:gd name="connsiteX432" fmla="*/ 816328 w 1445622"/>
                <a:gd name="connsiteY432" fmla="*/ 79058 h 112243"/>
                <a:gd name="connsiteX433" fmla="*/ 822174 w 1445622"/>
                <a:gd name="connsiteY433" fmla="*/ 76130 h 112243"/>
                <a:gd name="connsiteX434" fmla="*/ 825097 w 1445622"/>
                <a:gd name="connsiteY434" fmla="*/ 64418 h 112243"/>
                <a:gd name="connsiteX435" fmla="*/ 839708 w 1445622"/>
                <a:gd name="connsiteY435" fmla="*/ 13665 h 112243"/>
                <a:gd name="connsiteX436" fmla="*/ 839708 w 1445622"/>
                <a:gd name="connsiteY436" fmla="*/ 975 h 112243"/>
                <a:gd name="connsiteX437" fmla="*/ 845554 w 1445622"/>
                <a:gd name="connsiteY437" fmla="*/ 975 h 112243"/>
                <a:gd name="connsiteX438" fmla="*/ 845554 w 1445622"/>
                <a:gd name="connsiteY438" fmla="*/ 13665 h 112243"/>
                <a:gd name="connsiteX439" fmla="*/ 839708 w 1445622"/>
                <a:gd name="connsiteY439" fmla="*/ 13665 h 112243"/>
                <a:gd name="connsiteX440" fmla="*/ 839708 w 1445622"/>
                <a:gd name="connsiteY440" fmla="*/ 86867 h 112243"/>
                <a:gd name="connsiteX441" fmla="*/ 839708 w 1445622"/>
                <a:gd name="connsiteY441" fmla="*/ 24401 h 112243"/>
                <a:gd name="connsiteX442" fmla="*/ 845554 w 1445622"/>
                <a:gd name="connsiteY442" fmla="*/ 24401 h 112243"/>
                <a:gd name="connsiteX443" fmla="*/ 845554 w 1445622"/>
                <a:gd name="connsiteY443" fmla="*/ 86867 h 112243"/>
                <a:gd name="connsiteX444" fmla="*/ 839708 w 1445622"/>
                <a:gd name="connsiteY444" fmla="*/ 86867 h 112243"/>
                <a:gd name="connsiteX445" fmla="*/ 880622 w 1445622"/>
                <a:gd name="connsiteY445" fmla="*/ 66371 h 112243"/>
                <a:gd name="connsiteX446" fmla="*/ 887440 w 1445622"/>
                <a:gd name="connsiteY446" fmla="*/ 68322 h 112243"/>
                <a:gd name="connsiteX447" fmla="*/ 881596 w 1445622"/>
                <a:gd name="connsiteY447" fmla="*/ 82964 h 112243"/>
                <a:gd name="connsiteX448" fmla="*/ 871856 w 1445622"/>
                <a:gd name="connsiteY448" fmla="*/ 87842 h 112243"/>
                <a:gd name="connsiteX449" fmla="*/ 860165 w 1445622"/>
                <a:gd name="connsiteY449" fmla="*/ 80036 h 112243"/>
                <a:gd name="connsiteX450" fmla="*/ 855294 w 1445622"/>
                <a:gd name="connsiteY450" fmla="*/ 56610 h 112243"/>
                <a:gd name="connsiteX451" fmla="*/ 860165 w 1445622"/>
                <a:gd name="connsiteY451" fmla="*/ 32208 h 112243"/>
                <a:gd name="connsiteX452" fmla="*/ 871856 w 1445622"/>
                <a:gd name="connsiteY452" fmla="*/ 23424 h 112243"/>
                <a:gd name="connsiteX453" fmla="*/ 882569 w 1445622"/>
                <a:gd name="connsiteY453" fmla="*/ 32208 h 112243"/>
                <a:gd name="connsiteX454" fmla="*/ 887440 w 1445622"/>
                <a:gd name="connsiteY454" fmla="*/ 55634 h 112243"/>
                <a:gd name="connsiteX455" fmla="*/ 887440 w 1445622"/>
                <a:gd name="connsiteY455" fmla="*/ 58562 h 112243"/>
                <a:gd name="connsiteX456" fmla="*/ 862114 w 1445622"/>
                <a:gd name="connsiteY456" fmla="*/ 58562 h 112243"/>
                <a:gd name="connsiteX457" fmla="*/ 865036 w 1445622"/>
                <a:gd name="connsiteY457" fmla="*/ 74178 h 112243"/>
                <a:gd name="connsiteX458" fmla="*/ 871856 w 1445622"/>
                <a:gd name="connsiteY458" fmla="*/ 79058 h 112243"/>
                <a:gd name="connsiteX459" fmla="*/ 877700 w 1445622"/>
                <a:gd name="connsiteY459" fmla="*/ 76130 h 112243"/>
                <a:gd name="connsiteX460" fmla="*/ 880622 w 1445622"/>
                <a:gd name="connsiteY460" fmla="*/ 66371 h 112243"/>
                <a:gd name="connsiteX461" fmla="*/ 862114 w 1445622"/>
                <a:gd name="connsiteY461" fmla="*/ 49778 h 112243"/>
                <a:gd name="connsiteX462" fmla="*/ 880622 w 1445622"/>
                <a:gd name="connsiteY462" fmla="*/ 49778 h 112243"/>
                <a:gd name="connsiteX463" fmla="*/ 878674 w 1445622"/>
                <a:gd name="connsiteY463" fmla="*/ 38066 h 112243"/>
                <a:gd name="connsiteX464" fmla="*/ 871856 w 1445622"/>
                <a:gd name="connsiteY464" fmla="*/ 32208 h 112243"/>
                <a:gd name="connsiteX465" fmla="*/ 865036 w 1445622"/>
                <a:gd name="connsiteY465" fmla="*/ 37089 h 112243"/>
                <a:gd name="connsiteX466" fmla="*/ 862114 w 1445622"/>
                <a:gd name="connsiteY466" fmla="*/ 49778 h 112243"/>
                <a:gd name="connsiteX467" fmla="*/ 898156 w 1445622"/>
                <a:gd name="connsiteY467" fmla="*/ 86867 h 112243"/>
                <a:gd name="connsiteX468" fmla="*/ 898156 w 1445622"/>
                <a:gd name="connsiteY468" fmla="*/ 24401 h 112243"/>
                <a:gd name="connsiteX469" fmla="*/ 903027 w 1445622"/>
                <a:gd name="connsiteY469" fmla="*/ 24401 h 112243"/>
                <a:gd name="connsiteX470" fmla="*/ 903027 w 1445622"/>
                <a:gd name="connsiteY470" fmla="*/ 33185 h 112243"/>
                <a:gd name="connsiteX471" fmla="*/ 913742 w 1445622"/>
                <a:gd name="connsiteY471" fmla="*/ 23424 h 112243"/>
                <a:gd name="connsiteX472" fmla="*/ 919588 w 1445622"/>
                <a:gd name="connsiteY472" fmla="*/ 25377 h 112243"/>
                <a:gd name="connsiteX473" fmla="*/ 923484 w 1445622"/>
                <a:gd name="connsiteY473" fmla="*/ 30257 h 112243"/>
                <a:gd name="connsiteX474" fmla="*/ 925433 w 1445622"/>
                <a:gd name="connsiteY474" fmla="*/ 38066 h 112243"/>
                <a:gd name="connsiteX475" fmla="*/ 925433 w 1445622"/>
                <a:gd name="connsiteY475" fmla="*/ 48801 h 112243"/>
                <a:gd name="connsiteX476" fmla="*/ 925433 w 1445622"/>
                <a:gd name="connsiteY476" fmla="*/ 86867 h 112243"/>
                <a:gd name="connsiteX477" fmla="*/ 919588 w 1445622"/>
                <a:gd name="connsiteY477" fmla="*/ 86867 h 112243"/>
                <a:gd name="connsiteX478" fmla="*/ 919588 w 1445622"/>
                <a:gd name="connsiteY478" fmla="*/ 48801 h 112243"/>
                <a:gd name="connsiteX479" fmla="*/ 919588 w 1445622"/>
                <a:gd name="connsiteY479" fmla="*/ 39041 h 112243"/>
                <a:gd name="connsiteX480" fmla="*/ 916664 w 1445622"/>
                <a:gd name="connsiteY480" fmla="*/ 34161 h 112243"/>
                <a:gd name="connsiteX481" fmla="*/ 912769 w 1445622"/>
                <a:gd name="connsiteY481" fmla="*/ 32208 h 112243"/>
                <a:gd name="connsiteX482" fmla="*/ 905949 w 1445622"/>
                <a:gd name="connsiteY482" fmla="*/ 37089 h 112243"/>
                <a:gd name="connsiteX483" fmla="*/ 904002 w 1445622"/>
                <a:gd name="connsiteY483" fmla="*/ 52706 h 112243"/>
                <a:gd name="connsiteX484" fmla="*/ 904002 w 1445622"/>
                <a:gd name="connsiteY484" fmla="*/ 86867 h 112243"/>
                <a:gd name="connsiteX485" fmla="*/ 898156 w 1445622"/>
                <a:gd name="connsiteY485" fmla="*/ 86867 h 112243"/>
                <a:gd name="connsiteX486" fmla="*/ 960501 w 1445622"/>
                <a:gd name="connsiteY486" fmla="*/ 64418 h 112243"/>
                <a:gd name="connsiteX487" fmla="*/ 966346 w 1445622"/>
                <a:gd name="connsiteY487" fmla="*/ 65394 h 112243"/>
                <a:gd name="connsiteX488" fmla="*/ 961475 w 1445622"/>
                <a:gd name="connsiteY488" fmla="*/ 81986 h 112243"/>
                <a:gd name="connsiteX489" fmla="*/ 951735 w 1445622"/>
                <a:gd name="connsiteY489" fmla="*/ 87842 h 112243"/>
                <a:gd name="connsiteX490" fmla="*/ 941019 w 1445622"/>
                <a:gd name="connsiteY490" fmla="*/ 80036 h 112243"/>
                <a:gd name="connsiteX491" fmla="*/ 936148 w 1445622"/>
                <a:gd name="connsiteY491" fmla="*/ 55634 h 112243"/>
                <a:gd name="connsiteX492" fmla="*/ 938097 w 1445622"/>
                <a:gd name="connsiteY492" fmla="*/ 38066 h 112243"/>
                <a:gd name="connsiteX493" fmla="*/ 943941 w 1445622"/>
                <a:gd name="connsiteY493" fmla="*/ 27329 h 112243"/>
                <a:gd name="connsiteX494" fmla="*/ 951735 w 1445622"/>
                <a:gd name="connsiteY494" fmla="*/ 23424 h 112243"/>
                <a:gd name="connsiteX495" fmla="*/ 960501 w 1445622"/>
                <a:gd name="connsiteY495" fmla="*/ 28305 h 112243"/>
                <a:gd name="connsiteX496" fmla="*/ 965372 w 1445622"/>
                <a:gd name="connsiteY496" fmla="*/ 42945 h 112243"/>
                <a:gd name="connsiteX497" fmla="*/ 959528 w 1445622"/>
                <a:gd name="connsiteY497" fmla="*/ 44898 h 112243"/>
                <a:gd name="connsiteX498" fmla="*/ 956606 w 1445622"/>
                <a:gd name="connsiteY498" fmla="*/ 35138 h 112243"/>
                <a:gd name="connsiteX499" fmla="*/ 951735 w 1445622"/>
                <a:gd name="connsiteY499" fmla="*/ 32208 h 112243"/>
                <a:gd name="connsiteX500" fmla="*/ 944915 w 1445622"/>
                <a:gd name="connsiteY500" fmla="*/ 38066 h 112243"/>
                <a:gd name="connsiteX501" fmla="*/ 941993 w 1445622"/>
                <a:gd name="connsiteY501" fmla="*/ 55634 h 112243"/>
                <a:gd name="connsiteX502" fmla="*/ 944915 w 1445622"/>
                <a:gd name="connsiteY502" fmla="*/ 74178 h 112243"/>
                <a:gd name="connsiteX503" fmla="*/ 951735 w 1445622"/>
                <a:gd name="connsiteY503" fmla="*/ 79058 h 112243"/>
                <a:gd name="connsiteX504" fmla="*/ 957579 w 1445622"/>
                <a:gd name="connsiteY504" fmla="*/ 76130 h 112243"/>
                <a:gd name="connsiteX505" fmla="*/ 960501 w 1445622"/>
                <a:gd name="connsiteY505" fmla="*/ 64418 h 112243"/>
                <a:gd name="connsiteX506" fmla="*/ 997519 w 1445622"/>
                <a:gd name="connsiteY506" fmla="*/ 66371 h 112243"/>
                <a:gd name="connsiteX507" fmla="*/ 1004338 w 1445622"/>
                <a:gd name="connsiteY507" fmla="*/ 68322 h 112243"/>
                <a:gd name="connsiteX508" fmla="*/ 998492 w 1445622"/>
                <a:gd name="connsiteY508" fmla="*/ 82964 h 112243"/>
                <a:gd name="connsiteX509" fmla="*/ 988752 w 1445622"/>
                <a:gd name="connsiteY509" fmla="*/ 87842 h 112243"/>
                <a:gd name="connsiteX510" fmla="*/ 977061 w 1445622"/>
                <a:gd name="connsiteY510" fmla="*/ 80036 h 112243"/>
                <a:gd name="connsiteX511" fmla="*/ 972192 w 1445622"/>
                <a:gd name="connsiteY511" fmla="*/ 56610 h 112243"/>
                <a:gd name="connsiteX512" fmla="*/ 977061 w 1445622"/>
                <a:gd name="connsiteY512" fmla="*/ 32208 h 112243"/>
                <a:gd name="connsiteX513" fmla="*/ 988752 w 1445622"/>
                <a:gd name="connsiteY513" fmla="*/ 23424 h 112243"/>
                <a:gd name="connsiteX514" fmla="*/ 999467 w 1445622"/>
                <a:gd name="connsiteY514" fmla="*/ 32208 h 112243"/>
                <a:gd name="connsiteX515" fmla="*/ 1004338 w 1445622"/>
                <a:gd name="connsiteY515" fmla="*/ 55634 h 112243"/>
                <a:gd name="connsiteX516" fmla="*/ 1004338 w 1445622"/>
                <a:gd name="connsiteY516" fmla="*/ 58562 h 112243"/>
                <a:gd name="connsiteX517" fmla="*/ 979010 w 1445622"/>
                <a:gd name="connsiteY517" fmla="*/ 58562 h 112243"/>
                <a:gd name="connsiteX518" fmla="*/ 981932 w 1445622"/>
                <a:gd name="connsiteY518" fmla="*/ 74178 h 112243"/>
                <a:gd name="connsiteX519" fmla="*/ 988752 w 1445622"/>
                <a:gd name="connsiteY519" fmla="*/ 79058 h 112243"/>
                <a:gd name="connsiteX520" fmla="*/ 994596 w 1445622"/>
                <a:gd name="connsiteY520" fmla="*/ 76130 h 112243"/>
                <a:gd name="connsiteX521" fmla="*/ 997519 w 1445622"/>
                <a:gd name="connsiteY521" fmla="*/ 66371 h 112243"/>
                <a:gd name="connsiteX522" fmla="*/ 979010 w 1445622"/>
                <a:gd name="connsiteY522" fmla="*/ 49778 h 112243"/>
                <a:gd name="connsiteX523" fmla="*/ 997519 w 1445622"/>
                <a:gd name="connsiteY523" fmla="*/ 49778 h 112243"/>
                <a:gd name="connsiteX524" fmla="*/ 995570 w 1445622"/>
                <a:gd name="connsiteY524" fmla="*/ 38066 h 112243"/>
                <a:gd name="connsiteX525" fmla="*/ 988752 w 1445622"/>
                <a:gd name="connsiteY525" fmla="*/ 32208 h 112243"/>
                <a:gd name="connsiteX526" fmla="*/ 981932 w 1445622"/>
                <a:gd name="connsiteY526" fmla="*/ 37089 h 112243"/>
                <a:gd name="connsiteX527" fmla="*/ 979010 w 1445622"/>
                <a:gd name="connsiteY527" fmla="*/ 49778 h 112243"/>
                <a:gd name="connsiteX528" fmla="*/ 1052071 w 1445622"/>
                <a:gd name="connsiteY528" fmla="*/ 79058 h 112243"/>
                <a:gd name="connsiteX529" fmla="*/ 1045251 w 1445622"/>
                <a:gd name="connsiteY529" fmla="*/ 85892 h 112243"/>
                <a:gd name="connsiteX530" fmla="*/ 1039407 w 1445622"/>
                <a:gd name="connsiteY530" fmla="*/ 87842 h 112243"/>
                <a:gd name="connsiteX531" fmla="*/ 1030640 w 1445622"/>
                <a:gd name="connsiteY531" fmla="*/ 82964 h 112243"/>
                <a:gd name="connsiteX532" fmla="*/ 1027718 w 1445622"/>
                <a:gd name="connsiteY532" fmla="*/ 70274 h 112243"/>
                <a:gd name="connsiteX533" fmla="*/ 1028691 w 1445622"/>
                <a:gd name="connsiteY533" fmla="*/ 62466 h 112243"/>
                <a:gd name="connsiteX534" fmla="*/ 1031614 w 1445622"/>
                <a:gd name="connsiteY534" fmla="*/ 55634 h 112243"/>
                <a:gd name="connsiteX535" fmla="*/ 1035509 w 1445622"/>
                <a:gd name="connsiteY535" fmla="*/ 52706 h 112243"/>
                <a:gd name="connsiteX536" fmla="*/ 1040380 w 1445622"/>
                <a:gd name="connsiteY536" fmla="*/ 50754 h 112243"/>
                <a:gd name="connsiteX537" fmla="*/ 1051096 w 1445622"/>
                <a:gd name="connsiteY537" fmla="*/ 47826 h 112243"/>
                <a:gd name="connsiteX538" fmla="*/ 1051096 w 1445622"/>
                <a:gd name="connsiteY538" fmla="*/ 44898 h 112243"/>
                <a:gd name="connsiteX539" fmla="*/ 1049149 w 1445622"/>
                <a:gd name="connsiteY539" fmla="*/ 35138 h 112243"/>
                <a:gd name="connsiteX540" fmla="*/ 1043302 w 1445622"/>
                <a:gd name="connsiteY540" fmla="*/ 32208 h 112243"/>
                <a:gd name="connsiteX541" fmla="*/ 1036485 w 1445622"/>
                <a:gd name="connsiteY541" fmla="*/ 34161 h 112243"/>
                <a:gd name="connsiteX542" fmla="*/ 1034536 w 1445622"/>
                <a:gd name="connsiteY542" fmla="*/ 43922 h 112243"/>
                <a:gd name="connsiteX543" fmla="*/ 1028691 w 1445622"/>
                <a:gd name="connsiteY543" fmla="*/ 41969 h 112243"/>
                <a:gd name="connsiteX544" fmla="*/ 1030640 w 1445622"/>
                <a:gd name="connsiteY544" fmla="*/ 32208 h 112243"/>
                <a:gd name="connsiteX545" fmla="*/ 1036485 w 1445622"/>
                <a:gd name="connsiteY545" fmla="*/ 25377 h 112243"/>
                <a:gd name="connsiteX546" fmla="*/ 1044278 w 1445622"/>
                <a:gd name="connsiteY546" fmla="*/ 23424 h 112243"/>
                <a:gd name="connsiteX547" fmla="*/ 1051096 w 1445622"/>
                <a:gd name="connsiteY547" fmla="*/ 25377 h 112243"/>
                <a:gd name="connsiteX548" fmla="*/ 1054993 w 1445622"/>
                <a:gd name="connsiteY548" fmla="*/ 30257 h 112243"/>
                <a:gd name="connsiteX549" fmla="*/ 1056942 w 1445622"/>
                <a:gd name="connsiteY549" fmla="*/ 37089 h 112243"/>
                <a:gd name="connsiteX550" fmla="*/ 1056942 w 1445622"/>
                <a:gd name="connsiteY550" fmla="*/ 46850 h 112243"/>
                <a:gd name="connsiteX551" fmla="*/ 1056942 w 1445622"/>
                <a:gd name="connsiteY551" fmla="*/ 60515 h 112243"/>
                <a:gd name="connsiteX552" fmla="*/ 1056942 w 1445622"/>
                <a:gd name="connsiteY552" fmla="*/ 79058 h 112243"/>
                <a:gd name="connsiteX553" fmla="*/ 1058889 w 1445622"/>
                <a:gd name="connsiteY553" fmla="*/ 86867 h 112243"/>
                <a:gd name="connsiteX554" fmla="*/ 1053044 w 1445622"/>
                <a:gd name="connsiteY554" fmla="*/ 86867 h 112243"/>
                <a:gd name="connsiteX555" fmla="*/ 1052071 w 1445622"/>
                <a:gd name="connsiteY555" fmla="*/ 79058 h 112243"/>
                <a:gd name="connsiteX556" fmla="*/ 1051096 w 1445622"/>
                <a:gd name="connsiteY556" fmla="*/ 55634 h 112243"/>
                <a:gd name="connsiteX557" fmla="*/ 1041356 w 1445622"/>
                <a:gd name="connsiteY557" fmla="*/ 59538 h 112243"/>
                <a:gd name="connsiteX558" fmla="*/ 1036485 w 1445622"/>
                <a:gd name="connsiteY558" fmla="*/ 61490 h 112243"/>
                <a:gd name="connsiteX559" fmla="*/ 1034536 w 1445622"/>
                <a:gd name="connsiteY559" fmla="*/ 65394 h 112243"/>
                <a:gd name="connsiteX560" fmla="*/ 1033562 w 1445622"/>
                <a:gd name="connsiteY560" fmla="*/ 70274 h 112243"/>
                <a:gd name="connsiteX561" fmla="*/ 1035509 w 1445622"/>
                <a:gd name="connsiteY561" fmla="*/ 77106 h 112243"/>
                <a:gd name="connsiteX562" fmla="*/ 1040380 w 1445622"/>
                <a:gd name="connsiteY562" fmla="*/ 80036 h 112243"/>
                <a:gd name="connsiteX563" fmla="*/ 1046227 w 1445622"/>
                <a:gd name="connsiteY563" fmla="*/ 77106 h 112243"/>
                <a:gd name="connsiteX564" fmla="*/ 1050122 w 1445622"/>
                <a:gd name="connsiteY564" fmla="*/ 70274 h 112243"/>
                <a:gd name="connsiteX565" fmla="*/ 1051096 w 1445622"/>
                <a:gd name="connsiteY565" fmla="*/ 59538 h 112243"/>
                <a:gd name="connsiteX566" fmla="*/ 1051096 w 1445622"/>
                <a:gd name="connsiteY566" fmla="*/ 55634 h 112243"/>
                <a:gd name="connsiteX567" fmla="*/ 1069604 w 1445622"/>
                <a:gd name="connsiteY567" fmla="*/ 86867 h 112243"/>
                <a:gd name="connsiteX568" fmla="*/ 1069604 w 1445622"/>
                <a:gd name="connsiteY568" fmla="*/ 24401 h 112243"/>
                <a:gd name="connsiteX569" fmla="*/ 1074475 w 1445622"/>
                <a:gd name="connsiteY569" fmla="*/ 24401 h 112243"/>
                <a:gd name="connsiteX570" fmla="*/ 1074475 w 1445622"/>
                <a:gd name="connsiteY570" fmla="*/ 33185 h 112243"/>
                <a:gd name="connsiteX571" fmla="*/ 1085191 w 1445622"/>
                <a:gd name="connsiteY571" fmla="*/ 23424 h 112243"/>
                <a:gd name="connsiteX572" fmla="*/ 1091037 w 1445622"/>
                <a:gd name="connsiteY572" fmla="*/ 25377 h 112243"/>
                <a:gd name="connsiteX573" fmla="*/ 1094933 w 1445622"/>
                <a:gd name="connsiteY573" fmla="*/ 30257 h 112243"/>
                <a:gd name="connsiteX574" fmla="*/ 1096881 w 1445622"/>
                <a:gd name="connsiteY574" fmla="*/ 38066 h 112243"/>
                <a:gd name="connsiteX575" fmla="*/ 1096881 w 1445622"/>
                <a:gd name="connsiteY575" fmla="*/ 48801 h 112243"/>
                <a:gd name="connsiteX576" fmla="*/ 1096881 w 1445622"/>
                <a:gd name="connsiteY576" fmla="*/ 86867 h 112243"/>
                <a:gd name="connsiteX577" fmla="*/ 1092010 w 1445622"/>
                <a:gd name="connsiteY577" fmla="*/ 86867 h 112243"/>
                <a:gd name="connsiteX578" fmla="*/ 1092010 w 1445622"/>
                <a:gd name="connsiteY578" fmla="*/ 48801 h 112243"/>
                <a:gd name="connsiteX579" fmla="*/ 1091037 w 1445622"/>
                <a:gd name="connsiteY579" fmla="*/ 39041 h 112243"/>
                <a:gd name="connsiteX580" fmla="*/ 1088113 w 1445622"/>
                <a:gd name="connsiteY580" fmla="*/ 34161 h 112243"/>
                <a:gd name="connsiteX581" fmla="*/ 1084217 w 1445622"/>
                <a:gd name="connsiteY581" fmla="*/ 32208 h 112243"/>
                <a:gd name="connsiteX582" fmla="*/ 1078373 w 1445622"/>
                <a:gd name="connsiteY582" fmla="*/ 37089 h 112243"/>
                <a:gd name="connsiteX583" fmla="*/ 1075451 w 1445622"/>
                <a:gd name="connsiteY583" fmla="*/ 52706 h 112243"/>
                <a:gd name="connsiteX584" fmla="*/ 1075451 w 1445622"/>
                <a:gd name="connsiteY584" fmla="*/ 86867 h 112243"/>
                <a:gd name="connsiteX585" fmla="*/ 1069604 w 1445622"/>
                <a:gd name="connsiteY585" fmla="*/ 86867 h 112243"/>
                <a:gd name="connsiteX586" fmla="*/ 1131950 w 1445622"/>
                <a:gd name="connsiteY586" fmla="*/ 86867 h 112243"/>
                <a:gd name="connsiteX587" fmla="*/ 1131950 w 1445622"/>
                <a:gd name="connsiteY587" fmla="*/ 79058 h 112243"/>
                <a:gd name="connsiteX588" fmla="*/ 1122208 w 1445622"/>
                <a:gd name="connsiteY588" fmla="*/ 87842 h 112243"/>
                <a:gd name="connsiteX589" fmla="*/ 1115390 w 1445622"/>
                <a:gd name="connsiteY589" fmla="*/ 83939 h 112243"/>
                <a:gd name="connsiteX590" fmla="*/ 1109546 w 1445622"/>
                <a:gd name="connsiteY590" fmla="*/ 72227 h 112243"/>
                <a:gd name="connsiteX591" fmla="*/ 1107597 w 1445622"/>
                <a:gd name="connsiteY591" fmla="*/ 55634 h 112243"/>
                <a:gd name="connsiteX592" fmla="*/ 1109546 w 1445622"/>
                <a:gd name="connsiteY592" fmla="*/ 39041 h 112243"/>
                <a:gd name="connsiteX593" fmla="*/ 1114415 w 1445622"/>
                <a:gd name="connsiteY593" fmla="*/ 27329 h 112243"/>
                <a:gd name="connsiteX594" fmla="*/ 1122208 w 1445622"/>
                <a:gd name="connsiteY594" fmla="*/ 23424 h 112243"/>
                <a:gd name="connsiteX595" fmla="*/ 1128054 w 1445622"/>
                <a:gd name="connsiteY595" fmla="*/ 25377 h 112243"/>
                <a:gd name="connsiteX596" fmla="*/ 1131950 w 1445622"/>
                <a:gd name="connsiteY596" fmla="*/ 32208 h 112243"/>
                <a:gd name="connsiteX597" fmla="*/ 1131950 w 1445622"/>
                <a:gd name="connsiteY597" fmla="*/ 975 h 112243"/>
                <a:gd name="connsiteX598" fmla="*/ 1136821 w 1445622"/>
                <a:gd name="connsiteY598" fmla="*/ 975 h 112243"/>
                <a:gd name="connsiteX599" fmla="*/ 1136821 w 1445622"/>
                <a:gd name="connsiteY599" fmla="*/ 86867 h 112243"/>
                <a:gd name="connsiteX600" fmla="*/ 1131950 w 1445622"/>
                <a:gd name="connsiteY600" fmla="*/ 86867 h 112243"/>
                <a:gd name="connsiteX601" fmla="*/ 1113441 w 1445622"/>
                <a:gd name="connsiteY601" fmla="*/ 55634 h 112243"/>
                <a:gd name="connsiteX602" fmla="*/ 1116363 w 1445622"/>
                <a:gd name="connsiteY602" fmla="*/ 73202 h 112243"/>
                <a:gd name="connsiteX603" fmla="*/ 1123183 w 1445622"/>
                <a:gd name="connsiteY603" fmla="*/ 79058 h 112243"/>
                <a:gd name="connsiteX604" fmla="*/ 1129028 w 1445622"/>
                <a:gd name="connsiteY604" fmla="*/ 74178 h 112243"/>
                <a:gd name="connsiteX605" fmla="*/ 1131950 w 1445622"/>
                <a:gd name="connsiteY605" fmla="*/ 56610 h 112243"/>
                <a:gd name="connsiteX606" fmla="*/ 1129028 w 1445622"/>
                <a:gd name="connsiteY606" fmla="*/ 38066 h 112243"/>
                <a:gd name="connsiteX607" fmla="*/ 1122208 w 1445622"/>
                <a:gd name="connsiteY607" fmla="*/ 32208 h 112243"/>
                <a:gd name="connsiteX608" fmla="*/ 1116363 w 1445622"/>
                <a:gd name="connsiteY608" fmla="*/ 38066 h 112243"/>
                <a:gd name="connsiteX609" fmla="*/ 1113441 w 1445622"/>
                <a:gd name="connsiteY609" fmla="*/ 55634 h 112243"/>
                <a:gd name="connsiteX610" fmla="*/ 1175787 w 1445622"/>
                <a:gd name="connsiteY610" fmla="*/ 86867 h 112243"/>
                <a:gd name="connsiteX611" fmla="*/ 1175787 w 1445622"/>
                <a:gd name="connsiteY611" fmla="*/ 10737 h 112243"/>
                <a:gd name="connsiteX612" fmla="*/ 1160200 w 1445622"/>
                <a:gd name="connsiteY612" fmla="*/ 10737 h 112243"/>
                <a:gd name="connsiteX613" fmla="*/ 1160200 w 1445622"/>
                <a:gd name="connsiteY613" fmla="*/ 975 h 112243"/>
                <a:gd name="connsiteX614" fmla="*/ 1198191 w 1445622"/>
                <a:gd name="connsiteY614" fmla="*/ 975 h 112243"/>
                <a:gd name="connsiteX615" fmla="*/ 1198191 w 1445622"/>
                <a:gd name="connsiteY615" fmla="*/ 10737 h 112243"/>
                <a:gd name="connsiteX616" fmla="*/ 1182605 w 1445622"/>
                <a:gd name="connsiteY616" fmla="*/ 10737 h 112243"/>
                <a:gd name="connsiteX617" fmla="*/ 1182605 w 1445622"/>
                <a:gd name="connsiteY617" fmla="*/ 86867 h 112243"/>
                <a:gd name="connsiteX618" fmla="*/ 1175787 w 1445622"/>
                <a:gd name="connsiteY618" fmla="*/ 86867 h 112243"/>
                <a:gd name="connsiteX619" fmla="*/ 1223520 w 1445622"/>
                <a:gd name="connsiteY619" fmla="*/ 66371 h 112243"/>
                <a:gd name="connsiteX620" fmla="*/ 1229364 w 1445622"/>
                <a:gd name="connsiteY620" fmla="*/ 68322 h 112243"/>
                <a:gd name="connsiteX621" fmla="*/ 1224493 w 1445622"/>
                <a:gd name="connsiteY621" fmla="*/ 82964 h 112243"/>
                <a:gd name="connsiteX622" fmla="*/ 1214751 w 1445622"/>
                <a:gd name="connsiteY622" fmla="*/ 87842 h 112243"/>
                <a:gd name="connsiteX623" fmla="*/ 1202089 w 1445622"/>
                <a:gd name="connsiteY623" fmla="*/ 80036 h 112243"/>
                <a:gd name="connsiteX624" fmla="*/ 1198191 w 1445622"/>
                <a:gd name="connsiteY624" fmla="*/ 56610 h 112243"/>
                <a:gd name="connsiteX625" fmla="*/ 1202089 w 1445622"/>
                <a:gd name="connsiteY625" fmla="*/ 32208 h 112243"/>
                <a:gd name="connsiteX626" fmla="*/ 1213778 w 1445622"/>
                <a:gd name="connsiteY626" fmla="*/ 23424 h 112243"/>
                <a:gd name="connsiteX627" fmla="*/ 1225468 w 1445622"/>
                <a:gd name="connsiteY627" fmla="*/ 32208 h 112243"/>
                <a:gd name="connsiteX628" fmla="*/ 1229364 w 1445622"/>
                <a:gd name="connsiteY628" fmla="*/ 55634 h 112243"/>
                <a:gd name="connsiteX629" fmla="*/ 1229364 w 1445622"/>
                <a:gd name="connsiteY629" fmla="*/ 58562 h 112243"/>
                <a:gd name="connsiteX630" fmla="*/ 1204036 w 1445622"/>
                <a:gd name="connsiteY630" fmla="*/ 58562 h 112243"/>
                <a:gd name="connsiteX631" fmla="*/ 1206958 w 1445622"/>
                <a:gd name="connsiteY631" fmla="*/ 74178 h 112243"/>
                <a:gd name="connsiteX632" fmla="*/ 1214751 w 1445622"/>
                <a:gd name="connsiteY632" fmla="*/ 79058 h 112243"/>
                <a:gd name="connsiteX633" fmla="*/ 1219622 w 1445622"/>
                <a:gd name="connsiteY633" fmla="*/ 76130 h 112243"/>
                <a:gd name="connsiteX634" fmla="*/ 1223520 w 1445622"/>
                <a:gd name="connsiteY634" fmla="*/ 66371 h 112243"/>
                <a:gd name="connsiteX635" fmla="*/ 1204036 w 1445622"/>
                <a:gd name="connsiteY635" fmla="*/ 49778 h 112243"/>
                <a:gd name="connsiteX636" fmla="*/ 1223520 w 1445622"/>
                <a:gd name="connsiteY636" fmla="*/ 49778 h 112243"/>
                <a:gd name="connsiteX637" fmla="*/ 1221571 w 1445622"/>
                <a:gd name="connsiteY637" fmla="*/ 38066 h 112243"/>
                <a:gd name="connsiteX638" fmla="*/ 1213778 w 1445622"/>
                <a:gd name="connsiteY638" fmla="*/ 32208 h 112243"/>
                <a:gd name="connsiteX639" fmla="*/ 1206958 w 1445622"/>
                <a:gd name="connsiteY639" fmla="*/ 37089 h 112243"/>
                <a:gd name="connsiteX640" fmla="*/ 1204036 w 1445622"/>
                <a:gd name="connsiteY640" fmla="*/ 49778 h 112243"/>
                <a:gd name="connsiteX641" fmla="*/ 1262486 w 1445622"/>
                <a:gd name="connsiteY641" fmla="*/ 64418 h 112243"/>
                <a:gd name="connsiteX642" fmla="*/ 1268330 w 1445622"/>
                <a:gd name="connsiteY642" fmla="*/ 65394 h 112243"/>
                <a:gd name="connsiteX643" fmla="*/ 1263459 w 1445622"/>
                <a:gd name="connsiteY643" fmla="*/ 81986 h 112243"/>
                <a:gd name="connsiteX644" fmla="*/ 1253717 w 1445622"/>
                <a:gd name="connsiteY644" fmla="*/ 87842 h 112243"/>
                <a:gd name="connsiteX645" fmla="*/ 1243002 w 1445622"/>
                <a:gd name="connsiteY645" fmla="*/ 80036 h 112243"/>
                <a:gd name="connsiteX646" fmla="*/ 1238131 w 1445622"/>
                <a:gd name="connsiteY646" fmla="*/ 55634 h 112243"/>
                <a:gd name="connsiteX647" fmla="*/ 1240079 w 1445622"/>
                <a:gd name="connsiteY647" fmla="*/ 38066 h 112243"/>
                <a:gd name="connsiteX648" fmla="*/ 1245924 w 1445622"/>
                <a:gd name="connsiteY648" fmla="*/ 27329 h 112243"/>
                <a:gd name="connsiteX649" fmla="*/ 1253717 w 1445622"/>
                <a:gd name="connsiteY649" fmla="*/ 23424 h 112243"/>
                <a:gd name="connsiteX650" fmla="*/ 1263459 w 1445622"/>
                <a:gd name="connsiteY650" fmla="*/ 28305 h 112243"/>
                <a:gd name="connsiteX651" fmla="*/ 1267355 w 1445622"/>
                <a:gd name="connsiteY651" fmla="*/ 42945 h 112243"/>
                <a:gd name="connsiteX652" fmla="*/ 1261510 w 1445622"/>
                <a:gd name="connsiteY652" fmla="*/ 44898 h 112243"/>
                <a:gd name="connsiteX653" fmla="*/ 1259561 w 1445622"/>
                <a:gd name="connsiteY653" fmla="*/ 35138 h 112243"/>
                <a:gd name="connsiteX654" fmla="*/ 1253717 w 1445622"/>
                <a:gd name="connsiteY654" fmla="*/ 32208 h 112243"/>
                <a:gd name="connsiteX655" fmla="*/ 1246899 w 1445622"/>
                <a:gd name="connsiteY655" fmla="*/ 38066 h 112243"/>
                <a:gd name="connsiteX656" fmla="*/ 1243977 w 1445622"/>
                <a:gd name="connsiteY656" fmla="*/ 55634 h 112243"/>
                <a:gd name="connsiteX657" fmla="*/ 1246899 w 1445622"/>
                <a:gd name="connsiteY657" fmla="*/ 74178 h 112243"/>
                <a:gd name="connsiteX658" fmla="*/ 1253717 w 1445622"/>
                <a:gd name="connsiteY658" fmla="*/ 79058 h 112243"/>
                <a:gd name="connsiteX659" fmla="*/ 1259561 w 1445622"/>
                <a:gd name="connsiteY659" fmla="*/ 76130 h 112243"/>
                <a:gd name="connsiteX660" fmla="*/ 1262486 w 1445622"/>
                <a:gd name="connsiteY660" fmla="*/ 64418 h 112243"/>
                <a:gd name="connsiteX661" fmla="*/ 1277102 w 1445622"/>
                <a:gd name="connsiteY661" fmla="*/ 86867 h 112243"/>
                <a:gd name="connsiteX662" fmla="*/ 1277102 w 1445622"/>
                <a:gd name="connsiteY662" fmla="*/ 975 h 112243"/>
                <a:gd name="connsiteX663" fmla="*/ 1282947 w 1445622"/>
                <a:gd name="connsiteY663" fmla="*/ 975 h 112243"/>
                <a:gd name="connsiteX664" fmla="*/ 1282947 w 1445622"/>
                <a:gd name="connsiteY664" fmla="*/ 32208 h 112243"/>
                <a:gd name="connsiteX665" fmla="*/ 1292681 w 1445622"/>
                <a:gd name="connsiteY665" fmla="*/ 23424 h 112243"/>
                <a:gd name="connsiteX666" fmla="*/ 1299493 w 1445622"/>
                <a:gd name="connsiteY666" fmla="*/ 26352 h 112243"/>
                <a:gd name="connsiteX667" fmla="*/ 1303402 w 1445622"/>
                <a:gd name="connsiteY667" fmla="*/ 33185 h 112243"/>
                <a:gd name="connsiteX668" fmla="*/ 1304370 w 1445622"/>
                <a:gd name="connsiteY668" fmla="*/ 47826 h 112243"/>
                <a:gd name="connsiteX669" fmla="*/ 1304370 w 1445622"/>
                <a:gd name="connsiteY669" fmla="*/ 86867 h 112243"/>
                <a:gd name="connsiteX670" fmla="*/ 1298525 w 1445622"/>
                <a:gd name="connsiteY670" fmla="*/ 86867 h 112243"/>
                <a:gd name="connsiteX671" fmla="*/ 1298525 w 1445622"/>
                <a:gd name="connsiteY671" fmla="*/ 47826 h 112243"/>
                <a:gd name="connsiteX672" fmla="*/ 1296571 w 1445622"/>
                <a:gd name="connsiteY672" fmla="*/ 36113 h 112243"/>
                <a:gd name="connsiteX673" fmla="*/ 1291713 w 1445622"/>
                <a:gd name="connsiteY673" fmla="*/ 32208 h 112243"/>
                <a:gd name="connsiteX674" fmla="*/ 1286837 w 1445622"/>
                <a:gd name="connsiteY674" fmla="*/ 35138 h 112243"/>
                <a:gd name="connsiteX675" fmla="*/ 1283914 w 1445622"/>
                <a:gd name="connsiteY675" fmla="*/ 40994 h 112243"/>
                <a:gd name="connsiteX676" fmla="*/ 1282947 w 1445622"/>
                <a:gd name="connsiteY676" fmla="*/ 52706 h 112243"/>
                <a:gd name="connsiteX677" fmla="*/ 1282947 w 1445622"/>
                <a:gd name="connsiteY677" fmla="*/ 86867 h 112243"/>
                <a:gd name="connsiteX678" fmla="*/ 1277102 w 1445622"/>
                <a:gd name="connsiteY678" fmla="*/ 86867 h 112243"/>
                <a:gd name="connsiteX679" fmla="*/ 1317046 w 1445622"/>
                <a:gd name="connsiteY679" fmla="*/ 86867 h 112243"/>
                <a:gd name="connsiteX680" fmla="*/ 1317046 w 1445622"/>
                <a:gd name="connsiteY680" fmla="*/ 24401 h 112243"/>
                <a:gd name="connsiteX681" fmla="*/ 1321903 w 1445622"/>
                <a:gd name="connsiteY681" fmla="*/ 24401 h 112243"/>
                <a:gd name="connsiteX682" fmla="*/ 1321903 w 1445622"/>
                <a:gd name="connsiteY682" fmla="*/ 33185 h 112243"/>
                <a:gd name="connsiteX683" fmla="*/ 1332624 w 1445622"/>
                <a:gd name="connsiteY683" fmla="*/ 23424 h 112243"/>
                <a:gd name="connsiteX684" fmla="*/ 1338469 w 1445622"/>
                <a:gd name="connsiteY684" fmla="*/ 25377 h 112243"/>
                <a:gd name="connsiteX685" fmla="*/ 1342359 w 1445622"/>
                <a:gd name="connsiteY685" fmla="*/ 30257 h 112243"/>
                <a:gd name="connsiteX686" fmla="*/ 1344313 w 1445622"/>
                <a:gd name="connsiteY686" fmla="*/ 38066 h 112243"/>
                <a:gd name="connsiteX687" fmla="*/ 1344313 w 1445622"/>
                <a:gd name="connsiteY687" fmla="*/ 48801 h 112243"/>
                <a:gd name="connsiteX688" fmla="*/ 1344313 w 1445622"/>
                <a:gd name="connsiteY688" fmla="*/ 86867 h 112243"/>
                <a:gd name="connsiteX689" fmla="*/ 1338469 w 1445622"/>
                <a:gd name="connsiteY689" fmla="*/ 86867 h 112243"/>
                <a:gd name="connsiteX690" fmla="*/ 1338469 w 1445622"/>
                <a:gd name="connsiteY690" fmla="*/ 48801 h 112243"/>
                <a:gd name="connsiteX691" fmla="*/ 1338469 w 1445622"/>
                <a:gd name="connsiteY691" fmla="*/ 39041 h 112243"/>
                <a:gd name="connsiteX692" fmla="*/ 1335547 w 1445622"/>
                <a:gd name="connsiteY692" fmla="*/ 34161 h 112243"/>
                <a:gd name="connsiteX693" fmla="*/ 1331657 w 1445622"/>
                <a:gd name="connsiteY693" fmla="*/ 32208 h 112243"/>
                <a:gd name="connsiteX694" fmla="*/ 1325812 w 1445622"/>
                <a:gd name="connsiteY694" fmla="*/ 37089 h 112243"/>
                <a:gd name="connsiteX695" fmla="*/ 1322890 w 1445622"/>
                <a:gd name="connsiteY695" fmla="*/ 52706 h 112243"/>
                <a:gd name="connsiteX696" fmla="*/ 1322890 w 1445622"/>
                <a:gd name="connsiteY696" fmla="*/ 86867 h 112243"/>
                <a:gd name="connsiteX697" fmla="*/ 1317046 w 1445622"/>
                <a:gd name="connsiteY697" fmla="*/ 86867 h 112243"/>
                <a:gd name="connsiteX698" fmla="*/ 1355034 w 1445622"/>
                <a:gd name="connsiteY698" fmla="*/ 55634 h 112243"/>
                <a:gd name="connsiteX699" fmla="*/ 1359892 w 1445622"/>
                <a:gd name="connsiteY699" fmla="*/ 30257 h 112243"/>
                <a:gd name="connsiteX700" fmla="*/ 1370613 w 1445622"/>
                <a:gd name="connsiteY700" fmla="*/ 23424 h 112243"/>
                <a:gd name="connsiteX701" fmla="*/ 1382302 w 1445622"/>
                <a:gd name="connsiteY701" fmla="*/ 31233 h 112243"/>
                <a:gd name="connsiteX702" fmla="*/ 1387179 w 1445622"/>
                <a:gd name="connsiteY702" fmla="*/ 54657 h 112243"/>
                <a:gd name="connsiteX703" fmla="*/ 1385224 w 1445622"/>
                <a:gd name="connsiteY703" fmla="*/ 74178 h 112243"/>
                <a:gd name="connsiteX704" fmla="*/ 1379380 w 1445622"/>
                <a:gd name="connsiteY704" fmla="*/ 83939 h 112243"/>
                <a:gd name="connsiteX705" fmla="*/ 1370613 w 1445622"/>
                <a:gd name="connsiteY705" fmla="*/ 87842 h 112243"/>
                <a:gd name="connsiteX706" fmla="*/ 1358924 w 1445622"/>
                <a:gd name="connsiteY706" fmla="*/ 80036 h 112243"/>
                <a:gd name="connsiteX707" fmla="*/ 1355034 w 1445622"/>
                <a:gd name="connsiteY707" fmla="*/ 55634 h 112243"/>
                <a:gd name="connsiteX708" fmla="*/ 1360879 w 1445622"/>
                <a:gd name="connsiteY708" fmla="*/ 55634 h 112243"/>
                <a:gd name="connsiteX709" fmla="*/ 1363801 w 1445622"/>
                <a:gd name="connsiteY709" fmla="*/ 73202 h 112243"/>
                <a:gd name="connsiteX710" fmla="*/ 1370613 w 1445622"/>
                <a:gd name="connsiteY710" fmla="*/ 79058 h 112243"/>
                <a:gd name="connsiteX711" fmla="*/ 1378412 w 1445622"/>
                <a:gd name="connsiteY711" fmla="*/ 73202 h 112243"/>
                <a:gd name="connsiteX712" fmla="*/ 1381334 w 1445622"/>
                <a:gd name="connsiteY712" fmla="*/ 55634 h 112243"/>
                <a:gd name="connsiteX713" fmla="*/ 1378412 w 1445622"/>
                <a:gd name="connsiteY713" fmla="*/ 38066 h 112243"/>
                <a:gd name="connsiteX714" fmla="*/ 1370613 w 1445622"/>
                <a:gd name="connsiteY714" fmla="*/ 32208 h 112243"/>
                <a:gd name="connsiteX715" fmla="*/ 1363801 w 1445622"/>
                <a:gd name="connsiteY715" fmla="*/ 38066 h 112243"/>
                <a:gd name="connsiteX716" fmla="*/ 1360879 w 1445622"/>
                <a:gd name="connsiteY716" fmla="*/ 55634 h 112243"/>
                <a:gd name="connsiteX717" fmla="*/ 1396913 w 1445622"/>
                <a:gd name="connsiteY717" fmla="*/ 86867 h 112243"/>
                <a:gd name="connsiteX718" fmla="*/ 1396913 w 1445622"/>
                <a:gd name="connsiteY718" fmla="*/ 975 h 112243"/>
                <a:gd name="connsiteX719" fmla="*/ 1402757 w 1445622"/>
                <a:gd name="connsiteY719" fmla="*/ 975 h 112243"/>
                <a:gd name="connsiteX720" fmla="*/ 1402757 w 1445622"/>
                <a:gd name="connsiteY720" fmla="*/ 86867 h 112243"/>
                <a:gd name="connsiteX721" fmla="*/ 1396913 w 1445622"/>
                <a:gd name="connsiteY721" fmla="*/ 86867 h 112243"/>
                <a:gd name="connsiteX722" fmla="*/ 1413479 w 1445622"/>
                <a:gd name="connsiteY722" fmla="*/ 55634 h 112243"/>
                <a:gd name="connsiteX723" fmla="*/ 1418355 w 1445622"/>
                <a:gd name="connsiteY723" fmla="*/ 30257 h 112243"/>
                <a:gd name="connsiteX724" fmla="*/ 1429057 w 1445622"/>
                <a:gd name="connsiteY724" fmla="*/ 23424 h 112243"/>
                <a:gd name="connsiteX725" fmla="*/ 1440746 w 1445622"/>
                <a:gd name="connsiteY725" fmla="*/ 31233 h 112243"/>
                <a:gd name="connsiteX726" fmla="*/ 1445623 w 1445622"/>
                <a:gd name="connsiteY726" fmla="*/ 54657 h 112243"/>
                <a:gd name="connsiteX727" fmla="*/ 1443668 w 1445622"/>
                <a:gd name="connsiteY727" fmla="*/ 74178 h 112243"/>
                <a:gd name="connsiteX728" fmla="*/ 1437824 w 1445622"/>
                <a:gd name="connsiteY728" fmla="*/ 83939 h 112243"/>
                <a:gd name="connsiteX729" fmla="*/ 1429057 w 1445622"/>
                <a:gd name="connsiteY729" fmla="*/ 87842 h 112243"/>
                <a:gd name="connsiteX730" fmla="*/ 1417368 w 1445622"/>
                <a:gd name="connsiteY730" fmla="*/ 80036 h 112243"/>
                <a:gd name="connsiteX731" fmla="*/ 1413479 w 1445622"/>
                <a:gd name="connsiteY731" fmla="*/ 55634 h 112243"/>
                <a:gd name="connsiteX732" fmla="*/ 1419323 w 1445622"/>
                <a:gd name="connsiteY732" fmla="*/ 55634 h 112243"/>
                <a:gd name="connsiteX733" fmla="*/ 1422245 w 1445622"/>
                <a:gd name="connsiteY733" fmla="*/ 73202 h 112243"/>
                <a:gd name="connsiteX734" fmla="*/ 1429057 w 1445622"/>
                <a:gd name="connsiteY734" fmla="*/ 79058 h 112243"/>
                <a:gd name="connsiteX735" fmla="*/ 1436856 w 1445622"/>
                <a:gd name="connsiteY735" fmla="*/ 73202 h 112243"/>
                <a:gd name="connsiteX736" fmla="*/ 1439778 w 1445622"/>
                <a:gd name="connsiteY736" fmla="*/ 55634 h 112243"/>
                <a:gd name="connsiteX737" fmla="*/ 1436856 w 1445622"/>
                <a:gd name="connsiteY737" fmla="*/ 38066 h 112243"/>
                <a:gd name="connsiteX738" fmla="*/ 1429057 w 1445622"/>
                <a:gd name="connsiteY738" fmla="*/ 32208 h 112243"/>
                <a:gd name="connsiteX739" fmla="*/ 1422245 w 1445622"/>
                <a:gd name="connsiteY739" fmla="*/ 38066 h 112243"/>
                <a:gd name="connsiteX740" fmla="*/ 1419323 w 1445622"/>
                <a:gd name="connsiteY740" fmla="*/ 55634 h 1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1445622" h="112243">
                  <a:moveTo>
                    <a:pt x="31173" y="975"/>
                  </a:moveTo>
                  <a:cubicBezTo>
                    <a:pt x="37017" y="975"/>
                    <a:pt x="37017" y="975"/>
                    <a:pt x="37017" y="975"/>
                  </a:cubicBezTo>
                  <a:cubicBezTo>
                    <a:pt x="37017" y="50754"/>
                    <a:pt x="37017" y="50754"/>
                    <a:pt x="37017" y="50754"/>
                  </a:cubicBezTo>
                  <a:cubicBezTo>
                    <a:pt x="37017" y="59538"/>
                    <a:pt x="37017" y="66371"/>
                    <a:pt x="35068" y="71250"/>
                  </a:cubicBezTo>
                  <a:cubicBezTo>
                    <a:pt x="34095" y="76130"/>
                    <a:pt x="32146" y="80036"/>
                    <a:pt x="30197" y="83939"/>
                  </a:cubicBezTo>
                  <a:cubicBezTo>
                    <a:pt x="27275" y="86867"/>
                    <a:pt x="23380" y="87842"/>
                    <a:pt x="18509" y="87842"/>
                  </a:cubicBezTo>
                  <a:cubicBezTo>
                    <a:pt x="14613" y="87842"/>
                    <a:pt x="10715" y="86867"/>
                    <a:pt x="7793" y="83939"/>
                  </a:cubicBezTo>
                  <a:cubicBezTo>
                    <a:pt x="4871" y="81011"/>
                    <a:pt x="2922" y="77106"/>
                    <a:pt x="1949" y="72227"/>
                  </a:cubicBezTo>
                  <a:cubicBezTo>
                    <a:pt x="973" y="66371"/>
                    <a:pt x="0" y="59538"/>
                    <a:pt x="0" y="50754"/>
                  </a:cubicBezTo>
                  <a:cubicBezTo>
                    <a:pt x="0" y="975"/>
                    <a:pt x="0" y="975"/>
                    <a:pt x="0" y="975"/>
                  </a:cubicBezTo>
                  <a:cubicBezTo>
                    <a:pt x="6820" y="975"/>
                    <a:pt x="6820" y="975"/>
                    <a:pt x="6820" y="975"/>
                  </a:cubicBezTo>
                  <a:cubicBezTo>
                    <a:pt x="6820" y="50754"/>
                    <a:pt x="6820" y="50754"/>
                    <a:pt x="6820" y="50754"/>
                  </a:cubicBezTo>
                  <a:cubicBezTo>
                    <a:pt x="6820" y="57587"/>
                    <a:pt x="6820" y="63443"/>
                    <a:pt x="7793" y="67346"/>
                  </a:cubicBezTo>
                  <a:cubicBezTo>
                    <a:pt x="7793" y="70274"/>
                    <a:pt x="9742" y="73202"/>
                    <a:pt x="11689" y="75155"/>
                  </a:cubicBezTo>
                  <a:cubicBezTo>
                    <a:pt x="13638" y="77106"/>
                    <a:pt x="15586" y="78083"/>
                    <a:pt x="18509" y="78083"/>
                  </a:cubicBezTo>
                  <a:cubicBezTo>
                    <a:pt x="22404" y="78083"/>
                    <a:pt x="26302" y="76130"/>
                    <a:pt x="28251" y="72227"/>
                  </a:cubicBezTo>
                  <a:cubicBezTo>
                    <a:pt x="30197" y="68322"/>
                    <a:pt x="31173" y="61490"/>
                    <a:pt x="31173" y="50754"/>
                  </a:cubicBezTo>
                  <a:cubicBezTo>
                    <a:pt x="31173" y="975"/>
                    <a:pt x="31173" y="975"/>
                    <a:pt x="31173" y="975"/>
                  </a:cubicBezTo>
                  <a:close/>
                  <a:moveTo>
                    <a:pt x="50655" y="86867"/>
                  </a:moveTo>
                  <a:cubicBezTo>
                    <a:pt x="50655" y="24401"/>
                    <a:pt x="50655" y="24401"/>
                    <a:pt x="50655" y="24401"/>
                  </a:cubicBezTo>
                  <a:cubicBezTo>
                    <a:pt x="55526" y="24401"/>
                    <a:pt x="55526" y="24401"/>
                    <a:pt x="55526" y="24401"/>
                  </a:cubicBezTo>
                  <a:cubicBezTo>
                    <a:pt x="55526" y="33185"/>
                    <a:pt x="55526" y="33185"/>
                    <a:pt x="55526" y="33185"/>
                  </a:cubicBezTo>
                  <a:cubicBezTo>
                    <a:pt x="58448" y="26352"/>
                    <a:pt x="61370" y="23424"/>
                    <a:pt x="66241" y="23424"/>
                  </a:cubicBezTo>
                  <a:cubicBezTo>
                    <a:pt x="68190" y="23424"/>
                    <a:pt x="70139" y="24401"/>
                    <a:pt x="72086" y="25377"/>
                  </a:cubicBezTo>
                  <a:cubicBezTo>
                    <a:pt x="74034" y="26352"/>
                    <a:pt x="75008" y="28305"/>
                    <a:pt x="75983" y="30257"/>
                  </a:cubicBezTo>
                  <a:cubicBezTo>
                    <a:pt x="76957" y="33185"/>
                    <a:pt x="76957" y="35138"/>
                    <a:pt x="77932" y="38066"/>
                  </a:cubicBezTo>
                  <a:cubicBezTo>
                    <a:pt x="77932" y="40017"/>
                    <a:pt x="77932" y="43922"/>
                    <a:pt x="77932" y="48801"/>
                  </a:cubicBezTo>
                  <a:cubicBezTo>
                    <a:pt x="77932" y="86867"/>
                    <a:pt x="77932" y="86867"/>
                    <a:pt x="77932" y="86867"/>
                  </a:cubicBezTo>
                  <a:cubicBezTo>
                    <a:pt x="72086" y="86867"/>
                    <a:pt x="72086" y="86867"/>
                    <a:pt x="72086" y="86867"/>
                  </a:cubicBezTo>
                  <a:cubicBezTo>
                    <a:pt x="72086" y="48801"/>
                    <a:pt x="72086" y="48801"/>
                    <a:pt x="72086" y="48801"/>
                  </a:cubicBezTo>
                  <a:cubicBezTo>
                    <a:pt x="72086" y="44898"/>
                    <a:pt x="72086" y="41969"/>
                    <a:pt x="72086" y="39041"/>
                  </a:cubicBezTo>
                  <a:cubicBezTo>
                    <a:pt x="71112" y="37089"/>
                    <a:pt x="70139" y="35138"/>
                    <a:pt x="69164" y="34161"/>
                  </a:cubicBezTo>
                  <a:cubicBezTo>
                    <a:pt x="68190" y="33185"/>
                    <a:pt x="67215" y="32208"/>
                    <a:pt x="65268" y="32208"/>
                  </a:cubicBezTo>
                  <a:cubicBezTo>
                    <a:pt x="62346" y="32208"/>
                    <a:pt x="60397" y="34161"/>
                    <a:pt x="58448" y="37089"/>
                  </a:cubicBezTo>
                  <a:cubicBezTo>
                    <a:pt x="57475" y="39041"/>
                    <a:pt x="56499" y="44898"/>
                    <a:pt x="56499" y="52706"/>
                  </a:cubicBezTo>
                  <a:cubicBezTo>
                    <a:pt x="56499" y="86867"/>
                    <a:pt x="56499" y="86867"/>
                    <a:pt x="56499" y="86867"/>
                  </a:cubicBezTo>
                  <a:cubicBezTo>
                    <a:pt x="50655" y="86867"/>
                    <a:pt x="50655" y="86867"/>
                    <a:pt x="50655" y="86867"/>
                  </a:cubicBezTo>
                  <a:close/>
                  <a:moveTo>
                    <a:pt x="90594" y="13665"/>
                  </a:moveTo>
                  <a:cubicBezTo>
                    <a:pt x="90594" y="975"/>
                    <a:pt x="90594" y="975"/>
                    <a:pt x="90594" y="975"/>
                  </a:cubicBezTo>
                  <a:cubicBezTo>
                    <a:pt x="96441" y="975"/>
                    <a:pt x="96441" y="975"/>
                    <a:pt x="96441" y="975"/>
                  </a:cubicBezTo>
                  <a:cubicBezTo>
                    <a:pt x="96441" y="13665"/>
                    <a:pt x="96441" y="13665"/>
                    <a:pt x="96441" y="13665"/>
                  </a:cubicBezTo>
                  <a:cubicBezTo>
                    <a:pt x="90594" y="13665"/>
                    <a:pt x="90594" y="13665"/>
                    <a:pt x="90594" y="13665"/>
                  </a:cubicBezTo>
                  <a:close/>
                  <a:moveTo>
                    <a:pt x="90594" y="86867"/>
                  </a:moveTo>
                  <a:cubicBezTo>
                    <a:pt x="90594" y="24401"/>
                    <a:pt x="90594" y="24401"/>
                    <a:pt x="90594" y="24401"/>
                  </a:cubicBezTo>
                  <a:cubicBezTo>
                    <a:pt x="96441" y="24401"/>
                    <a:pt x="96441" y="24401"/>
                    <a:pt x="96441" y="24401"/>
                  </a:cubicBezTo>
                  <a:cubicBezTo>
                    <a:pt x="96441" y="86867"/>
                    <a:pt x="96441" y="86867"/>
                    <a:pt x="96441" y="86867"/>
                  </a:cubicBezTo>
                  <a:cubicBezTo>
                    <a:pt x="90594" y="86867"/>
                    <a:pt x="90594" y="86867"/>
                    <a:pt x="90594" y="86867"/>
                  </a:cubicBezTo>
                  <a:close/>
                  <a:moveTo>
                    <a:pt x="117871" y="86867"/>
                  </a:moveTo>
                  <a:cubicBezTo>
                    <a:pt x="105207" y="24401"/>
                    <a:pt x="105207" y="24401"/>
                    <a:pt x="105207" y="24401"/>
                  </a:cubicBezTo>
                  <a:cubicBezTo>
                    <a:pt x="111052" y="24401"/>
                    <a:pt x="111052" y="24401"/>
                    <a:pt x="111052" y="24401"/>
                  </a:cubicBezTo>
                  <a:cubicBezTo>
                    <a:pt x="118845" y="61490"/>
                    <a:pt x="118845" y="61490"/>
                    <a:pt x="118845" y="61490"/>
                  </a:cubicBezTo>
                  <a:cubicBezTo>
                    <a:pt x="119818" y="66371"/>
                    <a:pt x="119818" y="70274"/>
                    <a:pt x="120794" y="74178"/>
                  </a:cubicBezTo>
                  <a:cubicBezTo>
                    <a:pt x="121767" y="71250"/>
                    <a:pt x="121767" y="67346"/>
                    <a:pt x="122742" y="62466"/>
                  </a:cubicBezTo>
                  <a:cubicBezTo>
                    <a:pt x="130534" y="24401"/>
                    <a:pt x="130534" y="24401"/>
                    <a:pt x="130534" y="24401"/>
                  </a:cubicBezTo>
                  <a:cubicBezTo>
                    <a:pt x="136380" y="24401"/>
                    <a:pt x="136380" y="24401"/>
                    <a:pt x="136380" y="24401"/>
                  </a:cubicBezTo>
                  <a:cubicBezTo>
                    <a:pt x="123716" y="86867"/>
                    <a:pt x="123716" y="86867"/>
                    <a:pt x="123716" y="86867"/>
                  </a:cubicBezTo>
                  <a:cubicBezTo>
                    <a:pt x="117871" y="86867"/>
                    <a:pt x="117871" y="86867"/>
                    <a:pt x="117871" y="86867"/>
                  </a:cubicBezTo>
                  <a:close/>
                  <a:moveTo>
                    <a:pt x="168526" y="66371"/>
                  </a:moveTo>
                  <a:cubicBezTo>
                    <a:pt x="174371" y="68322"/>
                    <a:pt x="174371" y="68322"/>
                    <a:pt x="174371" y="68322"/>
                  </a:cubicBezTo>
                  <a:cubicBezTo>
                    <a:pt x="173397" y="74178"/>
                    <a:pt x="172422" y="79058"/>
                    <a:pt x="169500" y="82964"/>
                  </a:cubicBezTo>
                  <a:cubicBezTo>
                    <a:pt x="166578" y="86867"/>
                    <a:pt x="163655" y="87842"/>
                    <a:pt x="159760" y="87842"/>
                  </a:cubicBezTo>
                  <a:cubicBezTo>
                    <a:pt x="154889" y="87842"/>
                    <a:pt x="150991" y="84914"/>
                    <a:pt x="148069" y="80036"/>
                  </a:cubicBezTo>
                  <a:cubicBezTo>
                    <a:pt x="145147" y="74178"/>
                    <a:pt x="143198" y="66371"/>
                    <a:pt x="143198" y="56610"/>
                  </a:cubicBezTo>
                  <a:cubicBezTo>
                    <a:pt x="143198" y="45873"/>
                    <a:pt x="145147" y="38066"/>
                    <a:pt x="148069" y="32208"/>
                  </a:cubicBezTo>
                  <a:cubicBezTo>
                    <a:pt x="150991" y="26352"/>
                    <a:pt x="154889" y="23424"/>
                    <a:pt x="159760" y="23424"/>
                  </a:cubicBezTo>
                  <a:cubicBezTo>
                    <a:pt x="163655" y="23424"/>
                    <a:pt x="167553" y="26352"/>
                    <a:pt x="170475" y="32208"/>
                  </a:cubicBezTo>
                  <a:cubicBezTo>
                    <a:pt x="173397" y="37089"/>
                    <a:pt x="175344" y="44898"/>
                    <a:pt x="175344" y="55634"/>
                  </a:cubicBezTo>
                  <a:cubicBezTo>
                    <a:pt x="175344" y="56610"/>
                    <a:pt x="175344" y="57587"/>
                    <a:pt x="174371" y="58562"/>
                  </a:cubicBezTo>
                  <a:cubicBezTo>
                    <a:pt x="149044" y="58562"/>
                    <a:pt x="149044" y="58562"/>
                    <a:pt x="149044" y="58562"/>
                  </a:cubicBezTo>
                  <a:cubicBezTo>
                    <a:pt x="150018" y="65394"/>
                    <a:pt x="150991" y="70274"/>
                    <a:pt x="152940" y="74178"/>
                  </a:cubicBezTo>
                  <a:cubicBezTo>
                    <a:pt x="154889" y="78083"/>
                    <a:pt x="156836" y="79058"/>
                    <a:pt x="159760" y="79058"/>
                  </a:cubicBezTo>
                  <a:cubicBezTo>
                    <a:pt x="161707" y="79058"/>
                    <a:pt x="163655" y="78083"/>
                    <a:pt x="165604" y="76130"/>
                  </a:cubicBezTo>
                  <a:cubicBezTo>
                    <a:pt x="166578" y="74178"/>
                    <a:pt x="167553" y="71250"/>
                    <a:pt x="168526" y="66371"/>
                  </a:cubicBezTo>
                  <a:close/>
                  <a:moveTo>
                    <a:pt x="150018" y="49778"/>
                  </a:moveTo>
                  <a:cubicBezTo>
                    <a:pt x="168526" y="49778"/>
                    <a:pt x="168526" y="49778"/>
                    <a:pt x="168526" y="49778"/>
                  </a:cubicBezTo>
                  <a:cubicBezTo>
                    <a:pt x="168526" y="44898"/>
                    <a:pt x="167553" y="40994"/>
                    <a:pt x="166578" y="38066"/>
                  </a:cubicBezTo>
                  <a:cubicBezTo>
                    <a:pt x="164629" y="34161"/>
                    <a:pt x="162682" y="32208"/>
                    <a:pt x="159760" y="32208"/>
                  </a:cubicBezTo>
                  <a:cubicBezTo>
                    <a:pt x="156836" y="32208"/>
                    <a:pt x="154889" y="33185"/>
                    <a:pt x="152940" y="37089"/>
                  </a:cubicBezTo>
                  <a:cubicBezTo>
                    <a:pt x="150991" y="40017"/>
                    <a:pt x="150018" y="43922"/>
                    <a:pt x="150018" y="49778"/>
                  </a:cubicBezTo>
                  <a:close/>
                  <a:moveTo>
                    <a:pt x="185086" y="86867"/>
                  </a:moveTo>
                  <a:cubicBezTo>
                    <a:pt x="185086" y="24401"/>
                    <a:pt x="185086" y="24401"/>
                    <a:pt x="185086" y="24401"/>
                  </a:cubicBezTo>
                  <a:cubicBezTo>
                    <a:pt x="190931" y="24401"/>
                    <a:pt x="190931" y="24401"/>
                    <a:pt x="190931" y="24401"/>
                  </a:cubicBezTo>
                  <a:cubicBezTo>
                    <a:pt x="190931" y="34161"/>
                    <a:pt x="190931" y="34161"/>
                    <a:pt x="190931" y="34161"/>
                  </a:cubicBezTo>
                  <a:cubicBezTo>
                    <a:pt x="191906" y="29280"/>
                    <a:pt x="192879" y="26352"/>
                    <a:pt x="194828" y="25377"/>
                  </a:cubicBezTo>
                  <a:cubicBezTo>
                    <a:pt x="195802" y="24401"/>
                    <a:pt x="196777" y="23424"/>
                    <a:pt x="197750" y="23424"/>
                  </a:cubicBezTo>
                  <a:cubicBezTo>
                    <a:pt x="199699" y="23424"/>
                    <a:pt x="201646" y="24401"/>
                    <a:pt x="203595" y="26352"/>
                  </a:cubicBezTo>
                  <a:cubicBezTo>
                    <a:pt x="201646" y="36113"/>
                    <a:pt x="201646" y="36113"/>
                    <a:pt x="201646" y="36113"/>
                  </a:cubicBezTo>
                  <a:cubicBezTo>
                    <a:pt x="200673" y="35138"/>
                    <a:pt x="199699" y="34161"/>
                    <a:pt x="197750" y="34161"/>
                  </a:cubicBezTo>
                  <a:cubicBezTo>
                    <a:pt x="196777" y="34161"/>
                    <a:pt x="195802" y="35138"/>
                    <a:pt x="194828" y="36113"/>
                  </a:cubicBezTo>
                  <a:cubicBezTo>
                    <a:pt x="193853" y="38066"/>
                    <a:pt x="192879" y="40017"/>
                    <a:pt x="191906" y="41969"/>
                  </a:cubicBezTo>
                  <a:cubicBezTo>
                    <a:pt x="191906" y="45873"/>
                    <a:pt x="190931" y="49778"/>
                    <a:pt x="190931" y="54657"/>
                  </a:cubicBezTo>
                  <a:cubicBezTo>
                    <a:pt x="190931" y="86867"/>
                    <a:pt x="190931" y="86867"/>
                    <a:pt x="190931" y="86867"/>
                  </a:cubicBezTo>
                  <a:cubicBezTo>
                    <a:pt x="185086" y="86867"/>
                    <a:pt x="185086" y="86867"/>
                    <a:pt x="185086" y="86867"/>
                  </a:cubicBezTo>
                  <a:close/>
                  <a:moveTo>
                    <a:pt x="208466" y="68322"/>
                  </a:moveTo>
                  <a:cubicBezTo>
                    <a:pt x="214310" y="66371"/>
                    <a:pt x="214310" y="66371"/>
                    <a:pt x="214310" y="66371"/>
                  </a:cubicBezTo>
                  <a:cubicBezTo>
                    <a:pt x="215286" y="71250"/>
                    <a:pt x="215286" y="74178"/>
                    <a:pt x="217232" y="76130"/>
                  </a:cubicBezTo>
                  <a:cubicBezTo>
                    <a:pt x="218208" y="78083"/>
                    <a:pt x="221130" y="79058"/>
                    <a:pt x="223079" y="79058"/>
                  </a:cubicBezTo>
                  <a:cubicBezTo>
                    <a:pt x="226001" y="79058"/>
                    <a:pt x="227948" y="78083"/>
                    <a:pt x="228923" y="76130"/>
                  </a:cubicBezTo>
                  <a:cubicBezTo>
                    <a:pt x="230872" y="74178"/>
                    <a:pt x="230872" y="72227"/>
                    <a:pt x="230872" y="69299"/>
                  </a:cubicBezTo>
                  <a:cubicBezTo>
                    <a:pt x="230872" y="67346"/>
                    <a:pt x="230872" y="65394"/>
                    <a:pt x="229897" y="64418"/>
                  </a:cubicBezTo>
                  <a:cubicBezTo>
                    <a:pt x="228923" y="63443"/>
                    <a:pt x="226974" y="61490"/>
                    <a:pt x="224052" y="60515"/>
                  </a:cubicBezTo>
                  <a:cubicBezTo>
                    <a:pt x="219181" y="58562"/>
                    <a:pt x="216259" y="56610"/>
                    <a:pt x="214310" y="55634"/>
                  </a:cubicBezTo>
                  <a:cubicBezTo>
                    <a:pt x="213337" y="53682"/>
                    <a:pt x="212361" y="51729"/>
                    <a:pt x="211388" y="49778"/>
                  </a:cubicBezTo>
                  <a:cubicBezTo>
                    <a:pt x="210415" y="46850"/>
                    <a:pt x="209439" y="43922"/>
                    <a:pt x="209439" y="40994"/>
                  </a:cubicBezTo>
                  <a:cubicBezTo>
                    <a:pt x="209439" y="38066"/>
                    <a:pt x="210415" y="36113"/>
                    <a:pt x="210415" y="33185"/>
                  </a:cubicBezTo>
                  <a:cubicBezTo>
                    <a:pt x="211388" y="31233"/>
                    <a:pt x="212361" y="29280"/>
                    <a:pt x="213337" y="27329"/>
                  </a:cubicBezTo>
                  <a:cubicBezTo>
                    <a:pt x="214310" y="26352"/>
                    <a:pt x="216259" y="25377"/>
                    <a:pt x="217232" y="24401"/>
                  </a:cubicBezTo>
                  <a:cubicBezTo>
                    <a:pt x="219181" y="23424"/>
                    <a:pt x="220155" y="23424"/>
                    <a:pt x="222103" y="23424"/>
                  </a:cubicBezTo>
                  <a:cubicBezTo>
                    <a:pt x="225026" y="23424"/>
                    <a:pt x="226974" y="24401"/>
                    <a:pt x="228923" y="25377"/>
                  </a:cubicBezTo>
                  <a:cubicBezTo>
                    <a:pt x="231845" y="26352"/>
                    <a:pt x="232819" y="28305"/>
                    <a:pt x="233794" y="31233"/>
                  </a:cubicBezTo>
                  <a:cubicBezTo>
                    <a:pt x="234768" y="33185"/>
                    <a:pt x="235741" y="37089"/>
                    <a:pt x="235741" y="40994"/>
                  </a:cubicBezTo>
                  <a:cubicBezTo>
                    <a:pt x="229897" y="41969"/>
                    <a:pt x="229897" y="41969"/>
                    <a:pt x="229897" y="41969"/>
                  </a:cubicBezTo>
                  <a:cubicBezTo>
                    <a:pt x="229897" y="39041"/>
                    <a:pt x="228923" y="36113"/>
                    <a:pt x="227948" y="34161"/>
                  </a:cubicBezTo>
                  <a:cubicBezTo>
                    <a:pt x="226974" y="33185"/>
                    <a:pt x="225026" y="32208"/>
                    <a:pt x="223079" y="32208"/>
                  </a:cubicBezTo>
                  <a:cubicBezTo>
                    <a:pt x="220155" y="32208"/>
                    <a:pt x="218208" y="33185"/>
                    <a:pt x="217232" y="34161"/>
                  </a:cubicBezTo>
                  <a:cubicBezTo>
                    <a:pt x="216259" y="36113"/>
                    <a:pt x="215286" y="38066"/>
                    <a:pt x="215286" y="40017"/>
                  </a:cubicBezTo>
                  <a:cubicBezTo>
                    <a:pt x="215286" y="40994"/>
                    <a:pt x="215286" y="42945"/>
                    <a:pt x="216259" y="43922"/>
                  </a:cubicBezTo>
                  <a:cubicBezTo>
                    <a:pt x="216259" y="44898"/>
                    <a:pt x="217232" y="45873"/>
                    <a:pt x="218208" y="46850"/>
                  </a:cubicBezTo>
                  <a:cubicBezTo>
                    <a:pt x="219181" y="46850"/>
                    <a:pt x="220155" y="47826"/>
                    <a:pt x="223079" y="48801"/>
                  </a:cubicBezTo>
                  <a:cubicBezTo>
                    <a:pt x="227948" y="50754"/>
                    <a:pt x="229897" y="52706"/>
                    <a:pt x="231845" y="53682"/>
                  </a:cubicBezTo>
                  <a:cubicBezTo>
                    <a:pt x="233794" y="55634"/>
                    <a:pt x="234768" y="57587"/>
                    <a:pt x="235741" y="59538"/>
                  </a:cubicBezTo>
                  <a:cubicBezTo>
                    <a:pt x="236716" y="61490"/>
                    <a:pt x="236716" y="65394"/>
                    <a:pt x="236716" y="68322"/>
                  </a:cubicBezTo>
                  <a:cubicBezTo>
                    <a:pt x="236716" y="72227"/>
                    <a:pt x="236716" y="75155"/>
                    <a:pt x="235741" y="78083"/>
                  </a:cubicBezTo>
                  <a:cubicBezTo>
                    <a:pt x="234768" y="81986"/>
                    <a:pt x="232819" y="83939"/>
                    <a:pt x="230872" y="85892"/>
                  </a:cubicBezTo>
                  <a:cubicBezTo>
                    <a:pt x="228923" y="86867"/>
                    <a:pt x="226001" y="87842"/>
                    <a:pt x="223079" y="87842"/>
                  </a:cubicBezTo>
                  <a:cubicBezTo>
                    <a:pt x="219181" y="87842"/>
                    <a:pt x="215286" y="86867"/>
                    <a:pt x="213337" y="82964"/>
                  </a:cubicBezTo>
                  <a:cubicBezTo>
                    <a:pt x="211388" y="80036"/>
                    <a:pt x="209439" y="75155"/>
                    <a:pt x="208466" y="68322"/>
                  </a:cubicBezTo>
                  <a:close/>
                  <a:moveTo>
                    <a:pt x="247432" y="13665"/>
                  </a:moveTo>
                  <a:cubicBezTo>
                    <a:pt x="247432" y="975"/>
                    <a:pt x="247432" y="975"/>
                    <a:pt x="247432" y="975"/>
                  </a:cubicBezTo>
                  <a:cubicBezTo>
                    <a:pt x="253276" y="975"/>
                    <a:pt x="253276" y="975"/>
                    <a:pt x="253276" y="975"/>
                  </a:cubicBezTo>
                  <a:cubicBezTo>
                    <a:pt x="253276" y="13665"/>
                    <a:pt x="253276" y="13665"/>
                    <a:pt x="253276" y="13665"/>
                  </a:cubicBezTo>
                  <a:cubicBezTo>
                    <a:pt x="247432" y="13665"/>
                    <a:pt x="247432" y="13665"/>
                    <a:pt x="247432" y="13665"/>
                  </a:cubicBezTo>
                  <a:close/>
                  <a:moveTo>
                    <a:pt x="247432" y="86867"/>
                  </a:moveTo>
                  <a:cubicBezTo>
                    <a:pt x="247432" y="24401"/>
                    <a:pt x="247432" y="24401"/>
                    <a:pt x="247432" y="24401"/>
                  </a:cubicBezTo>
                  <a:cubicBezTo>
                    <a:pt x="253276" y="24401"/>
                    <a:pt x="253276" y="24401"/>
                    <a:pt x="253276" y="24401"/>
                  </a:cubicBezTo>
                  <a:cubicBezTo>
                    <a:pt x="253276" y="86867"/>
                    <a:pt x="253276" y="86867"/>
                    <a:pt x="253276" y="86867"/>
                  </a:cubicBezTo>
                  <a:cubicBezTo>
                    <a:pt x="247432" y="86867"/>
                    <a:pt x="247432" y="86867"/>
                    <a:pt x="247432" y="86867"/>
                  </a:cubicBezTo>
                  <a:close/>
                  <a:moveTo>
                    <a:pt x="278605" y="77106"/>
                  </a:moveTo>
                  <a:cubicBezTo>
                    <a:pt x="279578" y="86867"/>
                    <a:pt x="279578" y="86867"/>
                    <a:pt x="279578" y="86867"/>
                  </a:cubicBezTo>
                  <a:cubicBezTo>
                    <a:pt x="277629" y="86867"/>
                    <a:pt x="276656" y="87842"/>
                    <a:pt x="274707" y="87842"/>
                  </a:cubicBezTo>
                  <a:cubicBezTo>
                    <a:pt x="272758" y="87842"/>
                    <a:pt x="270811" y="86867"/>
                    <a:pt x="269836" y="85892"/>
                  </a:cubicBezTo>
                  <a:cubicBezTo>
                    <a:pt x="268863" y="84914"/>
                    <a:pt x="267889" y="82964"/>
                    <a:pt x="267889" y="81011"/>
                  </a:cubicBezTo>
                  <a:cubicBezTo>
                    <a:pt x="266914" y="79058"/>
                    <a:pt x="266914" y="75155"/>
                    <a:pt x="266914" y="68322"/>
                  </a:cubicBezTo>
                  <a:cubicBezTo>
                    <a:pt x="266914" y="33185"/>
                    <a:pt x="266914" y="33185"/>
                    <a:pt x="266914" y="33185"/>
                  </a:cubicBezTo>
                  <a:cubicBezTo>
                    <a:pt x="263018" y="33185"/>
                    <a:pt x="263018" y="33185"/>
                    <a:pt x="263018" y="33185"/>
                  </a:cubicBezTo>
                  <a:cubicBezTo>
                    <a:pt x="263018" y="24401"/>
                    <a:pt x="263018" y="24401"/>
                    <a:pt x="263018" y="24401"/>
                  </a:cubicBezTo>
                  <a:cubicBezTo>
                    <a:pt x="266914" y="24401"/>
                    <a:pt x="266914" y="24401"/>
                    <a:pt x="266914" y="24401"/>
                  </a:cubicBezTo>
                  <a:cubicBezTo>
                    <a:pt x="266914" y="9759"/>
                    <a:pt x="266914" y="9759"/>
                    <a:pt x="266914" y="9759"/>
                  </a:cubicBezTo>
                  <a:cubicBezTo>
                    <a:pt x="272758" y="2928"/>
                    <a:pt x="272758" y="2928"/>
                    <a:pt x="272758" y="2928"/>
                  </a:cubicBezTo>
                  <a:cubicBezTo>
                    <a:pt x="272758" y="24401"/>
                    <a:pt x="272758" y="24401"/>
                    <a:pt x="272758" y="24401"/>
                  </a:cubicBezTo>
                  <a:cubicBezTo>
                    <a:pt x="278605" y="24401"/>
                    <a:pt x="278605" y="24401"/>
                    <a:pt x="278605" y="24401"/>
                  </a:cubicBezTo>
                  <a:cubicBezTo>
                    <a:pt x="278605" y="33185"/>
                    <a:pt x="278605" y="33185"/>
                    <a:pt x="278605" y="33185"/>
                  </a:cubicBezTo>
                  <a:cubicBezTo>
                    <a:pt x="272758" y="33185"/>
                    <a:pt x="272758" y="33185"/>
                    <a:pt x="272758" y="33185"/>
                  </a:cubicBezTo>
                  <a:cubicBezTo>
                    <a:pt x="272758" y="69299"/>
                    <a:pt x="272758" y="69299"/>
                    <a:pt x="272758" y="69299"/>
                  </a:cubicBezTo>
                  <a:cubicBezTo>
                    <a:pt x="272758" y="72227"/>
                    <a:pt x="272758" y="74178"/>
                    <a:pt x="272758" y="75155"/>
                  </a:cubicBezTo>
                  <a:cubicBezTo>
                    <a:pt x="272758" y="76130"/>
                    <a:pt x="273734" y="76130"/>
                    <a:pt x="273734" y="77106"/>
                  </a:cubicBezTo>
                  <a:cubicBezTo>
                    <a:pt x="274707" y="77106"/>
                    <a:pt x="274707" y="78083"/>
                    <a:pt x="275680" y="78083"/>
                  </a:cubicBezTo>
                  <a:cubicBezTo>
                    <a:pt x="276656" y="78083"/>
                    <a:pt x="277629" y="78083"/>
                    <a:pt x="278605" y="77106"/>
                  </a:cubicBezTo>
                  <a:close/>
                  <a:moveTo>
                    <a:pt x="287371" y="110291"/>
                  </a:moveTo>
                  <a:cubicBezTo>
                    <a:pt x="287371" y="100532"/>
                    <a:pt x="287371" y="100532"/>
                    <a:pt x="287371" y="100532"/>
                  </a:cubicBezTo>
                  <a:cubicBezTo>
                    <a:pt x="288345" y="101507"/>
                    <a:pt x="289320" y="101507"/>
                    <a:pt x="290293" y="101507"/>
                  </a:cubicBezTo>
                  <a:cubicBezTo>
                    <a:pt x="291267" y="101507"/>
                    <a:pt x="292242" y="101507"/>
                    <a:pt x="293216" y="100532"/>
                  </a:cubicBezTo>
                  <a:cubicBezTo>
                    <a:pt x="294191" y="99554"/>
                    <a:pt x="295164" y="98579"/>
                    <a:pt x="295164" y="97604"/>
                  </a:cubicBezTo>
                  <a:cubicBezTo>
                    <a:pt x="295164" y="96626"/>
                    <a:pt x="296138" y="93698"/>
                    <a:pt x="297113" y="89795"/>
                  </a:cubicBezTo>
                  <a:cubicBezTo>
                    <a:pt x="297113" y="88820"/>
                    <a:pt x="297113" y="87842"/>
                    <a:pt x="297113" y="86867"/>
                  </a:cubicBezTo>
                  <a:cubicBezTo>
                    <a:pt x="284449" y="24401"/>
                    <a:pt x="284449" y="24401"/>
                    <a:pt x="284449" y="24401"/>
                  </a:cubicBezTo>
                  <a:cubicBezTo>
                    <a:pt x="290293" y="24401"/>
                    <a:pt x="290293" y="24401"/>
                    <a:pt x="290293" y="24401"/>
                  </a:cubicBezTo>
                  <a:cubicBezTo>
                    <a:pt x="298087" y="60515"/>
                    <a:pt x="298087" y="60515"/>
                    <a:pt x="298087" y="60515"/>
                  </a:cubicBezTo>
                  <a:cubicBezTo>
                    <a:pt x="299060" y="65394"/>
                    <a:pt x="300035" y="70274"/>
                    <a:pt x="300035" y="75155"/>
                  </a:cubicBezTo>
                  <a:cubicBezTo>
                    <a:pt x="301009" y="70274"/>
                    <a:pt x="301982" y="65394"/>
                    <a:pt x="302958" y="60515"/>
                  </a:cubicBezTo>
                  <a:cubicBezTo>
                    <a:pt x="309776" y="24401"/>
                    <a:pt x="309776" y="24401"/>
                    <a:pt x="309776" y="24401"/>
                  </a:cubicBezTo>
                  <a:cubicBezTo>
                    <a:pt x="315622" y="24401"/>
                    <a:pt x="315622" y="24401"/>
                    <a:pt x="315622" y="24401"/>
                  </a:cubicBezTo>
                  <a:cubicBezTo>
                    <a:pt x="302958" y="87842"/>
                    <a:pt x="302958" y="87842"/>
                    <a:pt x="302958" y="87842"/>
                  </a:cubicBezTo>
                  <a:cubicBezTo>
                    <a:pt x="301009" y="94676"/>
                    <a:pt x="300035" y="99554"/>
                    <a:pt x="300035" y="101507"/>
                  </a:cubicBezTo>
                  <a:cubicBezTo>
                    <a:pt x="298087" y="105412"/>
                    <a:pt x="297113" y="108340"/>
                    <a:pt x="296138" y="109316"/>
                  </a:cubicBezTo>
                  <a:cubicBezTo>
                    <a:pt x="295164" y="111268"/>
                    <a:pt x="293216" y="112244"/>
                    <a:pt x="291267" y="112244"/>
                  </a:cubicBezTo>
                  <a:cubicBezTo>
                    <a:pt x="290293" y="112244"/>
                    <a:pt x="289320" y="111268"/>
                    <a:pt x="287371" y="110291"/>
                  </a:cubicBezTo>
                  <a:close/>
                  <a:moveTo>
                    <a:pt x="337053" y="55634"/>
                  </a:moveTo>
                  <a:cubicBezTo>
                    <a:pt x="337053" y="43922"/>
                    <a:pt x="339000" y="36113"/>
                    <a:pt x="341924" y="30257"/>
                  </a:cubicBezTo>
                  <a:cubicBezTo>
                    <a:pt x="344846" y="25377"/>
                    <a:pt x="348742" y="23424"/>
                    <a:pt x="352639" y="23424"/>
                  </a:cubicBezTo>
                  <a:cubicBezTo>
                    <a:pt x="357510" y="23424"/>
                    <a:pt x="361406" y="26352"/>
                    <a:pt x="364328" y="31233"/>
                  </a:cubicBezTo>
                  <a:cubicBezTo>
                    <a:pt x="367250" y="37089"/>
                    <a:pt x="369199" y="44898"/>
                    <a:pt x="369199" y="54657"/>
                  </a:cubicBezTo>
                  <a:cubicBezTo>
                    <a:pt x="369199" y="62466"/>
                    <a:pt x="368225" y="69299"/>
                    <a:pt x="366277" y="74178"/>
                  </a:cubicBezTo>
                  <a:cubicBezTo>
                    <a:pt x="365301" y="78083"/>
                    <a:pt x="363355" y="81986"/>
                    <a:pt x="361406" y="83939"/>
                  </a:cubicBezTo>
                  <a:cubicBezTo>
                    <a:pt x="358484" y="86867"/>
                    <a:pt x="355561" y="87842"/>
                    <a:pt x="352639" y="87842"/>
                  </a:cubicBezTo>
                  <a:cubicBezTo>
                    <a:pt x="347768" y="87842"/>
                    <a:pt x="343871" y="84914"/>
                    <a:pt x="340948" y="80036"/>
                  </a:cubicBezTo>
                  <a:cubicBezTo>
                    <a:pt x="338026" y="74178"/>
                    <a:pt x="337053" y="66371"/>
                    <a:pt x="337053" y="55634"/>
                  </a:cubicBezTo>
                  <a:close/>
                  <a:moveTo>
                    <a:pt x="342897" y="55634"/>
                  </a:moveTo>
                  <a:cubicBezTo>
                    <a:pt x="342897" y="63443"/>
                    <a:pt x="343871" y="69299"/>
                    <a:pt x="345819" y="73202"/>
                  </a:cubicBezTo>
                  <a:cubicBezTo>
                    <a:pt x="347768" y="77106"/>
                    <a:pt x="349717" y="79058"/>
                    <a:pt x="352639" y="79058"/>
                  </a:cubicBezTo>
                  <a:cubicBezTo>
                    <a:pt x="355561" y="79058"/>
                    <a:pt x="358484" y="77106"/>
                    <a:pt x="359457" y="73202"/>
                  </a:cubicBezTo>
                  <a:cubicBezTo>
                    <a:pt x="361406" y="69299"/>
                    <a:pt x="362379" y="63443"/>
                    <a:pt x="362379" y="55634"/>
                  </a:cubicBezTo>
                  <a:cubicBezTo>
                    <a:pt x="362379" y="47826"/>
                    <a:pt x="361406" y="41969"/>
                    <a:pt x="359457" y="38066"/>
                  </a:cubicBezTo>
                  <a:cubicBezTo>
                    <a:pt x="358484" y="34161"/>
                    <a:pt x="355561" y="32208"/>
                    <a:pt x="352639" y="32208"/>
                  </a:cubicBezTo>
                  <a:cubicBezTo>
                    <a:pt x="349717" y="32208"/>
                    <a:pt x="347768" y="34161"/>
                    <a:pt x="345819" y="38066"/>
                  </a:cubicBezTo>
                  <a:cubicBezTo>
                    <a:pt x="343871" y="41969"/>
                    <a:pt x="342897" y="47826"/>
                    <a:pt x="342897" y="55634"/>
                  </a:cubicBezTo>
                  <a:close/>
                  <a:moveTo>
                    <a:pt x="380888" y="86867"/>
                  </a:moveTo>
                  <a:cubicBezTo>
                    <a:pt x="380888" y="33185"/>
                    <a:pt x="380888" y="33185"/>
                    <a:pt x="380888" y="33185"/>
                  </a:cubicBezTo>
                  <a:cubicBezTo>
                    <a:pt x="375043" y="33185"/>
                    <a:pt x="375043" y="33185"/>
                    <a:pt x="375043" y="33185"/>
                  </a:cubicBezTo>
                  <a:cubicBezTo>
                    <a:pt x="375043" y="24401"/>
                    <a:pt x="375043" y="24401"/>
                    <a:pt x="375043" y="24401"/>
                  </a:cubicBezTo>
                  <a:cubicBezTo>
                    <a:pt x="380888" y="24401"/>
                    <a:pt x="380888" y="24401"/>
                    <a:pt x="380888" y="24401"/>
                  </a:cubicBezTo>
                  <a:cubicBezTo>
                    <a:pt x="380888" y="18545"/>
                    <a:pt x="380888" y="18545"/>
                    <a:pt x="380888" y="18545"/>
                  </a:cubicBezTo>
                  <a:cubicBezTo>
                    <a:pt x="380888" y="13665"/>
                    <a:pt x="380888" y="10737"/>
                    <a:pt x="380888" y="8784"/>
                  </a:cubicBezTo>
                  <a:cubicBezTo>
                    <a:pt x="381863" y="5856"/>
                    <a:pt x="382837" y="3903"/>
                    <a:pt x="383812" y="1953"/>
                  </a:cubicBezTo>
                  <a:cubicBezTo>
                    <a:pt x="385759" y="0"/>
                    <a:pt x="387708" y="0"/>
                    <a:pt x="389656" y="0"/>
                  </a:cubicBezTo>
                  <a:cubicBezTo>
                    <a:pt x="391603" y="0"/>
                    <a:pt x="393552" y="0"/>
                    <a:pt x="395501" y="975"/>
                  </a:cubicBezTo>
                  <a:cubicBezTo>
                    <a:pt x="394527" y="9759"/>
                    <a:pt x="394527" y="9759"/>
                    <a:pt x="394527" y="9759"/>
                  </a:cubicBezTo>
                  <a:cubicBezTo>
                    <a:pt x="393552" y="9759"/>
                    <a:pt x="392578" y="8784"/>
                    <a:pt x="390630" y="8784"/>
                  </a:cubicBezTo>
                  <a:cubicBezTo>
                    <a:pt x="389656" y="8784"/>
                    <a:pt x="387708" y="9759"/>
                    <a:pt x="387708" y="11712"/>
                  </a:cubicBezTo>
                  <a:cubicBezTo>
                    <a:pt x="386734" y="12689"/>
                    <a:pt x="386734" y="15617"/>
                    <a:pt x="386734" y="18545"/>
                  </a:cubicBezTo>
                  <a:cubicBezTo>
                    <a:pt x="386734" y="24401"/>
                    <a:pt x="386734" y="24401"/>
                    <a:pt x="386734" y="24401"/>
                  </a:cubicBezTo>
                  <a:cubicBezTo>
                    <a:pt x="392578" y="24401"/>
                    <a:pt x="392578" y="24401"/>
                    <a:pt x="392578" y="24401"/>
                  </a:cubicBezTo>
                  <a:cubicBezTo>
                    <a:pt x="392578" y="33185"/>
                    <a:pt x="392578" y="33185"/>
                    <a:pt x="392578" y="33185"/>
                  </a:cubicBezTo>
                  <a:cubicBezTo>
                    <a:pt x="386734" y="33185"/>
                    <a:pt x="386734" y="33185"/>
                    <a:pt x="386734" y="33185"/>
                  </a:cubicBezTo>
                  <a:cubicBezTo>
                    <a:pt x="386734" y="86867"/>
                    <a:pt x="386734" y="86867"/>
                    <a:pt x="386734" y="86867"/>
                  </a:cubicBezTo>
                  <a:cubicBezTo>
                    <a:pt x="380888" y="86867"/>
                    <a:pt x="380888" y="86867"/>
                    <a:pt x="380888" y="86867"/>
                  </a:cubicBezTo>
                  <a:close/>
                  <a:moveTo>
                    <a:pt x="416932" y="86867"/>
                  </a:moveTo>
                  <a:cubicBezTo>
                    <a:pt x="416932" y="975"/>
                    <a:pt x="416932" y="975"/>
                    <a:pt x="416932" y="975"/>
                  </a:cubicBezTo>
                  <a:cubicBezTo>
                    <a:pt x="451027" y="975"/>
                    <a:pt x="451027" y="975"/>
                    <a:pt x="451027" y="975"/>
                  </a:cubicBezTo>
                  <a:cubicBezTo>
                    <a:pt x="451027" y="10737"/>
                    <a:pt x="451027" y="10737"/>
                    <a:pt x="451027" y="10737"/>
                  </a:cubicBezTo>
                  <a:cubicBezTo>
                    <a:pt x="422776" y="10737"/>
                    <a:pt x="422776" y="10737"/>
                    <a:pt x="422776" y="10737"/>
                  </a:cubicBezTo>
                  <a:cubicBezTo>
                    <a:pt x="422776" y="37089"/>
                    <a:pt x="422776" y="37089"/>
                    <a:pt x="422776" y="37089"/>
                  </a:cubicBezTo>
                  <a:cubicBezTo>
                    <a:pt x="449078" y="37089"/>
                    <a:pt x="449078" y="37089"/>
                    <a:pt x="449078" y="37089"/>
                  </a:cubicBezTo>
                  <a:cubicBezTo>
                    <a:pt x="449078" y="47826"/>
                    <a:pt x="449078" y="47826"/>
                    <a:pt x="449078" y="47826"/>
                  </a:cubicBezTo>
                  <a:cubicBezTo>
                    <a:pt x="422776" y="47826"/>
                    <a:pt x="422776" y="47826"/>
                    <a:pt x="422776" y="47826"/>
                  </a:cubicBezTo>
                  <a:cubicBezTo>
                    <a:pt x="422776" y="77106"/>
                    <a:pt x="422776" y="77106"/>
                    <a:pt x="422776" y="77106"/>
                  </a:cubicBezTo>
                  <a:cubicBezTo>
                    <a:pt x="452000" y="77106"/>
                    <a:pt x="452000" y="77106"/>
                    <a:pt x="452000" y="77106"/>
                  </a:cubicBezTo>
                  <a:cubicBezTo>
                    <a:pt x="452000" y="86867"/>
                    <a:pt x="452000" y="86867"/>
                    <a:pt x="452000" y="86867"/>
                  </a:cubicBezTo>
                  <a:cubicBezTo>
                    <a:pt x="416932" y="86867"/>
                    <a:pt x="416932" y="86867"/>
                    <a:pt x="416932" y="86867"/>
                  </a:cubicBezTo>
                  <a:close/>
                  <a:moveTo>
                    <a:pt x="462715" y="86867"/>
                  </a:moveTo>
                  <a:cubicBezTo>
                    <a:pt x="462715" y="975"/>
                    <a:pt x="462715" y="975"/>
                    <a:pt x="462715" y="975"/>
                  </a:cubicBezTo>
                  <a:cubicBezTo>
                    <a:pt x="468562" y="975"/>
                    <a:pt x="468562" y="975"/>
                    <a:pt x="468562" y="975"/>
                  </a:cubicBezTo>
                  <a:cubicBezTo>
                    <a:pt x="468562" y="86867"/>
                    <a:pt x="468562" y="86867"/>
                    <a:pt x="468562" y="86867"/>
                  </a:cubicBezTo>
                  <a:cubicBezTo>
                    <a:pt x="462715" y="86867"/>
                    <a:pt x="462715" y="86867"/>
                    <a:pt x="462715" y="86867"/>
                  </a:cubicBezTo>
                  <a:close/>
                  <a:moveTo>
                    <a:pt x="504604" y="66371"/>
                  </a:moveTo>
                  <a:cubicBezTo>
                    <a:pt x="510450" y="68322"/>
                    <a:pt x="510450" y="68322"/>
                    <a:pt x="510450" y="68322"/>
                  </a:cubicBezTo>
                  <a:cubicBezTo>
                    <a:pt x="509475" y="74178"/>
                    <a:pt x="508501" y="79058"/>
                    <a:pt x="505579" y="82964"/>
                  </a:cubicBezTo>
                  <a:cubicBezTo>
                    <a:pt x="502657" y="86867"/>
                    <a:pt x="499733" y="87842"/>
                    <a:pt x="495837" y="87842"/>
                  </a:cubicBezTo>
                  <a:cubicBezTo>
                    <a:pt x="490966" y="87842"/>
                    <a:pt x="487070" y="84914"/>
                    <a:pt x="484148" y="80036"/>
                  </a:cubicBezTo>
                  <a:cubicBezTo>
                    <a:pt x="481224" y="74178"/>
                    <a:pt x="479277" y="66371"/>
                    <a:pt x="479277" y="56610"/>
                  </a:cubicBezTo>
                  <a:cubicBezTo>
                    <a:pt x="479277" y="45873"/>
                    <a:pt x="481224" y="38066"/>
                    <a:pt x="484148" y="32208"/>
                  </a:cubicBezTo>
                  <a:cubicBezTo>
                    <a:pt x="487070" y="26352"/>
                    <a:pt x="490966" y="23424"/>
                    <a:pt x="495837" y="23424"/>
                  </a:cubicBezTo>
                  <a:cubicBezTo>
                    <a:pt x="499733" y="23424"/>
                    <a:pt x="503630" y="26352"/>
                    <a:pt x="506552" y="32208"/>
                  </a:cubicBezTo>
                  <a:cubicBezTo>
                    <a:pt x="509475" y="37089"/>
                    <a:pt x="510450" y="44898"/>
                    <a:pt x="510450" y="55634"/>
                  </a:cubicBezTo>
                  <a:cubicBezTo>
                    <a:pt x="510450" y="56610"/>
                    <a:pt x="510450" y="57587"/>
                    <a:pt x="510450" y="58562"/>
                  </a:cubicBezTo>
                  <a:cubicBezTo>
                    <a:pt x="485122" y="58562"/>
                    <a:pt x="485122" y="58562"/>
                    <a:pt x="485122" y="58562"/>
                  </a:cubicBezTo>
                  <a:cubicBezTo>
                    <a:pt x="486095" y="65394"/>
                    <a:pt x="487070" y="70274"/>
                    <a:pt x="489017" y="74178"/>
                  </a:cubicBezTo>
                  <a:cubicBezTo>
                    <a:pt x="490966" y="78083"/>
                    <a:pt x="492915" y="79058"/>
                    <a:pt x="495837" y="79058"/>
                  </a:cubicBezTo>
                  <a:cubicBezTo>
                    <a:pt x="497786" y="79058"/>
                    <a:pt x="499733" y="78083"/>
                    <a:pt x="500708" y="76130"/>
                  </a:cubicBezTo>
                  <a:cubicBezTo>
                    <a:pt x="502657" y="74178"/>
                    <a:pt x="503630" y="71250"/>
                    <a:pt x="504604" y="66371"/>
                  </a:cubicBezTo>
                  <a:close/>
                  <a:moveTo>
                    <a:pt x="486095" y="49778"/>
                  </a:moveTo>
                  <a:cubicBezTo>
                    <a:pt x="504604" y="49778"/>
                    <a:pt x="504604" y="49778"/>
                    <a:pt x="504604" y="49778"/>
                  </a:cubicBezTo>
                  <a:cubicBezTo>
                    <a:pt x="504604" y="44898"/>
                    <a:pt x="503630" y="40994"/>
                    <a:pt x="502657" y="38066"/>
                  </a:cubicBezTo>
                  <a:cubicBezTo>
                    <a:pt x="500708" y="34161"/>
                    <a:pt x="498759" y="32208"/>
                    <a:pt x="495837" y="32208"/>
                  </a:cubicBezTo>
                  <a:cubicBezTo>
                    <a:pt x="492915" y="32208"/>
                    <a:pt x="490966" y="33185"/>
                    <a:pt x="489017" y="37089"/>
                  </a:cubicBezTo>
                  <a:cubicBezTo>
                    <a:pt x="487070" y="40017"/>
                    <a:pt x="486095" y="43922"/>
                    <a:pt x="486095" y="49778"/>
                  </a:cubicBezTo>
                  <a:close/>
                  <a:moveTo>
                    <a:pt x="543570" y="64418"/>
                  </a:moveTo>
                  <a:cubicBezTo>
                    <a:pt x="549414" y="65394"/>
                    <a:pt x="549414" y="65394"/>
                    <a:pt x="549414" y="65394"/>
                  </a:cubicBezTo>
                  <a:cubicBezTo>
                    <a:pt x="549414" y="72227"/>
                    <a:pt x="547467" y="78083"/>
                    <a:pt x="544543" y="81986"/>
                  </a:cubicBezTo>
                  <a:cubicBezTo>
                    <a:pt x="542596" y="85892"/>
                    <a:pt x="538699" y="87842"/>
                    <a:pt x="535777" y="87842"/>
                  </a:cubicBezTo>
                  <a:cubicBezTo>
                    <a:pt x="530906" y="87842"/>
                    <a:pt x="527010" y="84914"/>
                    <a:pt x="524088" y="80036"/>
                  </a:cubicBezTo>
                  <a:cubicBezTo>
                    <a:pt x="521165" y="74178"/>
                    <a:pt x="520190" y="66371"/>
                    <a:pt x="520190" y="55634"/>
                  </a:cubicBezTo>
                  <a:cubicBezTo>
                    <a:pt x="520190" y="48801"/>
                    <a:pt x="520190" y="42945"/>
                    <a:pt x="522139" y="38066"/>
                  </a:cubicBezTo>
                  <a:cubicBezTo>
                    <a:pt x="523112" y="33185"/>
                    <a:pt x="525061" y="29280"/>
                    <a:pt x="527010" y="27329"/>
                  </a:cubicBezTo>
                  <a:cubicBezTo>
                    <a:pt x="529932" y="24401"/>
                    <a:pt x="532854" y="23424"/>
                    <a:pt x="535777" y="23424"/>
                  </a:cubicBezTo>
                  <a:cubicBezTo>
                    <a:pt x="538699" y="23424"/>
                    <a:pt x="542596" y="25377"/>
                    <a:pt x="544543" y="28305"/>
                  </a:cubicBezTo>
                  <a:cubicBezTo>
                    <a:pt x="546492" y="32208"/>
                    <a:pt x="548441" y="37089"/>
                    <a:pt x="549414" y="42945"/>
                  </a:cubicBezTo>
                  <a:cubicBezTo>
                    <a:pt x="543570" y="44898"/>
                    <a:pt x="543570" y="44898"/>
                    <a:pt x="543570" y="44898"/>
                  </a:cubicBezTo>
                  <a:cubicBezTo>
                    <a:pt x="542596" y="40017"/>
                    <a:pt x="541621" y="37089"/>
                    <a:pt x="540647" y="35138"/>
                  </a:cubicBezTo>
                  <a:cubicBezTo>
                    <a:pt x="539674" y="33185"/>
                    <a:pt x="537725" y="32208"/>
                    <a:pt x="535777" y="32208"/>
                  </a:cubicBezTo>
                  <a:cubicBezTo>
                    <a:pt x="532854" y="32208"/>
                    <a:pt x="529932" y="34161"/>
                    <a:pt x="528959" y="38066"/>
                  </a:cubicBezTo>
                  <a:cubicBezTo>
                    <a:pt x="527010" y="40994"/>
                    <a:pt x="526034" y="47826"/>
                    <a:pt x="526034" y="55634"/>
                  </a:cubicBezTo>
                  <a:cubicBezTo>
                    <a:pt x="526034" y="64418"/>
                    <a:pt x="527010" y="70274"/>
                    <a:pt x="527983" y="74178"/>
                  </a:cubicBezTo>
                  <a:cubicBezTo>
                    <a:pt x="529932" y="78083"/>
                    <a:pt x="532854" y="79058"/>
                    <a:pt x="535777" y="79058"/>
                  </a:cubicBezTo>
                  <a:cubicBezTo>
                    <a:pt x="537725" y="79058"/>
                    <a:pt x="539674" y="78083"/>
                    <a:pt x="540647" y="76130"/>
                  </a:cubicBezTo>
                  <a:cubicBezTo>
                    <a:pt x="542596" y="73202"/>
                    <a:pt x="543570" y="69299"/>
                    <a:pt x="543570" y="64418"/>
                  </a:cubicBezTo>
                  <a:close/>
                  <a:moveTo>
                    <a:pt x="570845" y="77106"/>
                  </a:moveTo>
                  <a:cubicBezTo>
                    <a:pt x="571820" y="86867"/>
                    <a:pt x="571820" y="86867"/>
                    <a:pt x="571820" y="86867"/>
                  </a:cubicBezTo>
                  <a:cubicBezTo>
                    <a:pt x="569872" y="86867"/>
                    <a:pt x="568898" y="87842"/>
                    <a:pt x="566949" y="87842"/>
                  </a:cubicBezTo>
                  <a:cubicBezTo>
                    <a:pt x="565000" y="87842"/>
                    <a:pt x="563052" y="86867"/>
                    <a:pt x="562078" y="85892"/>
                  </a:cubicBezTo>
                  <a:cubicBezTo>
                    <a:pt x="561105" y="84914"/>
                    <a:pt x="560130" y="82964"/>
                    <a:pt x="560130" y="81011"/>
                  </a:cubicBezTo>
                  <a:cubicBezTo>
                    <a:pt x="559156" y="79058"/>
                    <a:pt x="559156" y="75155"/>
                    <a:pt x="559156" y="68322"/>
                  </a:cubicBezTo>
                  <a:cubicBezTo>
                    <a:pt x="559156" y="33185"/>
                    <a:pt x="559156" y="33185"/>
                    <a:pt x="559156" y="33185"/>
                  </a:cubicBezTo>
                  <a:cubicBezTo>
                    <a:pt x="555259" y="33185"/>
                    <a:pt x="555259" y="33185"/>
                    <a:pt x="555259" y="33185"/>
                  </a:cubicBezTo>
                  <a:cubicBezTo>
                    <a:pt x="555259" y="24401"/>
                    <a:pt x="555259" y="24401"/>
                    <a:pt x="555259" y="24401"/>
                  </a:cubicBezTo>
                  <a:cubicBezTo>
                    <a:pt x="559156" y="24401"/>
                    <a:pt x="559156" y="24401"/>
                    <a:pt x="559156" y="24401"/>
                  </a:cubicBezTo>
                  <a:cubicBezTo>
                    <a:pt x="559156" y="9759"/>
                    <a:pt x="559156" y="9759"/>
                    <a:pt x="559156" y="9759"/>
                  </a:cubicBezTo>
                  <a:cubicBezTo>
                    <a:pt x="565000" y="2928"/>
                    <a:pt x="565000" y="2928"/>
                    <a:pt x="565000" y="2928"/>
                  </a:cubicBezTo>
                  <a:cubicBezTo>
                    <a:pt x="565000" y="24401"/>
                    <a:pt x="565000" y="24401"/>
                    <a:pt x="565000" y="24401"/>
                  </a:cubicBezTo>
                  <a:cubicBezTo>
                    <a:pt x="570845" y="24401"/>
                    <a:pt x="570845" y="24401"/>
                    <a:pt x="570845" y="24401"/>
                  </a:cubicBezTo>
                  <a:cubicBezTo>
                    <a:pt x="570845" y="33185"/>
                    <a:pt x="570845" y="33185"/>
                    <a:pt x="570845" y="33185"/>
                  </a:cubicBezTo>
                  <a:cubicBezTo>
                    <a:pt x="565000" y="33185"/>
                    <a:pt x="565000" y="33185"/>
                    <a:pt x="565000" y="33185"/>
                  </a:cubicBezTo>
                  <a:cubicBezTo>
                    <a:pt x="565000" y="69299"/>
                    <a:pt x="565000" y="69299"/>
                    <a:pt x="565000" y="69299"/>
                  </a:cubicBezTo>
                  <a:cubicBezTo>
                    <a:pt x="565000" y="72227"/>
                    <a:pt x="565000" y="74178"/>
                    <a:pt x="565000" y="75155"/>
                  </a:cubicBezTo>
                  <a:cubicBezTo>
                    <a:pt x="565000" y="76130"/>
                    <a:pt x="565976" y="76130"/>
                    <a:pt x="565976" y="77106"/>
                  </a:cubicBezTo>
                  <a:cubicBezTo>
                    <a:pt x="566949" y="77106"/>
                    <a:pt x="566949" y="78083"/>
                    <a:pt x="567923" y="78083"/>
                  </a:cubicBezTo>
                  <a:cubicBezTo>
                    <a:pt x="568898" y="78083"/>
                    <a:pt x="569872" y="78083"/>
                    <a:pt x="570845" y="77106"/>
                  </a:cubicBezTo>
                  <a:close/>
                  <a:moveTo>
                    <a:pt x="579614" y="86867"/>
                  </a:moveTo>
                  <a:cubicBezTo>
                    <a:pt x="579614" y="24401"/>
                    <a:pt x="579614" y="24401"/>
                    <a:pt x="579614" y="24401"/>
                  </a:cubicBezTo>
                  <a:cubicBezTo>
                    <a:pt x="585458" y="24401"/>
                    <a:pt x="585458" y="24401"/>
                    <a:pt x="585458" y="24401"/>
                  </a:cubicBezTo>
                  <a:cubicBezTo>
                    <a:pt x="585458" y="34161"/>
                    <a:pt x="585458" y="34161"/>
                    <a:pt x="585458" y="34161"/>
                  </a:cubicBezTo>
                  <a:cubicBezTo>
                    <a:pt x="586431" y="29280"/>
                    <a:pt x="587407" y="26352"/>
                    <a:pt x="589354" y="25377"/>
                  </a:cubicBezTo>
                  <a:cubicBezTo>
                    <a:pt x="590329" y="24401"/>
                    <a:pt x="591302" y="23424"/>
                    <a:pt x="592278" y="23424"/>
                  </a:cubicBezTo>
                  <a:cubicBezTo>
                    <a:pt x="594225" y="23424"/>
                    <a:pt x="596173" y="24401"/>
                    <a:pt x="598122" y="26352"/>
                  </a:cubicBezTo>
                  <a:cubicBezTo>
                    <a:pt x="596173" y="36113"/>
                    <a:pt x="596173" y="36113"/>
                    <a:pt x="596173" y="36113"/>
                  </a:cubicBezTo>
                  <a:cubicBezTo>
                    <a:pt x="595200" y="35138"/>
                    <a:pt x="593251" y="34161"/>
                    <a:pt x="592278" y="34161"/>
                  </a:cubicBezTo>
                  <a:cubicBezTo>
                    <a:pt x="591302" y="34161"/>
                    <a:pt x="590329" y="35138"/>
                    <a:pt x="589354" y="36113"/>
                  </a:cubicBezTo>
                  <a:cubicBezTo>
                    <a:pt x="587407" y="38066"/>
                    <a:pt x="587407" y="40017"/>
                    <a:pt x="586431" y="41969"/>
                  </a:cubicBezTo>
                  <a:cubicBezTo>
                    <a:pt x="586431" y="45873"/>
                    <a:pt x="585458" y="49778"/>
                    <a:pt x="585458" y="54657"/>
                  </a:cubicBezTo>
                  <a:cubicBezTo>
                    <a:pt x="585458" y="86867"/>
                    <a:pt x="585458" y="86867"/>
                    <a:pt x="585458" y="86867"/>
                  </a:cubicBezTo>
                  <a:cubicBezTo>
                    <a:pt x="579614" y="86867"/>
                    <a:pt x="579614" y="86867"/>
                    <a:pt x="579614" y="86867"/>
                  </a:cubicBezTo>
                  <a:close/>
                  <a:moveTo>
                    <a:pt x="602993" y="55634"/>
                  </a:moveTo>
                  <a:cubicBezTo>
                    <a:pt x="602993" y="43922"/>
                    <a:pt x="604940" y="36113"/>
                    <a:pt x="608838" y="30257"/>
                  </a:cubicBezTo>
                  <a:cubicBezTo>
                    <a:pt x="611760" y="25377"/>
                    <a:pt x="615655" y="23424"/>
                    <a:pt x="619553" y="23424"/>
                  </a:cubicBezTo>
                  <a:cubicBezTo>
                    <a:pt x="624424" y="23424"/>
                    <a:pt x="628320" y="26352"/>
                    <a:pt x="631242" y="31233"/>
                  </a:cubicBezTo>
                  <a:cubicBezTo>
                    <a:pt x="634164" y="37089"/>
                    <a:pt x="635139" y="44898"/>
                    <a:pt x="635139" y="54657"/>
                  </a:cubicBezTo>
                  <a:cubicBezTo>
                    <a:pt x="635139" y="62466"/>
                    <a:pt x="635139" y="69299"/>
                    <a:pt x="633191" y="74178"/>
                  </a:cubicBezTo>
                  <a:cubicBezTo>
                    <a:pt x="632217" y="78083"/>
                    <a:pt x="630268" y="81986"/>
                    <a:pt x="627346" y="83939"/>
                  </a:cubicBezTo>
                  <a:cubicBezTo>
                    <a:pt x="625397" y="86867"/>
                    <a:pt x="622475" y="87842"/>
                    <a:pt x="619553" y="87842"/>
                  </a:cubicBezTo>
                  <a:cubicBezTo>
                    <a:pt x="614682" y="87842"/>
                    <a:pt x="610786" y="84914"/>
                    <a:pt x="607862" y="80036"/>
                  </a:cubicBezTo>
                  <a:cubicBezTo>
                    <a:pt x="604940" y="74178"/>
                    <a:pt x="602993" y="66371"/>
                    <a:pt x="602993" y="55634"/>
                  </a:cubicBezTo>
                  <a:close/>
                  <a:moveTo>
                    <a:pt x="609811" y="55634"/>
                  </a:moveTo>
                  <a:cubicBezTo>
                    <a:pt x="609811" y="63443"/>
                    <a:pt x="610786" y="69299"/>
                    <a:pt x="611760" y="73202"/>
                  </a:cubicBezTo>
                  <a:cubicBezTo>
                    <a:pt x="613709" y="77106"/>
                    <a:pt x="616631" y="79058"/>
                    <a:pt x="619553" y="79058"/>
                  </a:cubicBezTo>
                  <a:cubicBezTo>
                    <a:pt x="622475" y="79058"/>
                    <a:pt x="624424" y="77106"/>
                    <a:pt x="626371" y="73202"/>
                  </a:cubicBezTo>
                  <a:cubicBezTo>
                    <a:pt x="628320" y="69299"/>
                    <a:pt x="629295" y="63443"/>
                    <a:pt x="629295" y="55634"/>
                  </a:cubicBezTo>
                  <a:cubicBezTo>
                    <a:pt x="629295" y="47826"/>
                    <a:pt x="628320" y="41969"/>
                    <a:pt x="626371" y="38066"/>
                  </a:cubicBezTo>
                  <a:cubicBezTo>
                    <a:pt x="624424" y="34161"/>
                    <a:pt x="622475" y="32208"/>
                    <a:pt x="619553" y="32208"/>
                  </a:cubicBezTo>
                  <a:cubicBezTo>
                    <a:pt x="616631" y="32208"/>
                    <a:pt x="613709" y="34161"/>
                    <a:pt x="611760" y="38066"/>
                  </a:cubicBezTo>
                  <a:cubicBezTo>
                    <a:pt x="610786" y="41969"/>
                    <a:pt x="609811" y="47826"/>
                    <a:pt x="609811" y="55634"/>
                  </a:cubicBezTo>
                  <a:close/>
                  <a:moveTo>
                    <a:pt x="645855" y="86867"/>
                  </a:moveTo>
                  <a:cubicBezTo>
                    <a:pt x="645855" y="24401"/>
                    <a:pt x="645855" y="24401"/>
                    <a:pt x="645855" y="24401"/>
                  </a:cubicBezTo>
                  <a:cubicBezTo>
                    <a:pt x="650726" y="24401"/>
                    <a:pt x="650726" y="24401"/>
                    <a:pt x="650726" y="24401"/>
                  </a:cubicBezTo>
                  <a:cubicBezTo>
                    <a:pt x="650726" y="33185"/>
                    <a:pt x="650726" y="33185"/>
                    <a:pt x="650726" y="33185"/>
                  </a:cubicBezTo>
                  <a:cubicBezTo>
                    <a:pt x="653648" y="26352"/>
                    <a:pt x="657544" y="23424"/>
                    <a:pt x="661441" y="23424"/>
                  </a:cubicBezTo>
                  <a:cubicBezTo>
                    <a:pt x="664363" y="23424"/>
                    <a:pt x="665337" y="24401"/>
                    <a:pt x="667286" y="25377"/>
                  </a:cubicBezTo>
                  <a:cubicBezTo>
                    <a:pt x="669234" y="26352"/>
                    <a:pt x="670208" y="28305"/>
                    <a:pt x="671181" y="30257"/>
                  </a:cubicBezTo>
                  <a:cubicBezTo>
                    <a:pt x="672157" y="33185"/>
                    <a:pt x="673130" y="35138"/>
                    <a:pt x="673130" y="38066"/>
                  </a:cubicBezTo>
                  <a:cubicBezTo>
                    <a:pt x="673130" y="40017"/>
                    <a:pt x="673130" y="43922"/>
                    <a:pt x="673130" y="48801"/>
                  </a:cubicBezTo>
                  <a:cubicBezTo>
                    <a:pt x="673130" y="86867"/>
                    <a:pt x="673130" y="86867"/>
                    <a:pt x="673130" y="86867"/>
                  </a:cubicBezTo>
                  <a:cubicBezTo>
                    <a:pt x="667286" y="86867"/>
                    <a:pt x="667286" y="86867"/>
                    <a:pt x="667286" y="86867"/>
                  </a:cubicBezTo>
                  <a:cubicBezTo>
                    <a:pt x="667286" y="48801"/>
                    <a:pt x="667286" y="48801"/>
                    <a:pt x="667286" y="48801"/>
                  </a:cubicBezTo>
                  <a:cubicBezTo>
                    <a:pt x="667286" y="44898"/>
                    <a:pt x="667286" y="41969"/>
                    <a:pt x="667286" y="39041"/>
                  </a:cubicBezTo>
                  <a:cubicBezTo>
                    <a:pt x="666312" y="37089"/>
                    <a:pt x="665337" y="35138"/>
                    <a:pt x="664363" y="34161"/>
                  </a:cubicBezTo>
                  <a:cubicBezTo>
                    <a:pt x="663388" y="33185"/>
                    <a:pt x="662415" y="32208"/>
                    <a:pt x="660466" y="32208"/>
                  </a:cubicBezTo>
                  <a:cubicBezTo>
                    <a:pt x="658519" y="32208"/>
                    <a:pt x="655597" y="34161"/>
                    <a:pt x="654621" y="37089"/>
                  </a:cubicBezTo>
                  <a:cubicBezTo>
                    <a:pt x="652673" y="39041"/>
                    <a:pt x="651699" y="44898"/>
                    <a:pt x="651699" y="52706"/>
                  </a:cubicBezTo>
                  <a:cubicBezTo>
                    <a:pt x="651699" y="86867"/>
                    <a:pt x="651699" y="86867"/>
                    <a:pt x="651699" y="86867"/>
                  </a:cubicBezTo>
                  <a:cubicBezTo>
                    <a:pt x="645855" y="86867"/>
                    <a:pt x="645855" y="86867"/>
                    <a:pt x="645855" y="86867"/>
                  </a:cubicBezTo>
                  <a:close/>
                  <a:moveTo>
                    <a:pt x="685794" y="13665"/>
                  </a:moveTo>
                  <a:cubicBezTo>
                    <a:pt x="685794" y="975"/>
                    <a:pt x="685794" y="975"/>
                    <a:pt x="685794" y="975"/>
                  </a:cubicBezTo>
                  <a:cubicBezTo>
                    <a:pt x="691639" y="975"/>
                    <a:pt x="691639" y="975"/>
                    <a:pt x="691639" y="975"/>
                  </a:cubicBezTo>
                  <a:cubicBezTo>
                    <a:pt x="691639" y="13665"/>
                    <a:pt x="691639" y="13665"/>
                    <a:pt x="691639" y="13665"/>
                  </a:cubicBezTo>
                  <a:cubicBezTo>
                    <a:pt x="685794" y="13665"/>
                    <a:pt x="685794" y="13665"/>
                    <a:pt x="685794" y="13665"/>
                  </a:cubicBezTo>
                  <a:close/>
                  <a:moveTo>
                    <a:pt x="685794" y="86867"/>
                  </a:moveTo>
                  <a:cubicBezTo>
                    <a:pt x="685794" y="24401"/>
                    <a:pt x="685794" y="24401"/>
                    <a:pt x="685794" y="24401"/>
                  </a:cubicBezTo>
                  <a:cubicBezTo>
                    <a:pt x="691639" y="24401"/>
                    <a:pt x="691639" y="24401"/>
                    <a:pt x="691639" y="24401"/>
                  </a:cubicBezTo>
                  <a:cubicBezTo>
                    <a:pt x="691639" y="86867"/>
                    <a:pt x="691639" y="86867"/>
                    <a:pt x="691639" y="86867"/>
                  </a:cubicBezTo>
                  <a:cubicBezTo>
                    <a:pt x="685794" y="86867"/>
                    <a:pt x="685794" y="86867"/>
                    <a:pt x="685794" y="86867"/>
                  </a:cubicBezTo>
                  <a:close/>
                  <a:moveTo>
                    <a:pt x="726707" y="64418"/>
                  </a:moveTo>
                  <a:cubicBezTo>
                    <a:pt x="732553" y="65394"/>
                    <a:pt x="732553" y="65394"/>
                    <a:pt x="732553" y="65394"/>
                  </a:cubicBezTo>
                  <a:cubicBezTo>
                    <a:pt x="731578" y="72227"/>
                    <a:pt x="729631" y="78083"/>
                    <a:pt x="727683" y="81986"/>
                  </a:cubicBezTo>
                  <a:cubicBezTo>
                    <a:pt x="724760" y="85892"/>
                    <a:pt x="721838" y="87842"/>
                    <a:pt x="717940" y="87842"/>
                  </a:cubicBezTo>
                  <a:cubicBezTo>
                    <a:pt x="713069" y="87842"/>
                    <a:pt x="709174" y="84914"/>
                    <a:pt x="707225" y="80036"/>
                  </a:cubicBezTo>
                  <a:cubicBezTo>
                    <a:pt x="704303" y="74178"/>
                    <a:pt x="702354" y="66371"/>
                    <a:pt x="702354" y="55634"/>
                  </a:cubicBezTo>
                  <a:cubicBezTo>
                    <a:pt x="702354" y="48801"/>
                    <a:pt x="703329" y="42945"/>
                    <a:pt x="704303" y="38066"/>
                  </a:cubicBezTo>
                  <a:cubicBezTo>
                    <a:pt x="705276" y="33185"/>
                    <a:pt x="707225" y="29280"/>
                    <a:pt x="710147" y="27329"/>
                  </a:cubicBezTo>
                  <a:cubicBezTo>
                    <a:pt x="712096" y="24401"/>
                    <a:pt x="715018" y="23424"/>
                    <a:pt x="717940" y="23424"/>
                  </a:cubicBezTo>
                  <a:cubicBezTo>
                    <a:pt x="721838" y="23424"/>
                    <a:pt x="724760" y="25377"/>
                    <a:pt x="726707" y="28305"/>
                  </a:cubicBezTo>
                  <a:cubicBezTo>
                    <a:pt x="729631" y="32208"/>
                    <a:pt x="730605" y="37089"/>
                    <a:pt x="731578" y="42945"/>
                  </a:cubicBezTo>
                  <a:cubicBezTo>
                    <a:pt x="725734" y="44898"/>
                    <a:pt x="725734" y="44898"/>
                    <a:pt x="725734" y="44898"/>
                  </a:cubicBezTo>
                  <a:cubicBezTo>
                    <a:pt x="725734" y="40017"/>
                    <a:pt x="724760" y="37089"/>
                    <a:pt x="722811" y="35138"/>
                  </a:cubicBezTo>
                  <a:cubicBezTo>
                    <a:pt x="721838" y="33185"/>
                    <a:pt x="719889" y="32208"/>
                    <a:pt x="717940" y="32208"/>
                  </a:cubicBezTo>
                  <a:cubicBezTo>
                    <a:pt x="715018" y="32208"/>
                    <a:pt x="713069" y="34161"/>
                    <a:pt x="711123" y="38066"/>
                  </a:cubicBezTo>
                  <a:cubicBezTo>
                    <a:pt x="709174" y="40994"/>
                    <a:pt x="708198" y="47826"/>
                    <a:pt x="708198" y="55634"/>
                  </a:cubicBezTo>
                  <a:cubicBezTo>
                    <a:pt x="708198" y="64418"/>
                    <a:pt x="709174" y="70274"/>
                    <a:pt x="711123" y="74178"/>
                  </a:cubicBezTo>
                  <a:cubicBezTo>
                    <a:pt x="713069" y="78083"/>
                    <a:pt x="715018" y="79058"/>
                    <a:pt x="717940" y="79058"/>
                  </a:cubicBezTo>
                  <a:cubicBezTo>
                    <a:pt x="719889" y="79058"/>
                    <a:pt x="721838" y="78083"/>
                    <a:pt x="723785" y="76130"/>
                  </a:cubicBezTo>
                  <a:cubicBezTo>
                    <a:pt x="724760" y="73202"/>
                    <a:pt x="725734" y="69299"/>
                    <a:pt x="726707" y="64418"/>
                  </a:cubicBezTo>
                  <a:close/>
                  <a:moveTo>
                    <a:pt x="753984" y="59538"/>
                  </a:moveTo>
                  <a:cubicBezTo>
                    <a:pt x="759829" y="58562"/>
                    <a:pt x="759829" y="58562"/>
                    <a:pt x="759829" y="58562"/>
                  </a:cubicBezTo>
                  <a:cubicBezTo>
                    <a:pt x="759829" y="62466"/>
                    <a:pt x="760802" y="66371"/>
                    <a:pt x="761777" y="69299"/>
                  </a:cubicBezTo>
                  <a:cubicBezTo>
                    <a:pt x="762751" y="71250"/>
                    <a:pt x="764700" y="74178"/>
                    <a:pt x="766648" y="75155"/>
                  </a:cubicBezTo>
                  <a:cubicBezTo>
                    <a:pt x="768595" y="77106"/>
                    <a:pt x="771518" y="78083"/>
                    <a:pt x="773466" y="78083"/>
                  </a:cubicBezTo>
                  <a:cubicBezTo>
                    <a:pt x="776389" y="78083"/>
                    <a:pt x="778337" y="77106"/>
                    <a:pt x="780286" y="76130"/>
                  </a:cubicBezTo>
                  <a:cubicBezTo>
                    <a:pt x="782235" y="75155"/>
                    <a:pt x="783208" y="73202"/>
                    <a:pt x="784182" y="71250"/>
                  </a:cubicBezTo>
                  <a:cubicBezTo>
                    <a:pt x="785157" y="68322"/>
                    <a:pt x="785157" y="66371"/>
                    <a:pt x="785157" y="63443"/>
                  </a:cubicBezTo>
                  <a:cubicBezTo>
                    <a:pt x="785157" y="60515"/>
                    <a:pt x="785157" y="58562"/>
                    <a:pt x="784182" y="56610"/>
                  </a:cubicBezTo>
                  <a:cubicBezTo>
                    <a:pt x="783208" y="54657"/>
                    <a:pt x="782235" y="52706"/>
                    <a:pt x="780286" y="51729"/>
                  </a:cubicBezTo>
                  <a:cubicBezTo>
                    <a:pt x="778337" y="50754"/>
                    <a:pt x="775415" y="48801"/>
                    <a:pt x="771518" y="46850"/>
                  </a:cubicBezTo>
                  <a:cubicBezTo>
                    <a:pt x="767622" y="44898"/>
                    <a:pt x="764700" y="43922"/>
                    <a:pt x="762751" y="41969"/>
                  </a:cubicBezTo>
                  <a:cubicBezTo>
                    <a:pt x="759829" y="40017"/>
                    <a:pt x="758855" y="37089"/>
                    <a:pt x="757880" y="34161"/>
                  </a:cubicBezTo>
                  <a:cubicBezTo>
                    <a:pt x="755933" y="30257"/>
                    <a:pt x="755933" y="27329"/>
                    <a:pt x="755933" y="23424"/>
                  </a:cubicBezTo>
                  <a:cubicBezTo>
                    <a:pt x="755933" y="18545"/>
                    <a:pt x="756906" y="14640"/>
                    <a:pt x="757880" y="10737"/>
                  </a:cubicBezTo>
                  <a:cubicBezTo>
                    <a:pt x="758855" y="7809"/>
                    <a:pt x="760802" y="4881"/>
                    <a:pt x="763724" y="2928"/>
                  </a:cubicBezTo>
                  <a:cubicBezTo>
                    <a:pt x="766648" y="975"/>
                    <a:pt x="769571" y="0"/>
                    <a:pt x="772493" y="0"/>
                  </a:cubicBezTo>
                  <a:cubicBezTo>
                    <a:pt x="775415" y="0"/>
                    <a:pt x="779311" y="975"/>
                    <a:pt x="781260" y="2928"/>
                  </a:cubicBezTo>
                  <a:cubicBezTo>
                    <a:pt x="784182" y="4881"/>
                    <a:pt x="786131" y="7809"/>
                    <a:pt x="788079" y="11712"/>
                  </a:cubicBezTo>
                  <a:cubicBezTo>
                    <a:pt x="789053" y="15617"/>
                    <a:pt x="790026" y="20496"/>
                    <a:pt x="790026" y="25377"/>
                  </a:cubicBezTo>
                  <a:cubicBezTo>
                    <a:pt x="784182" y="26352"/>
                    <a:pt x="784182" y="26352"/>
                    <a:pt x="784182" y="26352"/>
                  </a:cubicBezTo>
                  <a:cubicBezTo>
                    <a:pt x="784182" y="20496"/>
                    <a:pt x="782235" y="16593"/>
                    <a:pt x="781260" y="13665"/>
                  </a:cubicBezTo>
                  <a:cubicBezTo>
                    <a:pt x="779311" y="10737"/>
                    <a:pt x="776389" y="9759"/>
                    <a:pt x="772493" y="9759"/>
                  </a:cubicBezTo>
                  <a:cubicBezTo>
                    <a:pt x="768595" y="9759"/>
                    <a:pt x="765673" y="10737"/>
                    <a:pt x="764700" y="13665"/>
                  </a:cubicBezTo>
                  <a:cubicBezTo>
                    <a:pt x="762751" y="15617"/>
                    <a:pt x="761777" y="18545"/>
                    <a:pt x="761777" y="22449"/>
                  </a:cubicBezTo>
                  <a:cubicBezTo>
                    <a:pt x="761777" y="25377"/>
                    <a:pt x="762751" y="28305"/>
                    <a:pt x="763724" y="30257"/>
                  </a:cubicBezTo>
                  <a:cubicBezTo>
                    <a:pt x="764700" y="32208"/>
                    <a:pt x="767622" y="34161"/>
                    <a:pt x="773466" y="36113"/>
                  </a:cubicBezTo>
                  <a:cubicBezTo>
                    <a:pt x="778337" y="38066"/>
                    <a:pt x="781260" y="40017"/>
                    <a:pt x="783208" y="41969"/>
                  </a:cubicBezTo>
                  <a:cubicBezTo>
                    <a:pt x="786131" y="43922"/>
                    <a:pt x="788079" y="46850"/>
                    <a:pt x="789053" y="50754"/>
                  </a:cubicBezTo>
                  <a:cubicBezTo>
                    <a:pt x="791002" y="53682"/>
                    <a:pt x="791002" y="57587"/>
                    <a:pt x="791002" y="62466"/>
                  </a:cubicBezTo>
                  <a:cubicBezTo>
                    <a:pt x="791002" y="67346"/>
                    <a:pt x="791002" y="71250"/>
                    <a:pt x="789053" y="75155"/>
                  </a:cubicBezTo>
                  <a:cubicBezTo>
                    <a:pt x="788079" y="79058"/>
                    <a:pt x="786131" y="82964"/>
                    <a:pt x="783208" y="84914"/>
                  </a:cubicBezTo>
                  <a:cubicBezTo>
                    <a:pt x="780286" y="86867"/>
                    <a:pt x="777364" y="87842"/>
                    <a:pt x="774442" y="87842"/>
                  </a:cubicBezTo>
                  <a:cubicBezTo>
                    <a:pt x="769571" y="87842"/>
                    <a:pt x="766648" y="86867"/>
                    <a:pt x="763724" y="84914"/>
                  </a:cubicBezTo>
                  <a:cubicBezTo>
                    <a:pt x="760802" y="82964"/>
                    <a:pt x="757880" y="79058"/>
                    <a:pt x="756906" y="74178"/>
                  </a:cubicBezTo>
                  <a:cubicBezTo>
                    <a:pt x="754958" y="70274"/>
                    <a:pt x="753984" y="65394"/>
                    <a:pt x="753984" y="59538"/>
                  </a:cubicBezTo>
                  <a:close/>
                  <a:moveTo>
                    <a:pt x="825097" y="64418"/>
                  </a:moveTo>
                  <a:cubicBezTo>
                    <a:pt x="830941" y="65394"/>
                    <a:pt x="830941" y="65394"/>
                    <a:pt x="830941" y="65394"/>
                  </a:cubicBezTo>
                  <a:cubicBezTo>
                    <a:pt x="829967" y="72227"/>
                    <a:pt x="828992" y="78083"/>
                    <a:pt x="826070" y="81986"/>
                  </a:cubicBezTo>
                  <a:cubicBezTo>
                    <a:pt x="823148" y="85892"/>
                    <a:pt x="820225" y="87842"/>
                    <a:pt x="816328" y="87842"/>
                  </a:cubicBezTo>
                  <a:cubicBezTo>
                    <a:pt x="812432" y="87842"/>
                    <a:pt x="808537" y="84914"/>
                    <a:pt x="805613" y="80036"/>
                  </a:cubicBezTo>
                  <a:cubicBezTo>
                    <a:pt x="802690" y="74178"/>
                    <a:pt x="800744" y="66371"/>
                    <a:pt x="800744" y="55634"/>
                  </a:cubicBezTo>
                  <a:cubicBezTo>
                    <a:pt x="800744" y="48801"/>
                    <a:pt x="801717" y="42945"/>
                    <a:pt x="802690" y="38066"/>
                  </a:cubicBezTo>
                  <a:cubicBezTo>
                    <a:pt x="804639" y="33185"/>
                    <a:pt x="805613" y="29280"/>
                    <a:pt x="808537" y="27329"/>
                  </a:cubicBezTo>
                  <a:cubicBezTo>
                    <a:pt x="811459" y="24401"/>
                    <a:pt x="813406" y="23424"/>
                    <a:pt x="816328" y="23424"/>
                  </a:cubicBezTo>
                  <a:cubicBezTo>
                    <a:pt x="820225" y="23424"/>
                    <a:pt x="823148" y="25377"/>
                    <a:pt x="826070" y="28305"/>
                  </a:cubicBezTo>
                  <a:cubicBezTo>
                    <a:pt x="828019" y="32208"/>
                    <a:pt x="829967" y="37089"/>
                    <a:pt x="829967" y="42945"/>
                  </a:cubicBezTo>
                  <a:cubicBezTo>
                    <a:pt x="825097" y="44898"/>
                    <a:pt x="825097" y="44898"/>
                    <a:pt x="825097" y="44898"/>
                  </a:cubicBezTo>
                  <a:cubicBezTo>
                    <a:pt x="824121" y="40017"/>
                    <a:pt x="823148" y="37089"/>
                    <a:pt x="822174" y="35138"/>
                  </a:cubicBezTo>
                  <a:cubicBezTo>
                    <a:pt x="820225" y="33185"/>
                    <a:pt x="819252" y="32208"/>
                    <a:pt x="817303" y="32208"/>
                  </a:cubicBezTo>
                  <a:cubicBezTo>
                    <a:pt x="814381" y="32208"/>
                    <a:pt x="811459" y="34161"/>
                    <a:pt x="809510" y="38066"/>
                  </a:cubicBezTo>
                  <a:cubicBezTo>
                    <a:pt x="807561" y="40994"/>
                    <a:pt x="806588" y="47826"/>
                    <a:pt x="806588" y="55634"/>
                  </a:cubicBezTo>
                  <a:cubicBezTo>
                    <a:pt x="806588" y="64418"/>
                    <a:pt x="807561" y="70274"/>
                    <a:pt x="809510" y="74178"/>
                  </a:cubicBezTo>
                  <a:cubicBezTo>
                    <a:pt x="811459" y="78083"/>
                    <a:pt x="813406" y="79058"/>
                    <a:pt x="816328" y="79058"/>
                  </a:cubicBezTo>
                  <a:cubicBezTo>
                    <a:pt x="819252" y="79058"/>
                    <a:pt x="821199" y="78083"/>
                    <a:pt x="822174" y="76130"/>
                  </a:cubicBezTo>
                  <a:cubicBezTo>
                    <a:pt x="824121" y="73202"/>
                    <a:pt x="825097" y="69299"/>
                    <a:pt x="825097" y="64418"/>
                  </a:cubicBezTo>
                  <a:close/>
                  <a:moveTo>
                    <a:pt x="839708" y="13665"/>
                  </a:moveTo>
                  <a:cubicBezTo>
                    <a:pt x="839708" y="975"/>
                    <a:pt x="839708" y="975"/>
                    <a:pt x="839708" y="975"/>
                  </a:cubicBezTo>
                  <a:cubicBezTo>
                    <a:pt x="845554" y="975"/>
                    <a:pt x="845554" y="975"/>
                    <a:pt x="845554" y="975"/>
                  </a:cubicBezTo>
                  <a:cubicBezTo>
                    <a:pt x="845554" y="13665"/>
                    <a:pt x="845554" y="13665"/>
                    <a:pt x="845554" y="13665"/>
                  </a:cubicBezTo>
                  <a:cubicBezTo>
                    <a:pt x="839708" y="13665"/>
                    <a:pt x="839708" y="13665"/>
                    <a:pt x="839708" y="13665"/>
                  </a:cubicBezTo>
                  <a:close/>
                  <a:moveTo>
                    <a:pt x="839708" y="86867"/>
                  </a:moveTo>
                  <a:cubicBezTo>
                    <a:pt x="839708" y="24401"/>
                    <a:pt x="839708" y="24401"/>
                    <a:pt x="839708" y="24401"/>
                  </a:cubicBezTo>
                  <a:cubicBezTo>
                    <a:pt x="845554" y="24401"/>
                    <a:pt x="845554" y="24401"/>
                    <a:pt x="845554" y="24401"/>
                  </a:cubicBezTo>
                  <a:cubicBezTo>
                    <a:pt x="845554" y="86867"/>
                    <a:pt x="845554" y="86867"/>
                    <a:pt x="845554" y="86867"/>
                  </a:cubicBezTo>
                  <a:cubicBezTo>
                    <a:pt x="839708" y="86867"/>
                    <a:pt x="839708" y="86867"/>
                    <a:pt x="839708" y="86867"/>
                  </a:cubicBezTo>
                  <a:close/>
                  <a:moveTo>
                    <a:pt x="880622" y="66371"/>
                  </a:moveTo>
                  <a:cubicBezTo>
                    <a:pt x="887440" y="68322"/>
                    <a:pt x="887440" y="68322"/>
                    <a:pt x="887440" y="68322"/>
                  </a:cubicBezTo>
                  <a:cubicBezTo>
                    <a:pt x="886467" y="74178"/>
                    <a:pt x="884518" y="79058"/>
                    <a:pt x="881596" y="82964"/>
                  </a:cubicBezTo>
                  <a:cubicBezTo>
                    <a:pt x="879647" y="86867"/>
                    <a:pt x="875751" y="87842"/>
                    <a:pt x="871856" y="87842"/>
                  </a:cubicBezTo>
                  <a:cubicBezTo>
                    <a:pt x="866985" y="87842"/>
                    <a:pt x="863087" y="84914"/>
                    <a:pt x="860165" y="80036"/>
                  </a:cubicBezTo>
                  <a:cubicBezTo>
                    <a:pt x="857243" y="74178"/>
                    <a:pt x="855294" y="66371"/>
                    <a:pt x="855294" y="56610"/>
                  </a:cubicBezTo>
                  <a:cubicBezTo>
                    <a:pt x="855294" y="45873"/>
                    <a:pt x="857243" y="38066"/>
                    <a:pt x="860165" y="32208"/>
                  </a:cubicBezTo>
                  <a:cubicBezTo>
                    <a:pt x="863087" y="26352"/>
                    <a:pt x="866985" y="23424"/>
                    <a:pt x="871856" y="23424"/>
                  </a:cubicBezTo>
                  <a:cubicBezTo>
                    <a:pt x="875751" y="23424"/>
                    <a:pt x="879647" y="26352"/>
                    <a:pt x="882569" y="32208"/>
                  </a:cubicBezTo>
                  <a:cubicBezTo>
                    <a:pt x="885493" y="37089"/>
                    <a:pt x="887440" y="44898"/>
                    <a:pt x="887440" y="55634"/>
                  </a:cubicBezTo>
                  <a:cubicBezTo>
                    <a:pt x="887440" y="56610"/>
                    <a:pt x="887440" y="57587"/>
                    <a:pt x="887440" y="58562"/>
                  </a:cubicBezTo>
                  <a:cubicBezTo>
                    <a:pt x="862114" y="58562"/>
                    <a:pt x="862114" y="58562"/>
                    <a:pt x="862114" y="58562"/>
                  </a:cubicBezTo>
                  <a:cubicBezTo>
                    <a:pt x="862114" y="65394"/>
                    <a:pt x="863087" y="70274"/>
                    <a:pt x="865036" y="74178"/>
                  </a:cubicBezTo>
                  <a:cubicBezTo>
                    <a:pt x="866985" y="78083"/>
                    <a:pt x="868932" y="79058"/>
                    <a:pt x="871856" y="79058"/>
                  </a:cubicBezTo>
                  <a:cubicBezTo>
                    <a:pt x="873803" y="79058"/>
                    <a:pt x="875751" y="78083"/>
                    <a:pt x="877700" y="76130"/>
                  </a:cubicBezTo>
                  <a:cubicBezTo>
                    <a:pt x="878674" y="74178"/>
                    <a:pt x="879647" y="71250"/>
                    <a:pt x="880622" y="66371"/>
                  </a:cubicBezTo>
                  <a:close/>
                  <a:moveTo>
                    <a:pt x="862114" y="49778"/>
                  </a:moveTo>
                  <a:cubicBezTo>
                    <a:pt x="880622" y="49778"/>
                    <a:pt x="880622" y="49778"/>
                    <a:pt x="880622" y="49778"/>
                  </a:cubicBezTo>
                  <a:cubicBezTo>
                    <a:pt x="880622" y="44898"/>
                    <a:pt x="879647" y="40994"/>
                    <a:pt x="878674" y="38066"/>
                  </a:cubicBezTo>
                  <a:cubicBezTo>
                    <a:pt x="876725" y="34161"/>
                    <a:pt x="874778" y="32208"/>
                    <a:pt x="871856" y="32208"/>
                  </a:cubicBezTo>
                  <a:cubicBezTo>
                    <a:pt x="868932" y="32208"/>
                    <a:pt x="866985" y="33185"/>
                    <a:pt x="865036" y="37089"/>
                  </a:cubicBezTo>
                  <a:cubicBezTo>
                    <a:pt x="863087" y="40017"/>
                    <a:pt x="862114" y="43922"/>
                    <a:pt x="862114" y="49778"/>
                  </a:cubicBezTo>
                  <a:close/>
                  <a:moveTo>
                    <a:pt x="898156" y="86867"/>
                  </a:moveTo>
                  <a:cubicBezTo>
                    <a:pt x="898156" y="24401"/>
                    <a:pt x="898156" y="24401"/>
                    <a:pt x="898156" y="24401"/>
                  </a:cubicBezTo>
                  <a:cubicBezTo>
                    <a:pt x="903027" y="24401"/>
                    <a:pt x="903027" y="24401"/>
                    <a:pt x="903027" y="24401"/>
                  </a:cubicBezTo>
                  <a:cubicBezTo>
                    <a:pt x="903027" y="33185"/>
                    <a:pt x="903027" y="33185"/>
                    <a:pt x="903027" y="33185"/>
                  </a:cubicBezTo>
                  <a:cubicBezTo>
                    <a:pt x="905949" y="26352"/>
                    <a:pt x="908871" y="23424"/>
                    <a:pt x="913742" y="23424"/>
                  </a:cubicBezTo>
                  <a:cubicBezTo>
                    <a:pt x="915691" y="23424"/>
                    <a:pt x="917640" y="24401"/>
                    <a:pt x="919588" y="25377"/>
                  </a:cubicBezTo>
                  <a:cubicBezTo>
                    <a:pt x="921535" y="26352"/>
                    <a:pt x="922511" y="28305"/>
                    <a:pt x="923484" y="30257"/>
                  </a:cubicBezTo>
                  <a:cubicBezTo>
                    <a:pt x="924458" y="33185"/>
                    <a:pt x="924458" y="35138"/>
                    <a:pt x="925433" y="38066"/>
                  </a:cubicBezTo>
                  <a:cubicBezTo>
                    <a:pt x="925433" y="40017"/>
                    <a:pt x="925433" y="43922"/>
                    <a:pt x="925433" y="48801"/>
                  </a:cubicBezTo>
                  <a:cubicBezTo>
                    <a:pt x="925433" y="86867"/>
                    <a:pt x="925433" y="86867"/>
                    <a:pt x="925433" y="86867"/>
                  </a:cubicBezTo>
                  <a:cubicBezTo>
                    <a:pt x="919588" y="86867"/>
                    <a:pt x="919588" y="86867"/>
                    <a:pt x="919588" y="86867"/>
                  </a:cubicBezTo>
                  <a:cubicBezTo>
                    <a:pt x="919588" y="48801"/>
                    <a:pt x="919588" y="48801"/>
                    <a:pt x="919588" y="48801"/>
                  </a:cubicBezTo>
                  <a:cubicBezTo>
                    <a:pt x="919588" y="44898"/>
                    <a:pt x="919588" y="41969"/>
                    <a:pt x="919588" y="39041"/>
                  </a:cubicBezTo>
                  <a:cubicBezTo>
                    <a:pt x="918613" y="37089"/>
                    <a:pt x="917640" y="35138"/>
                    <a:pt x="916664" y="34161"/>
                  </a:cubicBezTo>
                  <a:cubicBezTo>
                    <a:pt x="915691" y="33185"/>
                    <a:pt x="914717" y="32208"/>
                    <a:pt x="912769" y="32208"/>
                  </a:cubicBezTo>
                  <a:cubicBezTo>
                    <a:pt x="909846" y="32208"/>
                    <a:pt x="907898" y="34161"/>
                    <a:pt x="905949" y="37089"/>
                  </a:cubicBezTo>
                  <a:cubicBezTo>
                    <a:pt x="904975" y="39041"/>
                    <a:pt x="904002" y="44898"/>
                    <a:pt x="904002" y="52706"/>
                  </a:cubicBezTo>
                  <a:cubicBezTo>
                    <a:pt x="904002" y="86867"/>
                    <a:pt x="904002" y="86867"/>
                    <a:pt x="904002" y="86867"/>
                  </a:cubicBezTo>
                  <a:cubicBezTo>
                    <a:pt x="898156" y="86867"/>
                    <a:pt x="898156" y="86867"/>
                    <a:pt x="898156" y="86867"/>
                  </a:cubicBezTo>
                  <a:close/>
                  <a:moveTo>
                    <a:pt x="960501" y="64418"/>
                  </a:moveTo>
                  <a:cubicBezTo>
                    <a:pt x="966346" y="65394"/>
                    <a:pt x="966346" y="65394"/>
                    <a:pt x="966346" y="65394"/>
                  </a:cubicBezTo>
                  <a:cubicBezTo>
                    <a:pt x="965372" y="72227"/>
                    <a:pt x="963423" y="78083"/>
                    <a:pt x="961475" y="81986"/>
                  </a:cubicBezTo>
                  <a:cubicBezTo>
                    <a:pt x="958552" y="85892"/>
                    <a:pt x="955630" y="87842"/>
                    <a:pt x="951735" y="87842"/>
                  </a:cubicBezTo>
                  <a:cubicBezTo>
                    <a:pt x="946864" y="87842"/>
                    <a:pt x="942966" y="84914"/>
                    <a:pt x="941019" y="80036"/>
                  </a:cubicBezTo>
                  <a:cubicBezTo>
                    <a:pt x="938097" y="74178"/>
                    <a:pt x="936148" y="66371"/>
                    <a:pt x="936148" y="55634"/>
                  </a:cubicBezTo>
                  <a:cubicBezTo>
                    <a:pt x="936148" y="48801"/>
                    <a:pt x="937122" y="42945"/>
                    <a:pt x="938097" y="38066"/>
                  </a:cubicBezTo>
                  <a:cubicBezTo>
                    <a:pt x="939070" y="33185"/>
                    <a:pt x="941019" y="29280"/>
                    <a:pt x="943941" y="27329"/>
                  </a:cubicBezTo>
                  <a:cubicBezTo>
                    <a:pt x="945890" y="24401"/>
                    <a:pt x="948812" y="23424"/>
                    <a:pt x="951735" y="23424"/>
                  </a:cubicBezTo>
                  <a:cubicBezTo>
                    <a:pt x="955630" y="23424"/>
                    <a:pt x="958552" y="25377"/>
                    <a:pt x="960501" y="28305"/>
                  </a:cubicBezTo>
                  <a:cubicBezTo>
                    <a:pt x="963423" y="32208"/>
                    <a:pt x="964399" y="37089"/>
                    <a:pt x="965372" y="42945"/>
                  </a:cubicBezTo>
                  <a:cubicBezTo>
                    <a:pt x="959528" y="44898"/>
                    <a:pt x="959528" y="44898"/>
                    <a:pt x="959528" y="44898"/>
                  </a:cubicBezTo>
                  <a:cubicBezTo>
                    <a:pt x="959528" y="40017"/>
                    <a:pt x="958552" y="37089"/>
                    <a:pt x="956606" y="35138"/>
                  </a:cubicBezTo>
                  <a:cubicBezTo>
                    <a:pt x="955630" y="33185"/>
                    <a:pt x="953683" y="32208"/>
                    <a:pt x="951735" y="32208"/>
                  </a:cubicBezTo>
                  <a:cubicBezTo>
                    <a:pt x="948812" y="32208"/>
                    <a:pt x="946864" y="34161"/>
                    <a:pt x="944915" y="38066"/>
                  </a:cubicBezTo>
                  <a:cubicBezTo>
                    <a:pt x="942966" y="40994"/>
                    <a:pt x="941993" y="47826"/>
                    <a:pt x="941993" y="55634"/>
                  </a:cubicBezTo>
                  <a:cubicBezTo>
                    <a:pt x="941993" y="64418"/>
                    <a:pt x="942966" y="70274"/>
                    <a:pt x="944915" y="74178"/>
                  </a:cubicBezTo>
                  <a:cubicBezTo>
                    <a:pt x="946864" y="78083"/>
                    <a:pt x="948812" y="79058"/>
                    <a:pt x="951735" y="79058"/>
                  </a:cubicBezTo>
                  <a:cubicBezTo>
                    <a:pt x="953683" y="79058"/>
                    <a:pt x="955630" y="78083"/>
                    <a:pt x="957579" y="76130"/>
                  </a:cubicBezTo>
                  <a:cubicBezTo>
                    <a:pt x="958552" y="73202"/>
                    <a:pt x="959528" y="69299"/>
                    <a:pt x="960501" y="64418"/>
                  </a:cubicBezTo>
                  <a:close/>
                  <a:moveTo>
                    <a:pt x="997519" y="66371"/>
                  </a:moveTo>
                  <a:cubicBezTo>
                    <a:pt x="1004338" y="68322"/>
                    <a:pt x="1004338" y="68322"/>
                    <a:pt x="1004338" y="68322"/>
                  </a:cubicBezTo>
                  <a:cubicBezTo>
                    <a:pt x="1003363" y="74178"/>
                    <a:pt x="1001416" y="79058"/>
                    <a:pt x="998492" y="82964"/>
                  </a:cubicBezTo>
                  <a:cubicBezTo>
                    <a:pt x="996545" y="86867"/>
                    <a:pt x="992647" y="87842"/>
                    <a:pt x="988752" y="87842"/>
                  </a:cubicBezTo>
                  <a:cubicBezTo>
                    <a:pt x="983881" y="87842"/>
                    <a:pt x="979985" y="84914"/>
                    <a:pt x="977061" y="80036"/>
                  </a:cubicBezTo>
                  <a:cubicBezTo>
                    <a:pt x="974139" y="74178"/>
                    <a:pt x="972192" y="66371"/>
                    <a:pt x="972192" y="56610"/>
                  </a:cubicBezTo>
                  <a:cubicBezTo>
                    <a:pt x="972192" y="45873"/>
                    <a:pt x="974139" y="38066"/>
                    <a:pt x="977061" y="32208"/>
                  </a:cubicBezTo>
                  <a:cubicBezTo>
                    <a:pt x="979985" y="26352"/>
                    <a:pt x="983881" y="23424"/>
                    <a:pt x="988752" y="23424"/>
                  </a:cubicBezTo>
                  <a:cubicBezTo>
                    <a:pt x="993623" y="23424"/>
                    <a:pt x="996545" y="26352"/>
                    <a:pt x="999467" y="32208"/>
                  </a:cubicBezTo>
                  <a:cubicBezTo>
                    <a:pt x="1002389" y="37089"/>
                    <a:pt x="1004338" y="44898"/>
                    <a:pt x="1004338" y="55634"/>
                  </a:cubicBezTo>
                  <a:cubicBezTo>
                    <a:pt x="1004338" y="56610"/>
                    <a:pt x="1004338" y="57587"/>
                    <a:pt x="1004338" y="58562"/>
                  </a:cubicBezTo>
                  <a:cubicBezTo>
                    <a:pt x="979010" y="58562"/>
                    <a:pt x="979010" y="58562"/>
                    <a:pt x="979010" y="58562"/>
                  </a:cubicBezTo>
                  <a:cubicBezTo>
                    <a:pt x="979010" y="65394"/>
                    <a:pt x="979985" y="70274"/>
                    <a:pt x="981932" y="74178"/>
                  </a:cubicBezTo>
                  <a:cubicBezTo>
                    <a:pt x="983881" y="78083"/>
                    <a:pt x="985830" y="79058"/>
                    <a:pt x="988752" y="79058"/>
                  </a:cubicBezTo>
                  <a:cubicBezTo>
                    <a:pt x="990701" y="79058"/>
                    <a:pt x="992647" y="78083"/>
                    <a:pt x="994596" y="76130"/>
                  </a:cubicBezTo>
                  <a:cubicBezTo>
                    <a:pt x="995570" y="74178"/>
                    <a:pt x="997519" y="71250"/>
                    <a:pt x="997519" y="66371"/>
                  </a:cubicBezTo>
                  <a:close/>
                  <a:moveTo>
                    <a:pt x="979010" y="49778"/>
                  </a:moveTo>
                  <a:cubicBezTo>
                    <a:pt x="997519" y="49778"/>
                    <a:pt x="997519" y="49778"/>
                    <a:pt x="997519" y="49778"/>
                  </a:cubicBezTo>
                  <a:cubicBezTo>
                    <a:pt x="997519" y="44898"/>
                    <a:pt x="996545" y="40994"/>
                    <a:pt x="995570" y="38066"/>
                  </a:cubicBezTo>
                  <a:cubicBezTo>
                    <a:pt x="993623" y="34161"/>
                    <a:pt x="991674" y="32208"/>
                    <a:pt x="988752" y="32208"/>
                  </a:cubicBezTo>
                  <a:cubicBezTo>
                    <a:pt x="985830" y="32208"/>
                    <a:pt x="983881" y="33185"/>
                    <a:pt x="981932" y="37089"/>
                  </a:cubicBezTo>
                  <a:cubicBezTo>
                    <a:pt x="979985" y="40017"/>
                    <a:pt x="979010" y="43922"/>
                    <a:pt x="979010" y="49778"/>
                  </a:cubicBezTo>
                  <a:close/>
                  <a:moveTo>
                    <a:pt x="1052071" y="79058"/>
                  </a:moveTo>
                  <a:cubicBezTo>
                    <a:pt x="1049149" y="81986"/>
                    <a:pt x="1047200" y="84914"/>
                    <a:pt x="1045251" y="85892"/>
                  </a:cubicBezTo>
                  <a:cubicBezTo>
                    <a:pt x="1043302" y="87842"/>
                    <a:pt x="1041356" y="87842"/>
                    <a:pt x="1039407" y="87842"/>
                  </a:cubicBezTo>
                  <a:cubicBezTo>
                    <a:pt x="1035509" y="87842"/>
                    <a:pt x="1032587" y="86867"/>
                    <a:pt x="1030640" y="82964"/>
                  </a:cubicBezTo>
                  <a:cubicBezTo>
                    <a:pt x="1028691" y="80036"/>
                    <a:pt x="1027718" y="75155"/>
                    <a:pt x="1027718" y="70274"/>
                  </a:cubicBezTo>
                  <a:cubicBezTo>
                    <a:pt x="1027718" y="67346"/>
                    <a:pt x="1027718" y="64418"/>
                    <a:pt x="1028691" y="62466"/>
                  </a:cubicBezTo>
                  <a:cubicBezTo>
                    <a:pt x="1029665" y="59538"/>
                    <a:pt x="1030640" y="57587"/>
                    <a:pt x="1031614" y="55634"/>
                  </a:cubicBezTo>
                  <a:cubicBezTo>
                    <a:pt x="1032587" y="54657"/>
                    <a:pt x="1034536" y="53682"/>
                    <a:pt x="1035509" y="52706"/>
                  </a:cubicBezTo>
                  <a:cubicBezTo>
                    <a:pt x="1036485" y="51729"/>
                    <a:pt x="1038433" y="51729"/>
                    <a:pt x="1040380" y="50754"/>
                  </a:cubicBezTo>
                  <a:cubicBezTo>
                    <a:pt x="1045251" y="49778"/>
                    <a:pt x="1049149" y="48801"/>
                    <a:pt x="1051096" y="47826"/>
                  </a:cubicBezTo>
                  <a:cubicBezTo>
                    <a:pt x="1051096" y="45873"/>
                    <a:pt x="1051096" y="44898"/>
                    <a:pt x="1051096" y="44898"/>
                  </a:cubicBezTo>
                  <a:cubicBezTo>
                    <a:pt x="1051096" y="40017"/>
                    <a:pt x="1051096" y="37089"/>
                    <a:pt x="1049149" y="35138"/>
                  </a:cubicBezTo>
                  <a:cubicBezTo>
                    <a:pt x="1048173" y="33185"/>
                    <a:pt x="1046227" y="32208"/>
                    <a:pt x="1043302" y="32208"/>
                  </a:cubicBezTo>
                  <a:cubicBezTo>
                    <a:pt x="1040380" y="32208"/>
                    <a:pt x="1038433" y="33185"/>
                    <a:pt x="1036485" y="34161"/>
                  </a:cubicBezTo>
                  <a:cubicBezTo>
                    <a:pt x="1035509" y="36113"/>
                    <a:pt x="1034536" y="39041"/>
                    <a:pt x="1034536" y="43922"/>
                  </a:cubicBezTo>
                  <a:cubicBezTo>
                    <a:pt x="1028691" y="41969"/>
                    <a:pt x="1028691" y="41969"/>
                    <a:pt x="1028691" y="41969"/>
                  </a:cubicBezTo>
                  <a:cubicBezTo>
                    <a:pt x="1028691" y="38066"/>
                    <a:pt x="1029665" y="34161"/>
                    <a:pt x="1030640" y="32208"/>
                  </a:cubicBezTo>
                  <a:cubicBezTo>
                    <a:pt x="1032587" y="29280"/>
                    <a:pt x="1033562" y="27329"/>
                    <a:pt x="1036485" y="25377"/>
                  </a:cubicBezTo>
                  <a:cubicBezTo>
                    <a:pt x="1038433" y="24401"/>
                    <a:pt x="1041356" y="23424"/>
                    <a:pt x="1044278" y="23424"/>
                  </a:cubicBezTo>
                  <a:cubicBezTo>
                    <a:pt x="1047200" y="23424"/>
                    <a:pt x="1049149" y="24401"/>
                    <a:pt x="1051096" y="25377"/>
                  </a:cubicBezTo>
                  <a:cubicBezTo>
                    <a:pt x="1053044" y="26352"/>
                    <a:pt x="1054020" y="28305"/>
                    <a:pt x="1054993" y="30257"/>
                  </a:cubicBezTo>
                  <a:cubicBezTo>
                    <a:pt x="1055967" y="32208"/>
                    <a:pt x="1055967" y="34161"/>
                    <a:pt x="1056942" y="37089"/>
                  </a:cubicBezTo>
                  <a:cubicBezTo>
                    <a:pt x="1056942" y="39041"/>
                    <a:pt x="1056942" y="41969"/>
                    <a:pt x="1056942" y="46850"/>
                  </a:cubicBezTo>
                  <a:cubicBezTo>
                    <a:pt x="1056942" y="60515"/>
                    <a:pt x="1056942" y="60515"/>
                    <a:pt x="1056942" y="60515"/>
                  </a:cubicBezTo>
                  <a:cubicBezTo>
                    <a:pt x="1056942" y="70274"/>
                    <a:pt x="1056942" y="77106"/>
                    <a:pt x="1056942" y="79058"/>
                  </a:cubicBezTo>
                  <a:cubicBezTo>
                    <a:pt x="1057915" y="81986"/>
                    <a:pt x="1057915" y="83939"/>
                    <a:pt x="1058889" y="86867"/>
                  </a:cubicBezTo>
                  <a:cubicBezTo>
                    <a:pt x="1053044" y="86867"/>
                    <a:pt x="1053044" y="86867"/>
                    <a:pt x="1053044" y="86867"/>
                  </a:cubicBezTo>
                  <a:cubicBezTo>
                    <a:pt x="1052071" y="84914"/>
                    <a:pt x="1052071" y="81986"/>
                    <a:pt x="1052071" y="79058"/>
                  </a:cubicBezTo>
                  <a:close/>
                  <a:moveTo>
                    <a:pt x="1051096" y="55634"/>
                  </a:moveTo>
                  <a:cubicBezTo>
                    <a:pt x="1049149" y="57587"/>
                    <a:pt x="1046227" y="58562"/>
                    <a:pt x="1041356" y="59538"/>
                  </a:cubicBezTo>
                  <a:cubicBezTo>
                    <a:pt x="1039407" y="60515"/>
                    <a:pt x="1037458" y="60515"/>
                    <a:pt x="1036485" y="61490"/>
                  </a:cubicBezTo>
                  <a:cubicBezTo>
                    <a:pt x="1035509" y="62466"/>
                    <a:pt x="1034536" y="63443"/>
                    <a:pt x="1034536" y="65394"/>
                  </a:cubicBezTo>
                  <a:cubicBezTo>
                    <a:pt x="1033562" y="66371"/>
                    <a:pt x="1033562" y="68322"/>
                    <a:pt x="1033562" y="70274"/>
                  </a:cubicBezTo>
                  <a:cubicBezTo>
                    <a:pt x="1033562" y="73202"/>
                    <a:pt x="1034536" y="75155"/>
                    <a:pt x="1035509" y="77106"/>
                  </a:cubicBezTo>
                  <a:cubicBezTo>
                    <a:pt x="1036485" y="79058"/>
                    <a:pt x="1038433" y="80036"/>
                    <a:pt x="1040380" y="80036"/>
                  </a:cubicBezTo>
                  <a:cubicBezTo>
                    <a:pt x="1042329" y="80036"/>
                    <a:pt x="1044278" y="79058"/>
                    <a:pt x="1046227" y="77106"/>
                  </a:cubicBezTo>
                  <a:cubicBezTo>
                    <a:pt x="1048173" y="75155"/>
                    <a:pt x="1049149" y="73202"/>
                    <a:pt x="1050122" y="70274"/>
                  </a:cubicBezTo>
                  <a:cubicBezTo>
                    <a:pt x="1051096" y="67346"/>
                    <a:pt x="1051096" y="64418"/>
                    <a:pt x="1051096" y="59538"/>
                  </a:cubicBezTo>
                  <a:cubicBezTo>
                    <a:pt x="1051096" y="55634"/>
                    <a:pt x="1051096" y="55634"/>
                    <a:pt x="1051096" y="55634"/>
                  </a:cubicBezTo>
                  <a:close/>
                  <a:moveTo>
                    <a:pt x="1069604" y="86867"/>
                  </a:moveTo>
                  <a:cubicBezTo>
                    <a:pt x="1069604" y="24401"/>
                    <a:pt x="1069604" y="24401"/>
                    <a:pt x="1069604" y="24401"/>
                  </a:cubicBezTo>
                  <a:cubicBezTo>
                    <a:pt x="1074475" y="24401"/>
                    <a:pt x="1074475" y="24401"/>
                    <a:pt x="1074475" y="24401"/>
                  </a:cubicBezTo>
                  <a:cubicBezTo>
                    <a:pt x="1074475" y="33185"/>
                    <a:pt x="1074475" y="33185"/>
                    <a:pt x="1074475" y="33185"/>
                  </a:cubicBezTo>
                  <a:cubicBezTo>
                    <a:pt x="1077397" y="26352"/>
                    <a:pt x="1081295" y="23424"/>
                    <a:pt x="1085191" y="23424"/>
                  </a:cubicBezTo>
                  <a:cubicBezTo>
                    <a:pt x="1088113" y="23424"/>
                    <a:pt x="1090062" y="24401"/>
                    <a:pt x="1091037" y="25377"/>
                  </a:cubicBezTo>
                  <a:cubicBezTo>
                    <a:pt x="1092984" y="26352"/>
                    <a:pt x="1093959" y="28305"/>
                    <a:pt x="1094933" y="30257"/>
                  </a:cubicBezTo>
                  <a:cubicBezTo>
                    <a:pt x="1095906" y="33185"/>
                    <a:pt x="1096881" y="35138"/>
                    <a:pt x="1096881" y="38066"/>
                  </a:cubicBezTo>
                  <a:cubicBezTo>
                    <a:pt x="1096881" y="40017"/>
                    <a:pt x="1096881" y="43922"/>
                    <a:pt x="1096881" y="48801"/>
                  </a:cubicBezTo>
                  <a:cubicBezTo>
                    <a:pt x="1096881" y="86867"/>
                    <a:pt x="1096881" y="86867"/>
                    <a:pt x="1096881" y="86867"/>
                  </a:cubicBezTo>
                  <a:cubicBezTo>
                    <a:pt x="1092010" y="86867"/>
                    <a:pt x="1092010" y="86867"/>
                    <a:pt x="1092010" y="86867"/>
                  </a:cubicBezTo>
                  <a:cubicBezTo>
                    <a:pt x="1092010" y="48801"/>
                    <a:pt x="1092010" y="48801"/>
                    <a:pt x="1092010" y="48801"/>
                  </a:cubicBezTo>
                  <a:cubicBezTo>
                    <a:pt x="1092010" y="44898"/>
                    <a:pt x="1091037" y="41969"/>
                    <a:pt x="1091037" y="39041"/>
                  </a:cubicBezTo>
                  <a:cubicBezTo>
                    <a:pt x="1090062" y="37089"/>
                    <a:pt x="1090062" y="35138"/>
                    <a:pt x="1088113" y="34161"/>
                  </a:cubicBezTo>
                  <a:cubicBezTo>
                    <a:pt x="1087139" y="33185"/>
                    <a:pt x="1086166" y="32208"/>
                    <a:pt x="1084217" y="32208"/>
                  </a:cubicBezTo>
                  <a:cubicBezTo>
                    <a:pt x="1082268" y="32208"/>
                    <a:pt x="1080322" y="34161"/>
                    <a:pt x="1078373" y="37089"/>
                  </a:cubicBezTo>
                  <a:cubicBezTo>
                    <a:pt x="1076424" y="39041"/>
                    <a:pt x="1075451" y="44898"/>
                    <a:pt x="1075451" y="52706"/>
                  </a:cubicBezTo>
                  <a:cubicBezTo>
                    <a:pt x="1075451" y="86867"/>
                    <a:pt x="1075451" y="86867"/>
                    <a:pt x="1075451" y="86867"/>
                  </a:cubicBezTo>
                  <a:cubicBezTo>
                    <a:pt x="1069604" y="86867"/>
                    <a:pt x="1069604" y="86867"/>
                    <a:pt x="1069604" y="86867"/>
                  </a:cubicBezTo>
                  <a:close/>
                  <a:moveTo>
                    <a:pt x="1131950" y="86867"/>
                  </a:moveTo>
                  <a:cubicBezTo>
                    <a:pt x="1131950" y="79058"/>
                    <a:pt x="1131950" y="79058"/>
                    <a:pt x="1131950" y="79058"/>
                  </a:cubicBezTo>
                  <a:cubicBezTo>
                    <a:pt x="1130001" y="84914"/>
                    <a:pt x="1127079" y="87842"/>
                    <a:pt x="1122208" y="87842"/>
                  </a:cubicBezTo>
                  <a:cubicBezTo>
                    <a:pt x="1119286" y="87842"/>
                    <a:pt x="1117339" y="86867"/>
                    <a:pt x="1115390" y="83939"/>
                  </a:cubicBezTo>
                  <a:cubicBezTo>
                    <a:pt x="1112468" y="81011"/>
                    <a:pt x="1110519" y="77106"/>
                    <a:pt x="1109546" y="72227"/>
                  </a:cubicBezTo>
                  <a:cubicBezTo>
                    <a:pt x="1108570" y="67346"/>
                    <a:pt x="1107597" y="62466"/>
                    <a:pt x="1107597" y="55634"/>
                  </a:cubicBezTo>
                  <a:cubicBezTo>
                    <a:pt x="1107597" y="49778"/>
                    <a:pt x="1108570" y="43922"/>
                    <a:pt x="1109546" y="39041"/>
                  </a:cubicBezTo>
                  <a:cubicBezTo>
                    <a:pt x="1110519" y="34161"/>
                    <a:pt x="1112468" y="30257"/>
                    <a:pt x="1114415" y="27329"/>
                  </a:cubicBezTo>
                  <a:cubicBezTo>
                    <a:pt x="1116363" y="24401"/>
                    <a:pt x="1119286" y="23424"/>
                    <a:pt x="1122208" y="23424"/>
                  </a:cubicBezTo>
                  <a:cubicBezTo>
                    <a:pt x="1124157" y="23424"/>
                    <a:pt x="1126105" y="24401"/>
                    <a:pt x="1128054" y="25377"/>
                  </a:cubicBezTo>
                  <a:cubicBezTo>
                    <a:pt x="1129028" y="27329"/>
                    <a:pt x="1130976" y="29280"/>
                    <a:pt x="1131950" y="32208"/>
                  </a:cubicBezTo>
                  <a:cubicBezTo>
                    <a:pt x="1131950" y="975"/>
                    <a:pt x="1131950" y="975"/>
                    <a:pt x="1131950" y="975"/>
                  </a:cubicBezTo>
                  <a:cubicBezTo>
                    <a:pt x="1136821" y="975"/>
                    <a:pt x="1136821" y="975"/>
                    <a:pt x="1136821" y="975"/>
                  </a:cubicBezTo>
                  <a:cubicBezTo>
                    <a:pt x="1136821" y="86867"/>
                    <a:pt x="1136821" y="86867"/>
                    <a:pt x="1136821" y="86867"/>
                  </a:cubicBezTo>
                  <a:cubicBezTo>
                    <a:pt x="1131950" y="86867"/>
                    <a:pt x="1131950" y="86867"/>
                    <a:pt x="1131950" y="86867"/>
                  </a:cubicBezTo>
                  <a:close/>
                  <a:moveTo>
                    <a:pt x="1113441" y="55634"/>
                  </a:moveTo>
                  <a:cubicBezTo>
                    <a:pt x="1113441" y="63443"/>
                    <a:pt x="1114415" y="69299"/>
                    <a:pt x="1116363" y="73202"/>
                  </a:cubicBezTo>
                  <a:cubicBezTo>
                    <a:pt x="1118312" y="77106"/>
                    <a:pt x="1120261" y="79058"/>
                    <a:pt x="1123183" y="79058"/>
                  </a:cubicBezTo>
                  <a:cubicBezTo>
                    <a:pt x="1125130" y="79058"/>
                    <a:pt x="1128054" y="78083"/>
                    <a:pt x="1129028" y="74178"/>
                  </a:cubicBezTo>
                  <a:cubicBezTo>
                    <a:pt x="1130976" y="70274"/>
                    <a:pt x="1131950" y="64418"/>
                    <a:pt x="1131950" y="56610"/>
                  </a:cubicBezTo>
                  <a:cubicBezTo>
                    <a:pt x="1131950" y="47826"/>
                    <a:pt x="1130976" y="41969"/>
                    <a:pt x="1129028" y="38066"/>
                  </a:cubicBezTo>
                  <a:cubicBezTo>
                    <a:pt x="1127079" y="34161"/>
                    <a:pt x="1125130" y="32208"/>
                    <a:pt x="1122208" y="32208"/>
                  </a:cubicBezTo>
                  <a:cubicBezTo>
                    <a:pt x="1120261" y="32208"/>
                    <a:pt x="1118312" y="34161"/>
                    <a:pt x="1116363" y="38066"/>
                  </a:cubicBezTo>
                  <a:cubicBezTo>
                    <a:pt x="1114415" y="41969"/>
                    <a:pt x="1113441" y="47826"/>
                    <a:pt x="1113441" y="55634"/>
                  </a:cubicBezTo>
                  <a:close/>
                  <a:moveTo>
                    <a:pt x="1175787" y="86867"/>
                  </a:moveTo>
                  <a:cubicBezTo>
                    <a:pt x="1175787" y="10737"/>
                    <a:pt x="1175787" y="10737"/>
                    <a:pt x="1175787" y="10737"/>
                  </a:cubicBezTo>
                  <a:cubicBezTo>
                    <a:pt x="1160200" y="10737"/>
                    <a:pt x="1160200" y="10737"/>
                    <a:pt x="1160200" y="10737"/>
                  </a:cubicBezTo>
                  <a:cubicBezTo>
                    <a:pt x="1160200" y="975"/>
                    <a:pt x="1160200" y="975"/>
                    <a:pt x="1160200" y="975"/>
                  </a:cubicBezTo>
                  <a:cubicBezTo>
                    <a:pt x="1198191" y="975"/>
                    <a:pt x="1198191" y="975"/>
                    <a:pt x="1198191" y="975"/>
                  </a:cubicBezTo>
                  <a:cubicBezTo>
                    <a:pt x="1198191" y="10737"/>
                    <a:pt x="1198191" y="10737"/>
                    <a:pt x="1198191" y="10737"/>
                  </a:cubicBezTo>
                  <a:cubicBezTo>
                    <a:pt x="1182605" y="10737"/>
                    <a:pt x="1182605" y="10737"/>
                    <a:pt x="1182605" y="10737"/>
                  </a:cubicBezTo>
                  <a:cubicBezTo>
                    <a:pt x="1182605" y="86867"/>
                    <a:pt x="1182605" y="86867"/>
                    <a:pt x="1182605" y="86867"/>
                  </a:cubicBezTo>
                  <a:cubicBezTo>
                    <a:pt x="1175787" y="86867"/>
                    <a:pt x="1175787" y="86867"/>
                    <a:pt x="1175787" y="86867"/>
                  </a:cubicBezTo>
                  <a:close/>
                  <a:moveTo>
                    <a:pt x="1223520" y="66371"/>
                  </a:moveTo>
                  <a:cubicBezTo>
                    <a:pt x="1229364" y="68322"/>
                    <a:pt x="1229364" y="68322"/>
                    <a:pt x="1229364" y="68322"/>
                  </a:cubicBezTo>
                  <a:cubicBezTo>
                    <a:pt x="1228391" y="74178"/>
                    <a:pt x="1226442" y="79058"/>
                    <a:pt x="1224493" y="82964"/>
                  </a:cubicBezTo>
                  <a:cubicBezTo>
                    <a:pt x="1221571" y="86867"/>
                    <a:pt x="1218649" y="87842"/>
                    <a:pt x="1214751" y="87842"/>
                  </a:cubicBezTo>
                  <a:cubicBezTo>
                    <a:pt x="1208907" y="87842"/>
                    <a:pt x="1205011" y="84914"/>
                    <a:pt x="1202089" y="80036"/>
                  </a:cubicBezTo>
                  <a:cubicBezTo>
                    <a:pt x="1199166" y="74178"/>
                    <a:pt x="1198191" y="66371"/>
                    <a:pt x="1198191" y="56610"/>
                  </a:cubicBezTo>
                  <a:cubicBezTo>
                    <a:pt x="1198191" y="45873"/>
                    <a:pt x="1199166" y="38066"/>
                    <a:pt x="1202089" y="32208"/>
                  </a:cubicBezTo>
                  <a:cubicBezTo>
                    <a:pt x="1205011" y="26352"/>
                    <a:pt x="1208907" y="23424"/>
                    <a:pt x="1213778" y="23424"/>
                  </a:cubicBezTo>
                  <a:cubicBezTo>
                    <a:pt x="1218649" y="23424"/>
                    <a:pt x="1222544" y="26352"/>
                    <a:pt x="1225468" y="32208"/>
                  </a:cubicBezTo>
                  <a:cubicBezTo>
                    <a:pt x="1228391" y="37089"/>
                    <a:pt x="1229364" y="44898"/>
                    <a:pt x="1229364" y="55634"/>
                  </a:cubicBezTo>
                  <a:cubicBezTo>
                    <a:pt x="1229364" y="56610"/>
                    <a:pt x="1229364" y="57587"/>
                    <a:pt x="1229364" y="58562"/>
                  </a:cubicBezTo>
                  <a:cubicBezTo>
                    <a:pt x="1204036" y="58562"/>
                    <a:pt x="1204036" y="58562"/>
                    <a:pt x="1204036" y="58562"/>
                  </a:cubicBezTo>
                  <a:cubicBezTo>
                    <a:pt x="1204036" y="65394"/>
                    <a:pt x="1205011" y="70274"/>
                    <a:pt x="1206958" y="74178"/>
                  </a:cubicBezTo>
                  <a:cubicBezTo>
                    <a:pt x="1208907" y="78083"/>
                    <a:pt x="1211829" y="79058"/>
                    <a:pt x="1214751" y="79058"/>
                  </a:cubicBezTo>
                  <a:cubicBezTo>
                    <a:pt x="1216700" y="79058"/>
                    <a:pt x="1218649" y="78083"/>
                    <a:pt x="1219622" y="76130"/>
                  </a:cubicBezTo>
                  <a:cubicBezTo>
                    <a:pt x="1221571" y="74178"/>
                    <a:pt x="1222544" y="71250"/>
                    <a:pt x="1223520" y="66371"/>
                  </a:cubicBezTo>
                  <a:close/>
                  <a:moveTo>
                    <a:pt x="1204036" y="49778"/>
                  </a:moveTo>
                  <a:cubicBezTo>
                    <a:pt x="1223520" y="49778"/>
                    <a:pt x="1223520" y="49778"/>
                    <a:pt x="1223520" y="49778"/>
                  </a:cubicBezTo>
                  <a:cubicBezTo>
                    <a:pt x="1223520" y="44898"/>
                    <a:pt x="1222544" y="40994"/>
                    <a:pt x="1221571" y="38066"/>
                  </a:cubicBezTo>
                  <a:cubicBezTo>
                    <a:pt x="1219622" y="34161"/>
                    <a:pt x="1216700" y="32208"/>
                    <a:pt x="1213778" y="32208"/>
                  </a:cubicBezTo>
                  <a:cubicBezTo>
                    <a:pt x="1211829" y="32208"/>
                    <a:pt x="1208907" y="33185"/>
                    <a:pt x="1206958" y="37089"/>
                  </a:cubicBezTo>
                  <a:cubicBezTo>
                    <a:pt x="1205984" y="40017"/>
                    <a:pt x="1205011" y="43922"/>
                    <a:pt x="1204036" y="49778"/>
                  </a:cubicBezTo>
                  <a:close/>
                  <a:moveTo>
                    <a:pt x="1262486" y="64418"/>
                  </a:moveTo>
                  <a:cubicBezTo>
                    <a:pt x="1268330" y="65394"/>
                    <a:pt x="1268330" y="65394"/>
                    <a:pt x="1268330" y="65394"/>
                  </a:cubicBezTo>
                  <a:cubicBezTo>
                    <a:pt x="1267355" y="72227"/>
                    <a:pt x="1266381" y="78083"/>
                    <a:pt x="1263459" y="81986"/>
                  </a:cubicBezTo>
                  <a:cubicBezTo>
                    <a:pt x="1260537" y="85892"/>
                    <a:pt x="1257614" y="87842"/>
                    <a:pt x="1253717" y="87842"/>
                  </a:cubicBezTo>
                  <a:cubicBezTo>
                    <a:pt x="1248846" y="87842"/>
                    <a:pt x="1245924" y="84914"/>
                    <a:pt x="1243002" y="80036"/>
                  </a:cubicBezTo>
                  <a:cubicBezTo>
                    <a:pt x="1240079" y="74178"/>
                    <a:pt x="1238131" y="66371"/>
                    <a:pt x="1238131" y="55634"/>
                  </a:cubicBezTo>
                  <a:cubicBezTo>
                    <a:pt x="1238131" y="48801"/>
                    <a:pt x="1239106" y="42945"/>
                    <a:pt x="1240079" y="38066"/>
                  </a:cubicBezTo>
                  <a:cubicBezTo>
                    <a:pt x="1241053" y="33185"/>
                    <a:pt x="1243002" y="29280"/>
                    <a:pt x="1245924" y="27329"/>
                  </a:cubicBezTo>
                  <a:cubicBezTo>
                    <a:pt x="1247873" y="24401"/>
                    <a:pt x="1250795" y="23424"/>
                    <a:pt x="1253717" y="23424"/>
                  </a:cubicBezTo>
                  <a:cubicBezTo>
                    <a:pt x="1257614" y="23424"/>
                    <a:pt x="1260537" y="25377"/>
                    <a:pt x="1263459" y="28305"/>
                  </a:cubicBezTo>
                  <a:cubicBezTo>
                    <a:pt x="1265408" y="32208"/>
                    <a:pt x="1267355" y="37089"/>
                    <a:pt x="1267355" y="42945"/>
                  </a:cubicBezTo>
                  <a:cubicBezTo>
                    <a:pt x="1261510" y="44898"/>
                    <a:pt x="1261510" y="44898"/>
                    <a:pt x="1261510" y="44898"/>
                  </a:cubicBezTo>
                  <a:cubicBezTo>
                    <a:pt x="1261510" y="40017"/>
                    <a:pt x="1260537" y="37089"/>
                    <a:pt x="1259561" y="35138"/>
                  </a:cubicBezTo>
                  <a:cubicBezTo>
                    <a:pt x="1257614" y="33185"/>
                    <a:pt x="1255666" y="32208"/>
                    <a:pt x="1253717" y="32208"/>
                  </a:cubicBezTo>
                  <a:cubicBezTo>
                    <a:pt x="1250795" y="32208"/>
                    <a:pt x="1248846" y="34161"/>
                    <a:pt x="1246899" y="38066"/>
                  </a:cubicBezTo>
                  <a:cubicBezTo>
                    <a:pt x="1244950" y="40994"/>
                    <a:pt x="1243977" y="47826"/>
                    <a:pt x="1243977" y="55634"/>
                  </a:cubicBezTo>
                  <a:cubicBezTo>
                    <a:pt x="1243977" y="64418"/>
                    <a:pt x="1244950" y="70274"/>
                    <a:pt x="1246899" y="74178"/>
                  </a:cubicBezTo>
                  <a:cubicBezTo>
                    <a:pt x="1248846" y="78083"/>
                    <a:pt x="1250795" y="79058"/>
                    <a:pt x="1253717" y="79058"/>
                  </a:cubicBezTo>
                  <a:cubicBezTo>
                    <a:pt x="1255666" y="79058"/>
                    <a:pt x="1257614" y="78083"/>
                    <a:pt x="1259561" y="76130"/>
                  </a:cubicBezTo>
                  <a:cubicBezTo>
                    <a:pt x="1261510" y="73202"/>
                    <a:pt x="1262486" y="69299"/>
                    <a:pt x="1262486" y="64418"/>
                  </a:cubicBezTo>
                  <a:close/>
                  <a:moveTo>
                    <a:pt x="1277102" y="86867"/>
                  </a:moveTo>
                  <a:cubicBezTo>
                    <a:pt x="1277102" y="975"/>
                    <a:pt x="1277102" y="975"/>
                    <a:pt x="1277102" y="975"/>
                  </a:cubicBezTo>
                  <a:cubicBezTo>
                    <a:pt x="1282947" y="975"/>
                    <a:pt x="1282947" y="975"/>
                    <a:pt x="1282947" y="975"/>
                  </a:cubicBezTo>
                  <a:cubicBezTo>
                    <a:pt x="1282947" y="32208"/>
                    <a:pt x="1282947" y="32208"/>
                    <a:pt x="1282947" y="32208"/>
                  </a:cubicBezTo>
                  <a:cubicBezTo>
                    <a:pt x="1284882" y="26352"/>
                    <a:pt x="1288791" y="23424"/>
                    <a:pt x="1292681" y="23424"/>
                  </a:cubicBezTo>
                  <a:cubicBezTo>
                    <a:pt x="1295603" y="23424"/>
                    <a:pt x="1297558" y="24401"/>
                    <a:pt x="1299493" y="26352"/>
                  </a:cubicBezTo>
                  <a:cubicBezTo>
                    <a:pt x="1301448" y="27329"/>
                    <a:pt x="1302415" y="30257"/>
                    <a:pt x="1303402" y="33185"/>
                  </a:cubicBezTo>
                  <a:cubicBezTo>
                    <a:pt x="1304370" y="37089"/>
                    <a:pt x="1304370" y="40994"/>
                    <a:pt x="1304370" y="47826"/>
                  </a:cubicBezTo>
                  <a:cubicBezTo>
                    <a:pt x="1304370" y="86867"/>
                    <a:pt x="1304370" y="86867"/>
                    <a:pt x="1304370" y="86867"/>
                  </a:cubicBezTo>
                  <a:cubicBezTo>
                    <a:pt x="1298525" y="86867"/>
                    <a:pt x="1298525" y="86867"/>
                    <a:pt x="1298525" y="86867"/>
                  </a:cubicBezTo>
                  <a:cubicBezTo>
                    <a:pt x="1298525" y="47826"/>
                    <a:pt x="1298525" y="47826"/>
                    <a:pt x="1298525" y="47826"/>
                  </a:cubicBezTo>
                  <a:cubicBezTo>
                    <a:pt x="1298525" y="41969"/>
                    <a:pt x="1298525" y="38066"/>
                    <a:pt x="1296571" y="36113"/>
                  </a:cubicBezTo>
                  <a:cubicBezTo>
                    <a:pt x="1295603" y="33185"/>
                    <a:pt x="1293649" y="32208"/>
                    <a:pt x="1291713" y="32208"/>
                  </a:cubicBezTo>
                  <a:cubicBezTo>
                    <a:pt x="1289759" y="32208"/>
                    <a:pt x="1287804" y="33185"/>
                    <a:pt x="1286837" y="35138"/>
                  </a:cubicBezTo>
                  <a:cubicBezTo>
                    <a:pt x="1284882" y="36113"/>
                    <a:pt x="1283914" y="39041"/>
                    <a:pt x="1283914" y="40994"/>
                  </a:cubicBezTo>
                  <a:cubicBezTo>
                    <a:pt x="1282947" y="43922"/>
                    <a:pt x="1282947" y="47826"/>
                    <a:pt x="1282947" y="52706"/>
                  </a:cubicBezTo>
                  <a:cubicBezTo>
                    <a:pt x="1282947" y="86867"/>
                    <a:pt x="1282947" y="86867"/>
                    <a:pt x="1282947" y="86867"/>
                  </a:cubicBezTo>
                  <a:cubicBezTo>
                    <a:pt x="1277102" y="86867"/>
                    <a:pt x="1277102" y="86867"/>
                    <a:pt x="1277102" y="86867"/>
                  </a:cubicBezTo>
                  <a:close/>
                  <a:moveTo>
                    <a:pt x="1317046" y="86867"/>
                  </a:moveTo>
                  <a:cubicBezTo>
                    <a:pt x="1317046" y="24401"/>
                    <a:pt x="1317046" y="24401"/>
                    <a:pt x="1317046" y="24401"/>
                  </a:cubicBezTo>
                  <a:cubicBezTo>
                    <a:pt x="1321903" y="24401"/>
                    <a:pt x="1321903" y="24401"/>
                    <a:pt x="1321903" y="24401"/>
                  </a:cubicBezTo>
                  <a:cubicBezTo>
                    <a:pt x="1321903" y="33185"/>
                    <a:pt x="1321903" y="33185"/>
                    <a:pt x="1321903" y="33185"/>
                  </a:cubicBezTo>
                  <a:cubicBezTo>
                    <a:pt x="1324825" y="26352"/>
                    <a:pt x="1327748" y="23424"/>
                    <a:pt x="1332624" y="23424"/>
                  </a:cubicBezTo>
                  <a:cubicBezTo>
                    <a:pt x="1334579" y="23424"/>
                    <a:pt x="1336514" y="24401"/>
                    <a:pt x="1338469" y="25377"/>
                  </a:cubicBezTo>
                  <a:cubicBezTo>
                    <a:pt x="1340423" y="26352"/>
                    <a:pt x="1341391" y="28305"/>
                    <a:pt x="1342359" y="30257"/>
                  </a:cubicBezTo>
                  <a:cubicBezTo>
                    <a:pt x="1343346" y="33185"/>
                    <a:pt x="1344313" y="35138"/>
                    <a:pt x="1344313" y="38066"/>
                  </a:cubicBezTo>
                  <a:cubicBezTo>
                    <a:pt x="1344313" y="40017"/>
                    <a:pt x="1344313" y="43922"/>
                    <a:pt x="1344313" y="48801"/>
                  </a:cubicBezTo>
                  <a:cubicBezTo>
                    <a:pt x="1344313" y="86867"/>
                    <a:pt x="1344313" y="86867"/>
                    <a:pt x="1344313" y="86867"/>
                  </a:cubicBezTo>
                  <a:cubicBezTo>
                    <a:pt x="1338469" y="86867"/>
                    <a:pt x="1338469" y="86867"/>
                    <a:pt x="1338469" y="86867"/>
                  </a:cubicBezTo>
                  <a:cubicBezTo>
                    <a:pt x="1338469" y="48801"/>
                    <a:pt x="1338469" y="48801"/>
                    <a:pt x="1338469" y="48801"/>
                  </a:cubicBezTo>
                  <a:cubicBezTo>
                    <a:pt x="1338469" y="44898"/>
                    <a:pt x="1338469" y="41969"/>
                    <a:pt x="1338469" y="39041"/>
                  </a:cubicBezTo>
                  <a:cubicBezTo>
                    <a:pt x="1337501" y="37089"/>
                    <a:pt x="1336514" y="35138"/>
                    <a:pt x="1335547" y="34161"/>
                  </a:cubicBezTo>
                  <a:cubicBezTo>
                    <a:pt x="1334579" y="33185"/>
                    <a:pt x="1333592" y="32208"/>
                    <a:pt x="1331657" y="32208"/>
                  </a:cubicBezTo>
                  <a:cubicBezTo>
                    <a:pt x="1329702" y="32208"/>
                    <a:pt x="1326780" y="34161"/>
                    <a:pt x="1325812" y="37089"/>
                  </a:cubicBezTo>
                  <a:cubicBezTo>
                    <a:pt x="1323858" y="39041"/>
                    <a:pt x="1322890" y="44898"/>
                    <a:pt x="1322890" y="52706"/>
                  </a:cubicBezTo>
                  <a:cubicBezTo>
                    <a:pt x="1322890" y="86867"/>
                    <a:pt x="1322890" y="86867"/>
                    <a:pt x="1322890" y="86867"/>
                  </a:cubicBezTo>
                  <a:cubicBezTo>
                    <a:pt x="1317046" y="86867"/>
                    <a:pt x="1317046" y="86867"/>
                    <a:pt x="1317046" y="86867"/>
                  </a:cubicBezTo>
                  <a:close/>
                  <a:moveTo>
                    <a:pt x="1355034" y="55634"/>
                  </a:moveTo>
                  <a:cubicBezTo>
                    <a:pt x="1355034" y="43922"/>
                    <a:pt x="1356970" y="36113"/>
                    <a:pt x="1359892" y="30257"/>
                  </a:cubicBezTo>
                  <a:cubicBezTo>
                    <a:pt x="1362814" y="25377"/>
                    <a:pt x="1366723" y="23424"/>
                    <a:pt x="1370613" y="23424"/>
                  </a:cubicBezTo>
                  <a:cubicBezTo>
                    <a:pt x="1375490" y="23424"/>
                    <a:pt x="1379380" y="26352"/>
                    <a:pt x="1382302" y="31233"/>
                  </a:cubicBezTo>
                  <a:cubicBezTo>
                    <a:pt x="1385224" y="37089"/>
                    <a:pt x="1387179" y="44898"/>
                    <a:pt x="1387179" y="54657"/>
                  </a:cubicBezTo>
                  <a:cubicBezTo>
                    <a:pt x="1387179" y="62466"/>
                    <a:pt x="1386192" y="69299"/>
                    <a:pt x="1385224" y="74178"/>
                  </a:cubicBezTo>
                  <a:cubicBezTo>
                    <a:pt x="1383270" y="78083"/>
                    <a:pt x="1381334" y="81986"/>
                    <a:pt x="1379380" y="83939"/>
                  </a:cubicBezTo>
                  <a:cubicBezTo>
                    <a:pt x="1376458" y="86867"/>
                    <a:pt x="1373535" y="87842"/>
                    <a:pt x="1370613" y="87842"/>
                  </a:cubicBezTo>
                  <a:cubicBezTo>
                    <a:pt x="1365736" y="87842"/>
                    <a:pt x="1361846" y="84914"/>
                    <a:pt x="1358924" y="80036"/>
                  </a:cubicBezTo>
                  <a:cubicBezTo>
                    <a:pt x="1356002" y="74178"/>
                    <a:pt x="1355034" y="66371"/>
                    <a:pt x="1355034" y="55634"/>
                  </a:cubicBezTo>
                  <a:close/>
                  <a:moveTo>
                    <a:pt x="1360879" y="55634"/>
                  </a:moveTo>
                  <a:cubicBezTo>
                    <a:pt x="1360879" y="63443"/>
                    <a:pt x="1361846" y="69299"/>
                    <a:pt x="1363801" y="73202"/>
                  </a:cubicBezTo>
                  <a:cubicBezTo>
                    <a:pt x="1365736" y="77106"/>
                    <a:pt x="1367691" y="79058"/>
                    <a:pt x="1370613" y="79058"/>
                  </a:cubicBezTo>
                  <a:cubicBezTo>
                    <a:pt x="1373535" y="79058"/>
                    <a:pt x="1376458" y="77106"/>
                    <a:pt x="1378412" y="73202"/>
                  </a:cubicBezTo>
                  <a:cubicBezTo>
                    <a:pt x="1380347" y="69299"/>
                    <a:pt x="1381334" y="63443"/>
                    <a:pt x="1381334" y="55634"/>
                  </a:cubicBezTo>
                  <a:cubicBezTo>
                    <a:pt x="1381334" y="47826"/>
                    <a:pt x="1380347" y="41969"/>
                    <a:pt x="1378412" y="38066"/>
                  </a:cubicBezTo>
                  <a:cubicBezTo>
                    <a:pt x="1376458" y="34161"/>
                    <a:pt x="1373535" y="32208"/>
                    <a:pt x="1370613" y="32208"/>
                  </a:cubicBezTo>
                  <a:cubicBezTo>
                    <a:pt x="1367691" y="32208"/>
                    <a:pt x="1365736" y="34161"/>
                    <a:pt x="1363801" y="38066"/>
                  </a:cubicBezTo>
                  <a:cubicBezTo>
                    <a:pt x="1361846" y="41969"/>
                    <a:pt x="1360879" y="47826"/>
                    <a:pt x="1360879" y="55634"/>
                  </a:cubicBezTo>
                  <a:close/>
                  <a:moveTo>
                    <a:pt x="1396913" y="86867"/>
                  </a:moveTo>
                  <a:cubicBezTo>
                    <a:pt x="1396913" y="975"/>
                    <a:pt x="1396913" y="975"/>
                    <a:pt x="1396913" y="975"/>
                  </a:cubicBezTo>
                  <a:cubicBezTo>
                    <a:pt x="1402757" y="975"/>
                    <a:pt x="1402757" y="975"/>
                    <a:pt x="1402757" y="975"/>
                  </a:cubicBezTo>
                  <a:cubicBezTo>
                    <a:pt x="1402757" y="86867"/>
                    <a:pt x="1402757" y="86867"/>
                    <a:pt x="1402757" y="86867"/>
                  </a:cubicBezTo>
                  <a:cubicBezTo>
                    <a:pt x="1396913" y="86867"/>
                    <a:pt x="1396913" y="86867"/>
                    <a:pt x="1396913" y="86867"/>
                  </a:cubicBezTo>
                  <a:close/>
                  <a:moveTo>
                    <a:pt x="1413479" y="55634"/>
                  </a:moveTo>
                  <a:cubicBezTo>
                    <a:pt x="1413479" y="43922"/>
                    <a:pt x="1415433" y="36113"/>
                    <a:pt x="1418355" y="30257"/>
                  </a:cubicBezTo>
                  <a:cubicBezTo>
                    <a:pt x="1421278" y="25377"/>
                    <a:pt x="1425168" y="23424"/>
                    <a:pt x="1429057" y="23424"/>
                  </a:cubicBezTo>
                  <a:cubicBezTo>
                    <a:pt x="1433934" y="23424"/>
                    <a:pt x="1437824" y="26352"/>
                    <a:pt x="1440746" y="31233"/>
                  </a:cubicBezTo>
                  <a:cubicBezTo>
                    <a:pt x="1443668" y="37089"/>
                    <a:pt x="1445623" y="44898"/>
                    <a:pt x="1445623" y="54657"/>
                  </a:cubicBezTo>
                  <a:cubicBezTo>
                    <a:pt x="1445623" y="62466"/>
                    <a:pt x="1444655" y="69299"/>
                    <a:pt x="1443668" y="74178"/>
                  </a:cubicBezTo>
                  <a:cubicBezTo>
                    <a:pt x="1441733" y="78083"/>
                    <a:pt x="1439778" y="81986"/>
                    <a:pt x="1437824" y="83939"/>
                  </a:cubicBezTo>
                  <a:cubicBezTo>
                    <a:pt x="1434902" y="86867"/>
                    <a:pt x="1431979" y="87842"/>
                    <a:pt x="1429057" y="87842"/>
                  </a:cubicBezTo>
                  <a:cubicBezTo>
                    <a:pt x="1424200" y="87842"/>
                    <a:pt x="1421278" y="84914"/>
                    <a:pt x="1417368" y="80036"/>
                  </a:cubicBezTo>
                  <a:cubicBezTo>
                    <a:pt x="1414446" y="74178"/>
                    <a:pt x="1413479" y="66371"/>
                    <a:pt x="1413479" y="55634"/>
                  </a:cubicBezTo>
                  <a:close/>
                  <a:moveTo>
                    <a:pt x="1419323" y="55634"/>
                  </a:moveTo>
                  <a:cubicBezTo>
                    <a:pt x="1419323" y="63443"/>
                    <a:pt x="1420291" y="69299"/>
                    <a:pt x="1422245" y="73202"/>
                  </a:cubicBezTo>
                  <a:cubicBezTo>
                    <a:pt x="1424200" y="77106"/>
                    <a:pt x="1426135" y="79058"/>
                    <a:pt x="1429057" y="79058"/>
                  </a:cubicBezTo>
                  <a:cubicBezTo>
                    <a:pt x="1431979" y="79058"/>
                    <a:pt x="1434902" y="77106"/>
                    <a:pt x="1436856" y="73202"/>
                  </a:cubicBezTo>
                  <a:cubicBezTo>
                    <a:pt x="1438811" y="69299"/>
                    <a:pt x="1439778" y="63443"/>
                    <a:pt x="1439778" y="55634"/>
                  </a:cubicBezTo>
                  <a:cubicBezTo>
                    <a:pt x="1439778" y="47826"/>
                    <a:pt x="1438811" y="41969"/>
                    <a:pt x="1436856" y="38066"/>
                  </a:cubicBezTo>
                  <a:cubicBezTo>
                    <a:pt x="1434902" y="34161"/>
                    <a:pt x="1431979" y="32208"/>
                    <a:pt x="1429057" y="32208"/>
                  </a:cubicBezTo>
                  <a:cubicBezTo>
                    <a:pt x="1426135" y="32208"/>
                    <a:pt x="1424200" y="34161"/>
                    <a:pt x="1422245" y="38066"/>
                  </a:cubicBezTo>
                  <a:cubicBezTo>
                    <a:pt x="1420291" y="41969"/>
                    <a:pt x="1419323" y="47826"/>
                    <a:pt x="1419323" y="55634"/>
                  </a:cubicBezTo>
                  <a:close/>
                </a:path>
              </a:pathLst>
            </a:custGeom>
            <a:solidFill>
              <a:srgbClr val="000000"/>
            </a:solidFill>
            <a:ln w="1933" cap="flat">
              <a:noFill/>
              <a:prstDash val="solid"/>
              <a:miter/>
            </a:ln>
          </p:spPr>
          <p:txBody>
            <a:bodyPr rtlCol="0" anchor="ctr"/>
            <a:lstStyle/>
            <a:p>
              <a:endParaRPr lang="zh-CN" altLang="en-US"/>
            </a:p>
          </p:txBody>
        </p:sp>
        <p:sp>
          <p:nvSpPr>
            <p:cNvPr id="66" name="任意多边形: 形状 65"/>
            <p:cNvSpPr/>
            <p:nvPr/>
          </p:nvSpPr>
          <p:spPr>
            <a:xfrm>
              <a:off x="6739912" y="791996"/>
              <a:ext cx="348342" cy="112243"/>
            </a:xfrm>
            <a:custGeom>
              <a:avLst/>
              <a:gdLst>
                <a:gd name="connsiteX0" fmla="*/ 968 w 348342"/>
                <a:gd name="connsiteY0" fmla="*/ 91748 h 112243"/>
                <a:gd name="connsiteX1" fmla="*/ 6793 w 348342"/>
                <a:gd name="connsiteY1" fmla="*/ 93698 h 112243"/>
                <a:gd name="connsiteX2" fmla="*/ 8728 w 348342"/>
                <a:gd name="connsiteY2" fmla="*/ 100532 h 112243"/>
                <a:gd name="connsiteX3" fmla="*/ 14553 w 348342"/>
                <a:gd name="connsiteY3" fmla="*/ 103460 h 112243"/>
                <a:gd name="connsiteX4" fmla="*/ 21346 w 348342"/>
                <a:gd name="connsiteY4" fmla="*/ 100532 h 112243"/>
                <a:gd name="connsiteX5" fmla="*/ 24249 w 348342"/>
                <a:gd name="connsiteY5" fmla="*/ 91748 h 112243"/>
                <a:gd name="connsiteX6" fmla="*/ 24249 w 348342"/>
                <a:gd name="connsiteY6" fmla="*/ 79058 h 112243"/>
                <a:gd name="connsiteX7" fmla="*/ 14553 w 348342"/>
                <a:gd name="connsiteY7" fmla="*/ 86867 h 112243"/>
                <a:gd name="connsiteX8" fmla="*/ 3890 w 348342"/>
                <a:gd name="connsiteY8" fmla="*/ 77106 h 112243"/>
                <a:gd name="connsiteX9" fmla="*/ 0 w 348342"/>
                <a:gd name="connsiteY9" fmla="*/ 55634 h 112243"/>
                <a:gd name="connsiteX10" fmla="*/ 1935 w 348342"/>
                <a:gd name="connsiteY10" fmla="*/ 39041 h 112243"/>
                <a:gd name="connsiteX11" fmla="*/ 6793 w 348342"/>
                <a:gd name="connsiteY11" fmla="*/ 27329 h 112243"/>
                <a:gd name="connsiteX12" fmla="*/ 14553 w 348342"/>
                <a:gd name="connsiteY12" fmla="*/ 23424 h 112243"/>
                <a:gd name="connsiteX13" fmla="*/ 25236 w 348342"/>
                <a:gd name="connsiteY13" fmla="*/ 32208 h 112243"/>
                <a:gd name="connsiteX14" fmla="*/ 25236 w 348342"/>
                <a:gd name="connsiteY14" fmla="*/ 24401 h 112243"/>
                <a:gd name="connsiteX15" fmla="*/ 30074 w 348342"/>
                <a:gd name="connsiteY15" fmla="*/ 24401 h 112243"/>
                <a:gd name="connsiteX16" fmla="*/ 30074 w 348342"/>
                <a:gd name="connsiteY16" fmla="*/ 78083 h 112243"/>
                <a:gd name="connsiteX17" fmla="*/ 28138 w 348342"/>
                <a:gd name="connsiteY17" fmla="*/ 98579 h 112243"/>
                <a:gd name="connsiteX18" fmla="*/ 23281 w 348342"/>
                <a:gd name="connsiteY18" fmla="*/ 108340 h 112243"/>
                <a:gd name="connsiteX19" fmla="*/ 14553 w 348342"/>
                <a:gd name="connsiteY19" fmla="*/ 112244 h 112243"/>
                <a:gd name="connsiteX20" fmla="*/ 4857 w 348342"/>
                <a:gd name="connsiteY20" fmla="*/ 107363 h 112243"/>
                <a:gd name="connsiteX21" fmla="*/ 968 w 348342"/>
                <a:gd name="connsiteY21" fmla="*/ 91748 h 112243"/>
                <a:gd name="connsiteX22" fmla="*/ 5825 w 348342"/>
                <a:gd name="connsiteY22" fmla="*/ 54657 h 112243"/>
                <a:gd name="connsiteX23" fmla="*/ 8728 w 348342"/>
                <a:gd name="connsiteY23" fmla="*/ 72227 h 112243"/>
                <a:gd name="connsiteX24" fmla="*/ 15521 w 348342"/>
                <a:gd name="connsiteY24" fmla="*/ 78083 h 112243"/>
                <a:gd name="connsiteX25" fmla="*/ 22313 w 348342"/>
                <a:gd name="connsiteY25" fmla="*/ 72227 h 112243"/>
                <a:gd name="connsiteX26" fmla="*/ 24249 w 348342"/>
                <a:gd name="connsiteY26" fmla="*/ 54657 h 112243"/>
                <a:gd name="connsiteX27" fmla="*/ 22313 w 348342"/>
                <a:gd name="connsiteY27" fmla="*/ 38066 h 112243"/>
                <a:gd name="connsiteX28" fmla="*/ 15521 w 348342"/>
                <a:gd name="connsiteY28" fmla="*/ 32208 h 112243"/>
                <a:gd name="connsiteX29" fmla="*/ 8728 w 348342"/>
                <a:gd name="connsiteY29" fmla="*/ 38066 h 112243"/>
                <a:gd name="connsiteX30" fmla="*/ 5825 w 348342"/>
                <a:gd name="connsiteY30" fmla="*/ 54657 h 112243"/>
                <a:gd name="connsiteX31" fmla="*/ 41724 w 348342"/>
                <a:gd name="connsiteY31" fmla="*/ 110291 h 112243"/>
                <a:gd name="connsiteX32" fmla="*/ 41724 w 348342"/>
                <a:gd name="connsiteY32" fmla="*/ 100532 h 112243"/>
                <a:gd name="connsiteX33" fmla="*/ 44627 w 348342"/>
                <a:gd name="connsiteY33" fmla="*/ 101507 h 112243"/>
                <a:gd name="connsiteX34" fmla="*/ 47549 w 348342"/>
                <a:gd name="connsiteY34" fmla="*/ 100532 h 112243"/>
                <a:gd name="connsiteX35" fmla="*/ 49484 w 348342"/>
                <a:gd name="connsiteY35" fmla="*/ 97604 h 112243"/>
                <a:gd name="connsiteX36" fmla="*/ 51419 w 348342"/>
                <a:gd name="connsiteY36" fmla="*/ 89795 h 112243"/>
                <a:gd name="connsiteX37" fmla="*/ 52406 w 348342"/>
                <a:gd name="connsiteY37" fmla="*/ 86867 h 112243"/>
                <a:gd name="connsiteX38" fmla="*/ 38821 w 348342"/>
                <a:gd name="connsiteY38" fmla="*/ 24401 h 112243"/>
                <a:gd name="connsiteX39" fmla="*/ 45613 w 348342"/>
                <a:gd name="connsiteY39" fmla="*/ 24401 h 112243"/>
                <a:gd name="connsiteX40" fmla="*/ 52406 w 348342"/>
                <a:gd name="connsiteY40" fmla="*/ 60515 h 112243"/>
                <a:gd name="connsiteX41" fmla="*/ 55309 w 348342"/>
                <a:gd name="connsiteY41" fmla="*/ 75155 h 112243"/>
                <a:gd name="connsiteX42" fmla="*/ 57244 w 348342"/>
                <a:gd name="connsiteY42" fmla="*/ 60515 h 112243"/>
                <a:gd name="connsiteX43" fmla="*/ 64037 w 348342"/>
                <a:gd name="connsiteY43" fmla="*/ 24401 h 112243"/>
                <a:gd name="connsiteX44" fmla="*/ 69862 w 348342"/>
                <a:gd name="connsiteY44" fmla="*/ 24401 h 112243"/>
                <a:gd name="connsiteX45" fmla="*/ 57244 w 348342"/>
                <a:gd name="connsiteY45" fmla="*/ 87842 h 112243"/>
                <a:gd name="connsiteX46" fmla="*/ 54341 w 348342"/>
                <a:gd name="connsiteY46" fmla="*/ 101507 h 112243"/>
                <a:gd name="connsiteX47" fmla="*/ 50452 w 348342"/>
                <a:gd name="connsiteY47" fmla="*/ 109316 h 112243"/>
                <a:gd name="connsiteX48" fmla="*/ 45613 w 348342"/>
                <a:gd name="connsiteY48" fmla="*/ 112244 h 112243"/>
                <a:gd name="connsiteX49" fmla="*/ 41724 w 348342"/>
                <a:gd name="connsiteY49" fmla="*/ 110291 h 112243"/>
                <a:gd name="connsiteX50" fmla="*/ 91208 w 348342"/>
                <a:gd name="connsiteY50" fmla="*/ 55634 h 112243"/>
                <a:gd name="connsiteX51" fmla="*/ 96065 w 348342"/>
                <a:gd name="connsiteY51" fmla="*/ 30257 h 112243"/>
                <a:gd name="connsiteX52" fmla="*/ 106728 w 348342"/>
                <a:gd name="connsiteY52" fmla="*/ 23424 h 112243"/>
                <a:gd name="connsiteX53" fmla="*/ 118379 w 348342"/>
                <a:gd name="connsiteY53" fmla="*/ 31233 h 112243"/>
                <a:gd name="connsiteX54" fmla="*/ 123236 w 348342"/>
                <a:gd name="connsiteY54" fmla="*/ 54657 h 112243"/>
                <a:gd name="connsiteX55" fmla="*/ 121281 w 348342"/>
                <a:gd name="connsiteY55" fmla="*/ 74178 h 112243"/>
                <a:gd name="connsiteX56" fmla="*/ 115476 w 348342"/>
                <a:gd name="connsiteY56" fmla="*/ 83939 h 112243"/>
                <a:gd name="connsiteX57" fmla="*/ 106728 w 348342"/>
                <a:gd name="connsiteY57" fmla="*/ 87842 h 112243"/>
                <a:gd name="connsiteX58" fmla="*/ 96065 w 348342"/>
                <a:gd name="connsiteY58" fmla="*/ 80036 h 112243"/>
                <a:gd name="connsiteX59" fmla="*/ 91208 w 348342"/>
                <a:gd name="connsiteY59" fmla="*/ 55634 h 112243"/>
                <a:gd name="connsiteX60" fmla="*/ 97033 w 348342"/>
                <a:gd name="connsiteY60" fmla="*/ 55634 h 112243"/>
                <a:gd name="connsiteX61" fmla="*/ 99936 w 348342"/>
                <a:gd name="connsiteY61" fmla="*/ 73202 h 112243"/>
                <a:gd name="connsiteX62" fmla="*/ 106728 w 348342"/>
                <a:gd name="connsiteY62" fmla="*/ 79058 h 112243"/>
                <a:gd name="connsiteX63" fmla="*/ 114489 w 348342"/>
                <a:gd name="connsiteY63" fmla="*/ 73202 h 112243"/>
                <a:gd name="connsiteX64" fmla="*/ 117411 w 348342"/>
                <a:gd name="connsiteY64" fmla="*/ 55634 h 112243"/>
                <a:gd name="connsiteX65" fmla="*/ 114489 w 348342"/>
                <a:gd name="connsiteY65" fmla="*/ 38066 h 112243"/>
                <a:gd name="connsiteX66" fmla="*/ 106728 w 348342"/>
                <a:gd name="connsiteY66" fmla="*/ 32208 h 112243"/>
                <a:gd name="connsiteX67" fmla="*/ 99936 w 348342"/>
                <a:gd name="connsiteY67" fmla="*/ 38066 h 112243"/>
                <a:gd name="connsiteX68" fmla="*/ 97033 w 348342"/>
                <a:gd name="connsiteY68" fmla="*/ 55634 h 112243"/>
                <a:gd name="connsiteX69" fmla="*/ 134867 w 348342"/>
                <a:gd name="connsiteY69" fmla="*/ 86867 h 112243"/>
                <a:gd name="connsiteX70" fmla="*/ 134867 w 348342"/>
                <a:gd name="connsiteY70" fmla="*/ 33185 h 112243"/>
                <a:gd name="connsiteX71" fmla="*/ 130029 w 348342"/>
                <a:gd name="connsiteY71" fmla="*/ 33185 h 112243"/>
                <a:gd name="connsiteX72" fmla="*/ 130029 w 348342"/>
                <a:gd name="connsiteY72" fmla="*/ 24401 h 112243"/>
                <a:gd name="connsiteX73" fmla="*/ 134867 w 348342"/>
                <a:gd name="connsiteY73" fmla="*/ 24401 h 112243"/>
                <a:gd name="connsiteX74" fmla="*/ 134867 w 348342"/>
                <a:gd name="connsiteY74" fmla="*/ 18545 h 112243"/>
                <a:gd name="connsiteX75" fmla="*/ 135834 w 348342"/>
                <a:gd name="connsiteY75" fmla="*/ 8784 h 112243"/>
                <a:gd name="connsiteX76" fmla="*/ 138756 w 348342"/>
                <a:gd name="connsiteY76" fmla="*/ 1953 h 112243"/>
                <a:gd name="connsiteX77" fmla="*/ 144582 w 348342"/>
                <a:gd name="connsiteY77" fmla="*/ 0 h 112243"/>
                <a:gd name="connsiteX78" fmla="*/ 149420 w 348342"/>
                <a:gd name="connsiteY78" fmla="*/ 975 h 112243"/>
                <a:gd name="connsiteX79" fmla="*/ 148452 w 348342"/>
                <a:gd name="connsiteY79" fmla="*/ 9759 h 112243"/>
                <a:gd name="connsiteX80" fmla="*/ 145549 w 348342"/>
                <a:gd name="connsiteY80" fmla="*/ 8784 h 112243"/>
                <a:gd name="connsiteX81" fmla="*/ 141659 w 348342"/>
                <a:gd name="connsiteY81" fmla="*/ 11712 h 112243"/>
                <a:gd name="connsiteX82" fmla="*/ 140692 w 348342"/>
                <a:gd name="connsiteY82" fmla="*/ 18545 h 112243"/>
                <a:gd name="connsiteX83" fmla="*/ 140692 w 348342"/>
                <a:gd name="connsiteY83" fmla="*/ 24401 h 112243"/>
                <a:gd name="connsiteX84" fmla="*/ 147484 w 348342"/>
                <a:gd name="connsiteY84" fmla="*/ 24401 h 112243"/>
                <a:gd name="connsiteX85" fmla="*/ 147484 w 348342"/>
                <a:gd name="connsiteY85" fmla="*/ 33185 h 112243"/>
                <a:gd name="connsiteX86" fmla="*/ 140692 w 348342"/>
                <a:gd name="connsiteY86" fmla="*/ 33185 h 112243"/>
                <a:gd name="connsiteX87" fmla="*/ 140692 w 348342"/>
                <a:gd name="connsiteY87" fmla="*/ 86867 h 112243"/>
                <a:gd name="connsiteX88" fmla="*/ 134867 w 348342"/>
                <a:gd name="connsiteY88" fmla="*/ 86867 h 112243"/>
                <a:gd name="connsiteX89" fmla="*/ 203761 w 348342"/>
                <a:gd name="connsiteY89" fmla="*/ 56610 h 112243"/>
                <a:gd name="connsiteX90" fmla="*/ 210554 w 348342"/>
                <a:gd name="connsiteY90" fmla="*/ 59538 h 112243"/>
                <a:gd name="connsiteX91" fmla="*/ 202794 w 348342"/>
                <a:gd name="connsiteY91" fmla="*/ 81011 h 112243"/>
                <a:gd name="connsiteX92" fmla="*/ 191144 w 348342"/>
                <a:gd name="connsiteY92" fmla="*/ 87842 h 112243"/>
                <a:gd name="connsiteX93" fmla="*/ 178545 w 348342"/>
                <a:gd name="connsiteY93" fmla="*/ 82964 h 112243"/>
                <a:gd name="connsiteX94" fmla="*/ 170785 w 348342"/>
                <a:gd name="connsiteY94" fmla="*/ 66371 h 112243"/>
                <a:gd name="connsiteX95" fmla="*/ 168830 w 348342"/>
                <a:gd name="connsiteY95" fmla="*/ 42945 h 112243"/>
                <a:gd name="connsiteX96" fmla="*/ 171752 w 348342"/>
                <a:gd name="connsiteY96" fmla="*/ 19521 h 112243"/>
                <a:gd name="connsiteX97" fmla="*/ 179513 w 348342"/>
                <a:gd name="connsiteY97" fmla="*/ 4881 h 112243"/>
                <a:gd name="connsiteX98" fmla="*/ 191144 w 348342"/>
                <a:gd name="connsiteY98" fmla="*/ 0 h 112243"/>
                <a:gd name="connsiteX99" fmla="*/ 202794 w 348342"/>
                <a:gd name="connsiteY99" fmla="*/ 5856 h 112243"/>
                <a:gd name="connsiteX100" fmla="*/ 209586 w 348342"/>
                <a:gd name="connsiteY100" fmla="*/ 24401 h 112243"/>
                <a:gd name="connsiteX101" fmla="*/ 202794 w 348342"/>
                <a:gd name="connsiteY101" fmla="*/ 27329 h 112243"/>
                <a:gd name="connsiteX102" fmla="*/ 198923 w 348342"/>
                <a:gd name="connsiteY102" fmla="*/ 13665 h 112243"/>
                <a:gd name="connsiteX103" fmla="*/ 191144 w 348342"/>
                <a:gd name="connsiteY103" fmla="*/ 9759 h 112243"/>
                <a:gd name="connsiteX104" fmla="*/ 181448 w 348342"/>
                <a:gd name="connsiteY104" fmla="*/ 13665 h 112243"/>
                <a:gd name="connsiteX105" fmla="*/ 176590 w 348342"/>
                <a:gd name="connsiteY105" fmla="*/ 26352 h 112243"/>
                <a:gd name="connsiteX106" fmla="*/ 174655 w 348342"/>
                <a:gd name="connsiteY106" fmla="*/ 42945 h 112243"/>
                <a:gd name="connsiteX107" fmla="*/ 176590 w 348342"/>
                <a:gd name="connsiteY107" fmla="*/ 62466 h 112243"/>
                <a:gd name="connsiteX108" fmla="*/ 182416 w 348342"/>
                <a:gd name="connsiteY108" fmla="*/ 74178 h 112243"/>
                <a:gd name="connsiteX109" fmla="*/ 190176 w 348342"/>
                <a:gd name="connsiteY109" fmla="*/ 78083 h 112243"/>
                <a:gd name="connsiteX110" fmla="*/ 198923 w 348342"/>
                <a:gd name="connsiteY110" fmla="*/ 73202 h 112243"/>
                <a:gd name="connsiteX111" fmla="*/ 203761 w 348342"/>
                <a:gd name="connsiteY111" fmla="*/ 56610 h 112243"/>
                <a:gd name="connsiteX112" fmla="*/ 220269 w 348342"/>
                <a:gd name="connsiteY112" fmla="*/ 86867 h 112243"/>
                <a:gd name="connsiteX113" fmla="*/ 220269 w 348342"/>
                <a:gd name="connsiteY113" fmla="*/ 975 h 112243"/>
                <a:gd name="connsiteX114" fmla="*/ 226074 w 348342"/>
                <a:gd name="connsiteY114" fmla="*/ 975 h 112243"/>
                <a:gd name="connsiteX115" fmla="*/ 226074 w 348342"/>
                <a:gd name="connsiteY115" fmla="*/ 32208 h 112243"/>
                <a:gd name="connsiteX116" fmla="*/ 236757 w 348342"/>
                <a:gd name="connsiteY116" fmla="*/ 23424 h 112243"/>
                <a:gd name="connsiteX117" fmla="*/ 243550 w 348342"/>
                <a:gd name="connsiteY117" fmla="*/ 26352 h 112243"/>
                <a:gd name="connsiteX118" fmla="*/ 247440 w 348342"/>
                <a:gd name="connsiteY118" fmla="*/ 33185 h 112243"/>
                <a:gd name="connsiteX119" fmla="*/ 248407 w 348342"/>
                <a:gd name="connsiteY119" fmla="*/ 47826 h 112243"/>
                <a:gd name="connsiteX120" fmla="*/ 248407 w 348342"/>
                <a:gd name="connsiteY120" fmla="*/ 86867 h 112243"/>
                <a:gd name="connsiteX121" fmla="*/ 242582 w 348342"/>
                <a:gd name="connsiteY121" fmla="*/ 86867 h 112243"/>
                <a:gd name="connsiteX122" fmla="*/ 242582 w 348342"/>
                <a:gd name="connsiteY122" fmla="*/ 47826 h 112243"/>
                <a:gd name="connsiteX123" fmla="*/ 240647 w 348342"/>
                <a:gd name="connsiteY123" fmla="*/ 36113 h 112243"/>
                <a:gd name="connsiteX124" fmla="*/ 235789 w 348342"/>
                <a:gd name="connsiteY124" fmla="*/ 32208 h 112243"/>
                <a:gd name="connsiteX125" fmla="*/ 230932 w 348342"/>
                <a:gd name="connsiteY125" fmla="*/ 35138 h 112243"/>
                <a:gd name="connsiteX126" fmla="*/ 227061 w 348342"/>
                <a:gd name="connsiteY126" fmla="*/ 40994 h 112243"/>
                <a:gd name="connsiteX127" fmla="*/ 226074 w 348342"/>
                <a:gd name="connsiteY127" fmla="*/ 52706 h 112243"/>
                <a:gd name="connsiteX128" fmla="*/ 226074 w 348342"/>
                <a:gd name="connsiteY128" fmla="*/ 86867 h 112243"/>
                <a:gd name="connsiteX129" fmla="*/ 220269 w 348342"/>
                <a:gd name="connsiteY129" fmla="*/ 86867 h 112243"/>
                <a:gd name="connsiteX130" fmla="*/ 261006 w 348342"/>
                <a:gd name="connsiteY130" fmla="*/ 13665 h 112243"/>
                <a:gd name="connsiteX131" fmla="*/ 261006 w 348342"/>
                <a:gd name="connsiteY131" fmla="*/ 975 h 112243"/>
                <a:gd name="connsiteX132" fmla="*/ 266831 w 348342"/>
                <a:gd name="connsiteY132" fmla="*/ 975 h 112243"/>
                <a:gd name="connsiteX133" fmla="*/ 266831 w 348342"/>
                <a:gd name="connsiteY133" fmla="*/ 13665 h 112243"/>
                <a:gd name="connsiteX134" fmla="*/ 261006 w 348342"/>
                <a:gd name="connsiteY134" fmla="*/ 13665 h 112243"/>
                <a:gd name="connsiteX135" fmla="*/ 261006 w 348342"/>
                <a:gd name="connsiteY135" fmla="*/ 86867 h 112243"/>
                <a:gd name="connsiteX136" fmla="*/ 261006 w 348342"/>
                <a:gd name="connsiteY136" fmla="*/ 24401 h 112243"/>
                <a:gd name="connsiteX137" fmla="*/ 266831 w 348342"/>
                <a:gd name="connsiteY137" fmla="*/ 24401 h 112243"/>
                <a:gd name="connsiteX138" fmla="*/ 266831 w 348342"/>
                <a:gd name="connsiteY138" fmla="*/ 86867 h 112243"/>
                <a:gd name="connsiteX139" fmla="*/ 261006 w 348342"/>
                <a:gd name="connsiteY139" fmla="*/ 86867 h 112243"/>
                <a:gd name="connsiteX140" fmla="*/ 278481 w 348342"/>
                <a:gd name="connsiteY140" fmla="*/ 86867 h 112243"/>
                <a:gd name="connsiteX141" fmla="*/ 278481 w 348342"/>
                <a:gd name="connsiteY141" fmla="*/ 24401 h 112243"/>
                <a:gd name="connsiteX142" fmla="*/ 284306 w 348342"/>
                <a:gd name="connsiteY142" fmla="*/ 24401 h 112243"/>
                <a:gd name="connsiteX143" fmla="*/ 284306 w 348342"/>
                <a:gd name="connsiteY143" fmla="*/ 33185 h 112243"/>
                <a:gd name="connsiteX144" fmla="*/ 294969 w 348342"/>
                <a:gd name="connsiteY144" fmla="*/ 23424 h 112243"/>
                <a:gd name="connsiteX145" fmla="*/ 300794 w 348342"/>
                <a:gd name="connsiteY145" fmla="*/ 25377 h 112243"/>
                <a:gd name="connsiteX146" fmla="*/ 304684 w 348342"/>
                <a:gd name="connsiteY146" fmla="*/ 30257 h 112243"/>
                <a:gd name="connsiteX147" fmla="*/ 306619 w 348342"/>
                <a:gd name="connsiteY147" fmla="*/ 38066 h 112243"/>
                <a:gd name="connsiteX148" fmla="*/ 306619 w 348342"/>
                <a:gd name="connsiteY148" fmla="*/ 48801 h 112243"/>
                <a:gd name="connsiteX149" fmla="*/ 306619 w 348342"/>
                <a:gd name="connsiteY149" fmla="*/ 86867 h 112243"/>
                <a:gd name="connsiteX150" fmla="*/ 300794 w 348342"/>
                <a:gd name="connsiteY150" fmla="*/ 86867 h 112243"/>
                <a:gd name="connsiteX151" fmla="*/ 300794 w 348342"/>
                <a:gd name="connsiteY151" fmla="*/ 48801 h 112243"/>
                <a:gd name="connsiteX152" fmla="*/ 299827 w 348342"/>
                <a:gd name="connsiteY152" fmla="*/ 39041 h 112243"/>
                <a:gd name="connsiteX153" fmla="*/ 297891 w 348342"/>
                <a:gd name="connsiteY153" fmla="*/ 34161 h 112243"/>
                <a:gd name="connsiteX154" fmla="*/ 294001 w 348342"/>
                <a:gd name="connsiteY154" fmla="*/ 32208 h 112243"/>
                <a:gd name="connsiteX155" fmla="*/ 287209 w 348342"/>
                <a:gd name="connsiteY155" fmla="*/ 37089 h 112243"/>
                <a:gd name="connsiteX156" fmla="*/ 284306 w 348342"/>
                <a:gd name="connsiteY156" fmla="*/ 52706 h 112243"/>
                <a:gd name="connsiteX157" fmla="*/ 284306 w 348342"/>
                <a:gd name="connsiteY157" fmla="*/ 86867 h 112243"/>
                <a:gd name="connsiteX158" fmla="*/ 278481 w 348342"/>
                <a:gd name="connsiteY158" fmla="*/ 86867 h 112243"/>
                <a:gd name="connsiteX159" fmla="*/ 341550 w 348342"/>
                <a:gd name="connsiteY159" fmla="*/ 79058 h 112243"/>
                <a:gd name="connsiteX160" fmla="*/ 334757 w 348342"/>
                <a:gd name="connsiteY160" fmla="*/ 85892 h 112243"/>
                <a:gd name="connsiteX161" fmla="*/ 328932 w 348342"/>
                <a:gd name="connsiteY161" fmla="*/ 87842 h 112243"/>
                <a:gd name="connsiteX162" fmla="*/ 320204 w 348342"/>
                <a:gd name="connsiteY162" fmla="*/ 82964 h 112243"/>
                <a:gd name="connsiteX163" fmla="*/ 317302 w 348342"/>
                <a:gd name="connsiteY163" fmla="*/ 70274 h 112243"/>
                <a:gd name="connsiteX164" fmla="*/ 318269 w 348342"/>
                <a:gd name="connsiteY164" fmla="*/ 62466 h 112243"/>
                <a:gd name="connsiteX165" fmla="*/ 321172 w 348342"/>
                <a:gd name="connsiteY165" fmla="*/ 55634 h 112243"/>
                <a:gd name="connsiteX166" fmla="*/ 325062 w 348342"/>
                <a:gd name="connsiteY166" fmla="*/ 52706 h 112243"/>
                <a:gd name="connsiteX167" fmla="*/ 329900 w 348342"/>
                <a:gd name="connsiteY167" fmla="*/ 50754 h 112243"/>
                <a:gd name="connsiteX168" fmla="*/ 340583 w 348342"/>
                <a:gd name="connsiteY168" fmla="*/ 47826 h 112243"/>
                <a:gd name="connsiteX169" fmla="*/ 340583 w 348342"/>
                <a:gd name="connsiteY169" fmla="*/ 44898 h 112243"/>
                <a:gd name="connsiteX170" fmla="*/ 338647 w 348342"/>
                <a:gd name="connsiteY170" fmla="*/ 35138 h 112243"/>
                <a:gd name="connsiteX171" fmla="*/ 332822 w 348342"/>
                <a:gd name="connsiteY171" fmla="*/ 32208 h 112243"/>
                <a:gd name="connsiteX172" fmla="*/ 326030 w 348342"/>
                <a:gd name="connsiteY172" fmla="*/ 34161 h 112243"/>
                <a:gd name="connsiteX173" fmla="*/ 324094 w 348342"/>
                <a:gd name="connsiteY173" fmla="*/ 43922 h 112243"/>
                <a:gd name="connsiteX174" fmla="*/ 318269 w 348342"/>
                <a:gd name="connsiteY174" fmla="*/ 41969 h 112243"/>
                <a:gd name="connsiteX175" fmla="*/ 320204 w 348342"/>
                <a:gd name="connsiteY175" fmla="*/ 32208 h 112243"/>
                <a:gd name="connsiteX176" fmla="*/ 326030 w 348342"/>
                <a:gd name="connsiteY176" fmla="*/ 25377 h 112243"/>
                <a:gd name="connsiteX177" fmla="*/ 333790 w 348342"/>
                <a:gd name="connsiteY177" fmla="*/ 23424 h 112243"/>
                <a:gd name="connsiteX178" fmla="*/ 340583 w 348342"/>
                <a:gd name="connsiteY178" fmla="*/ 25377 h 112243"/>
                <a:gd name="connsiteX179" fmla="*/ 344453 w 348342"/>
                <a:gd name="connsiteY179" fmla="*/ 30257 h 112243"/>
                <a:gd name="connsiteX180" fmla="*/ 346408 w 348342"/>
                <a:gd name="connsiteY180" fmla="*/ 37089 h 112243"/>
                <a:gd name="connsiteX181" fmla="*/ 346408 w 348342"/>
                <a:gd name="connsiteY181" fmla="*/ 46850 h 112243"/>
                <a:gd name="connsiteX182" fmla="*/ 346408 w 348342"/>
                <a:gd name="connsiteY182" fmla="*/ 60515 h 112243"/>
                <a:gd name="connsiteX183" fmla="*/ 346408 w 348342"/>
                <a:gd name="connsiteY183" fmla="*/ 79058 h 112243"/>
                <a:gd name="connsiteX184" fmla="*/ 348343 w 348342"/>
                <a:gd name="connsiteY184" fmla="*/ 86867 h 112243"/>
                <a:gd name="connsiteX185" fmla="*/ 342518 w 348342"/>
                <a:gd name="connsiteY185" fmla="*/ 86867 h 112243"/>
                <a:gd name="connsiteX186" fmla="*/ 341550 w 348342"/>
                <a:gd name="connsiteY186" fmla="*/ 79058 h 112243"/>
                <a:gd name="connsiteX187" fmla="*/ 340583 w 348342"/>
                <a:gd name="connsiteY187" fmla="*/ 55634 h 112243"/>
                <a:gd name="connsiteX188" fmla="*/ 330868 w 348342"/>
                <a:gd name="connsiteY188" fmla="*/ 59538 h 112243"/>
                <a:gd name="connsiteX189" fmla="*/ 326030 w 348342"/>
                <a:gd name="connsiteY189" fmla="*/ 61490 h 112243"/>
                <a:gd name="connsiteX190" fmla="*/ 324094 w 348342"/>
                <a:gd name="connsiteY190" fmla="*/ 65394 h 112243"/>
                <a:gd name="connsiteX191" fmla="*/ 323107 w 348342"/>
                <a:gd name="connsiteY191" fmla="*/ 70274 h 112243"/>
                <a:gd name="connsiteX192" fmla="*/ 325062 w 348342"/>
                <a:gd name="connsiteY192" fmla="*/ 77106 h 112243"/>
                <a:gd name="connsiteX193" fmla="*/ 329900 w 348342"/>
                <a:gd name="connsiteY193" fmla="*/ 80036 h 112243"/>
                <a:gd name="connsiteX194" fmla="*/ 335725 w 348342"/>
                <a:gd name="connsiteY194" fmla="*/ 77106 h 112243"/>
                <a:gd name="connsiteX195" fmla="*/ 339615 w 348342"/>
                <a:gd name="connsiteY195" fmla="*/ 70274 h 112243"/>
                <a:gd name="connsiteX196" fmla="*/ 340583 w 348342"/>
                <a:gd name="connsiteY196" fmla="*/ 59538 h 112243"/>
                <a:gd name="connsiteX197" fmla="*/ 340583 w 348342"/>
                <a:gd name="connsiteY197" fmla="*/ 55634 h 1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8342" h="112243">
                  <a:moveTo>
                    <a:pt x="968" y="91748"/>
                  </a:moveTo>
                  <a:cubicBezTo>
                    <a:pt x="6793" y="93698"/>
                    <a:pt x="6793" y="93698"/>
                    <a:pt x="6793" y="93698"/>
                  </a:cubicBezTo>
                  <a:cubicBezTo>
                    <a:pt x="6793" y="96626"/>
                    <a:pt x="7760" y="98579"/>
                    <a:pt x="8728" y="100532"/>
                  </a:cubicBezTo>
                  <a:cubicBezTo>
                    <a:pt x="10683" y="102484"/>
                    <a:pt x="12618" y="103460"/>
                    <a:pt x="14553" y="103460"/>
                  </a:cubicBezTo>
                  <a:cubicBezTo>
                    <a:pt x="17475" y="103460"/>
                    <a:pt x="19410" y="102484"/>
                    <a:pt x="21346" y="100532"/>
                  </a:cubicBezTo>
                  <a:cubicBezTo>
                    <a:pt x="22313" y="98579"/>
                    <a:pt x="23281" y="95651"/>
                    <a:pt x="24249" y="91748"/>
                  </a:cubicBezTo>
                  <a:cubicBezTo>
                    <a:pt x="24249" y="89795"/>
                    <a:pt x="24249" y="85892"/>
                    <a:pt x="24249" y="79058"/>
                  </a:cubicBezTo>
                  <a:cubicBezTo>
                    <a:pt x="21346" y="83939"/>
                    <a:pt x="18443" y="86867"/>
                    <a:pt x="14553" y="86867"/>
                  </a:cubicBezTo>
                  <a:cubicBezTo>
                    <a:pt x="9696" y="86867"/>
                    <a:pt x="6793" y="83939"/>
                    <a:pt x="3890" y="77106"/>
                  </a:cubicBezTo>
                  <a:cubicBezTo>
                    <a:pt x="968" y="71250"/>
                    <a:pt x="0" y="64418"/>
                    <a:pt x="0" y="55634"/>
                  </a:cubicBezTo>
                  <a:cubicBezTo>
                    <a:pt x="0" y="49778"/>
                    <a:pt x="968" y="43922"/>
                    <a:pt x="1935" y="39041"/>
                  </a:cubicBezTo>
                  <a:cubicBezTo>
                    <a:pt x="2903" y="34161"/>
                    <a:pt x="4857" y="30257"/>
                    <a:pt x="6793" y="27329"/>
                  </a:cubicBezTo>
                  <a:cubicBezTo>
                    <a:pt x="9696" y="24401"/>
                    <a:pt x="11650" y="23424"/>
                    <a:pt x="14553" y="23424"/>
                  </a:cubicBezTo>
                  <a:cubicBezTo>
                    <a:pt x="18443" y="23424"/>
                    <a:pt x="22313" y="26352"/>
                    <a:pt x="25236" y="32208"/>
                  </a:cubicBezTo>
                  <a:cubicBezTo>
                    <a:pt x="25236" y="24401"/>
                    <a:pt x="25236" y="24401"/>
                    <a:pt x="25236" y="24401"/>
                  </a:cubicBezTo>
                  <a:cubicBezTo>
                    <a:pt x="30074" y="24401"/>
                    <a:pt x="30074" y="24401"/>
                    <a:pt x="30074" y="24401"/>
                  </a:cubicBezTo>
                  <a:cubicBezTo>
                    <a:pt x="30074" y="78083"/>
                    <a:pt x="30074" y="78083"/>
                    <a:pt x="30074" y="78083"/>
                  </a:cubicBezTo>
                  <a:cubicBezTo>
                    <a:pt x="30074" y="87842"/>
                    <a:pt x="29106" y="94676"/>
                    <a:pt x="28138" y="98579"/>
                  </a:cubicBezTo>
                  <a:cubicBezTo>
                    <a:pt x="27171" y="102484"/>
                    <a:pt x="25236" y="106388"/>
                    <a:pt x="23281" y="108340"/>
                  </a:cubicBezTo>
                  <a:cubicBezTo>
                    <a:pt x="21346" y="111268"/>
                    <a:pt x="18443" y="112244"/>
                    <a:pt x="14553" y="112244"/>
                  </a:cubicBezTo>
                  <a:cubicBezTo>
                    <a:pt x="10683" y="112244"/>
                    <a:pt x="7760" y="110291"/>
                    <a:pt x="4857" y="107363"/>
                  </a:cubicBezTo>
                  <a:cubicBezTo>
                    <a:pt x="2903" y="103460"/>
                    <a:pt x="968" y="98579"/>
                    <a:pt x="968" y="91748"/>
                  </a:cubicBezTo>
                  <a:close/>
                  <a:moveTo>
                    <a:pt x="5825" y="54657"/>
                  </a:moveTo>
                  <a:cubicBezTo>
                    <a:pt x="5825" y="62466"/>
                    <a:pt x="6793" y="68322"/>
                    <a:pt x="8728" y="72227"/>
                  </a:cubicBezTo>
                  <a:cubicBezTo>
                    <a:pt x="10683" y="76130"/>
                    <a:pt x="12618" y="78083"/>
                    <a:pt x="15521" y="78083"/>
                  </a:cubicBezTo>
                  <a:cubicBezTo>
                    <a:pt x="18443" y="78083"/>
                    <a:pt x="20378" y="76130"/>
                    <a:pt x="22313" y="72227"/>
                  </a:cubicBezTo>
                  <a:cubicBezTo>
                    <a:pt x="24249" y="68322"/>
                    <a:pt x="24249" y="62466"/>
                    <a:pt x="24249" y="54657"/>
                  </a:cubicBezTo>
                  <a:cubicBezTo>
                    <a:pt x="24249" y="47826"/>
                    <a:pt x="24249" y="41969"/>
                    <a:pt x="22313" y="38066"/>
                  </a:cubicBezTo>
                  <a:cubicBezTo>
                    <a:pt x="20378" y="34161"/>
                    <a:pt x="17475" y="32208"/>
                    <a:pt x="15521" y="32208"/>
                  </a:cubicBezTo>
                  <a:cubicBezTo>
                    <a:pt x="12618" y="32208"/>
                    <a:pt x="10683" y="34161"/>
                    <a:pt x="8728" y="38066"/>
                  </a:cubicBezTo>
                  <a:cubicBezTo>
                    <a:pt x="6793" y="41969"/>
                    <a:pt x="5825" y="46850"/>
                    <a:pt x="5825" y="54657"/>
                  </a:cubicBezTo>
                  <a:close/>
                  <a:moveTo>
                    <a:pt x="41724" y="110291"/>
                  </a:moveTo>
                  <a:cubicBezTo>
                    <a:pt x="41724" y="100532"/>
                    <a:pt x="41724" y="100532"/>
                    <a:pt x="41724" y="100532"/>
                  </a:cubicBezTo>
                  <a:cubicBezTo>
                    <a:pt x="42691" y="101507"/>
                    <a:pt x="43659" y="101507"/>
                    <a:pt x="44627" y="101507"/>
                  </a:cubicBezTo>
                  <a:cubicBezTo>
                    <a:pt x="45613" y="101507"/>
                    <a:pt x="47549" y="101507"/>
                    <a:pt x="47549" y="100532"/>
                  </a:cubicBezTo>
                  <a:cubicBezTo>
                    <a:pt x="48516" y="99554"/>
                    <a:pt x="49484" y="98579"/>
                    <a:pt x="49484" y="97604"/>
                  </a:cubicBezTo>
                  <a:cubicBezTo>
                    <a:pt x="50452" y="96626"/>
                    <a:pt x="50452" y="93698"/>
                    <a:pt x="51419" y="89795"/>
                  </a:cubicBezTo>
                  <a:cubicBezTo>
                    <a:pt x="51419" y="88820"/>
                    <a:pt x="51419" y="87842"/>
                    <a:pt x="52406" y="86867"/>
                  </a:cubicBezTo>
                  <a:cubicBezTo>
                    <a:pt x="38821" y="24401"/>
                    <a:pt x="38821" y="24401"/>
                    <a:pt x="38821" y="24401"/>
                  </a:cubicBezTo>
                  <a:cubicBezTo>
                    <a:pt x="45613" y="24401"/>
                    <a:pt x="45613" y="24401"/>
                    <a:pt x="45613" y="24401"/>
                  </a:cubicBezTo>
                  <a:cubicBezTo>
                    <a:pt x="52406" y="60515"/>
                    <a:pt x="52406" y="60515"/>
                    <a:pt x="52406" y="60515"/>
                  </a:cubicBezTo>
                  <a:cubicBezTo>
                    <a:pt x="53374" y="65394"/>
                    <a:pt x="54341" y="70274"/>
                    <a:pt x="55309" y="75155"/>
                  </a:cubicBezTo>
                  <a:cubicBezTo>
                    <a:pt x="55309" y="70274"/>
                    <a:pt x="56277" y="65394"/>
                    <a:pt x="57244" y="60515"/>
                  </a:cubicBezTo>
                  <a:cubicBezTo>
                    <a:pt x="64037" y="24401"/>
                    <a:pt x="64037" y="24401"/>
                    <a:pt x="64037" y="24401"/>
                  </a:cubicBezTo>
                  <a:cubicBezTo>
                    <a:pt x="69862" y="24401"/>
                    <a:pt x="69862" y="24401"/>
                    <a:pt x="69862" y="24401"/>
                  </a:cubicBezTo>
                  <a:cubicBezTo>
                    <a:pt x="57244" y="87842"/>
                    <a:pt x="57244" y="87842"/>
                    <a:pt x="57244" y="87842"/>
                  </a:cubicBezTo>
                  <a:cubicBezTo>
                    <a:pt x="56277" y="94676"/>
                    <a:pt x="55309" y="99554"/>
                    <a:pt x="54341" y="101507"/>
                  </a:cubicBezTo>
                  <a:cubicBezTo>
                    <a:pt x="53374" y="105412"/>
                    <a:pt x="52406" y="108340"/>
                    <a:pt x="50452" y="109316"/>
                  </a:cubicBezTo>
                  <a:cubicBezTo>
                    <a:pt x="49484" y="111268"/>
                    <a:pt x="47549" y="112244"/>
                    <a:pt x="45613" y="112244"/>
                  </a:cubicBezTo>
                  <a:cubicBezTo>
                    <a:pt x="44627" y="112244"/>
                    <a:pt x="43659" y="111268"/>
                    <a:pt x="41724" y="110291"/>
                  </a:cubicBezTo>
                  <a:close/>
                  <a:moveTo>
                    <a:pt x="91208" y="55634"/>
                  </a:moveTo>
                  <a:cubicBezTo>
                    <a:pt x="91208" y="43922"/>
                    <a:pt x="93143" y="36113"/>
                    <a:pt x="96065" y="30257"/>
                  </a:cubicBezTo>
                  <a:cubicBezTo>
                    <a:pt x="98968" y="25377"/>
                    <a:pt x="102858" y="23424"/>
                    <a:pt x="106728" y="23424"/>
                  </a:cubicBezTo>
                  <a:cubicBezTo>
                    <a:pt x="111586" y="23424"/>
                    <a:pt x="115476" y="26352"/>
                    <a:pt x="118379" y="31233"/>
                  </a:cubicBezTo>
                  <a:cubicBezTo>
                    <a:pt x="121281" y="37089"/>
                    <a:pt x="123236" y="44898"/>
                    <a:pt x="123236" y="54657"/>
                  </a:cubicBezTo>
                  <a:cubicBezTo>
                    <a:pt x="123236" y="62466"/>
                    <a:pt x="122268" y="69299"/>
                    <a:pt x="121281" y="74178"/>
                  </a:cubicBezTo>
                  <a:cubicBezTo>
                    <a:pt x="119346" y="78083"/>
                    <a:pt x="117411" y="81986"/>
                    <a:pt x="115476" y="83939"/>
                  </a:cubicBezTo>
                  <a:cubicBezTo>
                    <a:pt x="112554" y="86867"/>
                    <a:pt x="109651" y="87842"/>
                    <a:pt x="106728" y="87842"/>
                  </a:cubicBezTo>
                  <a:cubicBezTo>
                    <a:pt x="102858" y="87842"/>
                    <a:pt x="98968" y="84914"/>
                    <a:pt x="96065" y="80036"/>
                  </a:cubicBezTo>
                  <a:cubicBezTo>
                    <a:pt x="92175" y="74178"/>
                    <a:pt x="91208" y="66371"/>
                    <a:pt x="91208" y="55634"/>
                  </a:cubicBezTo>
                  <a:close/>
                  <a:moveTo>
                    <a:pt x="97033" y="55634"/>
                  </a:moveTo>
                  <a:cubicBezTo>
                    <a:pt x="97033" y="63443"/>
                    <a:pt x="98000" y="69299"/>
                    <a:pt x="99936" y="73202"/>
                  </a:cubicBezTo>
                  <a:cubicBezTo>
                    <a:pt x="101890" y="77106"/>
                    <a:pt x="103826" y="79058"/>
                    <a:pt x="106728" y="79058"/>
                  </a:cubicBezTo>
                  <a:cubicBezTo>
                    <a:pt x="109651" y="79058"/>
                    <a:pt x="112554" y="77106"/>
                    <a:pt x="114489" y="73202"/>
                  </a:cubicBezTo>
                  <a:cubicBezTo>
                    <a:pt x="116443" y="69299"/>
                    <a:pt x="117411" y="63443"/>
                    <a:pt x="117411" y="55634"/>
                  </a:cubicBezTo>
                  <a:cubicBezTo>
                    <a:pt x="117411" y="47826"/>
                    <a:pt x="116443" y="41969"/>
                    <a:pt x="114489" y="38066"/>
                  </a:cubicBezTo>
                  <a:cubicBezTo>
                    <a:pt x="112554" y="34161"/>
                    <a:pt x="109651" y="32208"/>
                    <a:pt x="106728" y="32208"/>
                  </a:cubicBezTo>
                  <a:cubicBezTo>
                    <a:pt x="103826" y="32208"/>
                    <a:pt x="101890" y="34161"/>
                    <a:pt x="99936" y="38066"/>
                  </a:cubicBezTo>
                  <a:cubicBezTo>
                    <a:pt x="98000" y="41969"/>
                    <a:pt x="97033" y="47826"/>
                    <a:pt x="97033" y="55634"/>
                  </a:cubicBezTo>
                  <a:close/>
                  <a:moveTo>
                    <a:pt x="134867" y="86867"/>
                  </a:moveTo>
                  <a:cubicBezTo>
                    <a:pt x="134867" y="33185"/>
                    <a:pt x="134867" y="33185"/>
                    <a:pt x="134867" y="33185"/>
                  </a:cubicBezTo>
                  <a:cubicBezTo>
                    <a:pt x="130029" y="33185"/>
                    <a:pt x="130029" y="33185"/>
                    <a:pt x="130029" y="33185"/>
                  </a:cubicBezTo>
                  <a:cubicBezTo>
                    <a:pt x="130029" y="24401"/>
                    <a:pt x="130029" y="24401"/>
                    <a:pt x="130029" y="24401"/>
                  </a:cubicBezTo>
                  <a:cubicBezTo>
                    <a:pt x="134867" y="24401"/>
                    <a:pt x="134867" y="24401"/>
                    <a:pt x="134867" y="24401"/>
                  </a:cubicBezTo>
                  <a:cubicBezTo>
                    <a:pt x="134867" y="18545"/>
                    <a:pt x="134867" y="18545"/>
                    <a:pt x="134867" y="18545"/>
                  </a:cubicBezTo>
                  <a:cubicBezTo>
                    <a:pt x="134867" y="13665"/>
                    <a:pt x="134867" y="10737"/>
                    <a:pt x="135834" y="8784"/>
                  </a:cubicBezTo>
                  <a:cubicBezTo>
                    <a:pt x="135834" y="5856"/>
                    <a:pt x="136821" y="3903"/>
                    <a:pt x="138756" y="1953"/>
                  </a:cubicBezTo>
                  <a:cubicBezTo>
                    <a:pt x="139724" y="0"/>
                    <a:pt x="141659" y="0"/>
                    <a:pt x="144582" y="0"/>
                  </a:cubicBezTo>
                  <a:cubicBezTo>
                    <a:pt x="145549" y="0"/>
                    <a:pt x="147484" y="0"/>
                    <a:pt x="149420" y="975"/>
                  </a:cubicBezTo>
                  <a:cubicBezTo>
                    <a:pt x="148452" y="9759"/>
                    <a:pt x="148452" y="9759"/>
                    <a:pt x="148452" y="9759"/>
                  </a:cubicBezTo>
                  <a:cubicBezTo>
                    <a:pt x="147484" y="9759"/>
                    <a:pt x="146517" y="8784"/>
                    <a:pt x="145549" y="8784"/>
                  </a:cubicBezTo>
                  <a:cubicBezTo>
                    <a:pt x="143614" y="8784"/>
                    <a:pt x="142627" y="9759"/>
                    <a:pt x="141659" y="11712"/>
                  </a:cubicBezTo>
                  <a:cubicBezTo>
                    <a:pt x="140692" y="12689"/>
                    <a:pt x="140692" y="15617"/>
                    <a:pt x="140692" y="18545"/>
                  </a:cubicBezTo>
                  <a:cubicBezTo>
                    <a:pt x="140692" y="24401"/>
                    <a:pt x="140692" y="24401"/>
                    <a:pt x="140692" y="24401"/>
                  </a:cubicBezTo>
                  <a:cubicBezTo>
                    <a:pt x="147484" y="24401"/>
                    <a:pt x="147484" y="24401"/>
                    <a:pt x="147484" y="24401"/>
                  </a:cubicBezTo>
                  <a:cubicBezTo>
                    <a:pt x="147484" y="33185"/>
                    <a:pt x="147484" y="33185"/>
                    <a:pt x="147484" y="33185"/>
                  </a:cubicBezTo>
                  <a:cubicBezTo>
                    <a:pt x="140692" y="33185"/>
                    <a:pt x="140692" y="33185"/>
                    <a:pt x="140692" y="33185"/>
                  </a:cubicBezTo>
                  <a:cubicBezTo>
                    <a:pt x="140692" y="86867"/>
                    <a:pt x="140692" y="86867"/>
                    <a:pt x="140692" y="86867"/>
                  </a:cubicBezTo>
                  <a:cubicBezTo>
                    <a:pt x="134867" y="86867"/>
                    <a:pt x="134867" y="86867"/>
                    <a:pt x="134867" y="86867"/>
                  </a:cubicBezTo>
                  <a:close/>
                  <a:moveTo>
                    <a:pt x="203761" y="56610"/>
                  </a:moveTo>
                  <a:cubicBezTo>
                    <a:pt x="210554" y="59538"/>
                    <a:pt x="210554" y="59538"/>
                    <a:pt x="210554" y="59538"/>
                  </a:cubicBezTo>
                  <a:cubicBezTo>
                    <a:pt x="208619" y="69299"/>
                    <a:pt x="206684" y="76130"/>
                    <a:pt x="202794" y="81011"/>
                  </a:cubicBezTo>
                  <a:cubicBezTo>
                    <a:pt x="199891" y="85892"/>
                    <a:pt x="196001" y="87842"/>
                    <a:pt x="191144" y="87842"/>
                  </a:cubicBezTo>
                  <a:cubicBezTo>
                    <a:pt x="185338" y="87842"/>
                    <a:pt x="181448" y="85892"/>
                    <a:pt x="178545" y="82964"/>
                  </a:cubicBezTo>
                  <a:cubicBezTo>
                    <a:pt x="175623" y="79058"/>
                    <a:pt x="172720" y="73202"/>
                    <a:pt x="170785" y="66371"/>
                  </a:cubicBezTo>
                  <a:cubicBezTo>
                    <a:pt x="169798" y="59538"/>
                    <a:pt x="168830" y="51729"/>
                    <a:pt x="168830" y="42945"/>
                  </a:cubicBezTo>
                  <a:cubicBezTo>
                    <a:pt x="168830" y="34161"/>
                    <a:pt x="169798" y="26352"/>
                    <a:pt x="171752" y="19521"/>
                  </a:cubicBezTo>
                  <a:cubicBezTo>
                    <a:pt x="173688" y="13665"/>
                    <a:pt x="175623" y="7809"/>
                    <a:pt x="179513" y="4881"/>
                  </a:cubicBezTo>
                  <a:cubicBezTo>
                    <a:pt x="183383" y="975"/>
                    <a:pt x="186305" y="0"/>
                    <a:pt x="191144" y="0"/>
                  </a:cubicBezTo>
                  <a:cubicBezTo>
                    <a:pt x="196001" y="0"/>
                    <a:pt x="199891" y="1953"/>
                    <a:pt x="202794" y="5856"/>
                  </a:cubicBezTo>
                  <a:cubicBezTo>
                    <a:pt x="205716" y="10737"/>
                    <a:pt x="207651" y="16593"/>
                    <a:pt x="209586" y="24401"/>
                  </a:cubicBezTo>
                  <a:cubicBezTo>
                    <a:pt x="202794" y="27329"/>
                    <a:pt x="202794" y="27329"/>
                    <a:pt x="202794" y="27329"/>
                  </a:cubicBezTo>
                  <a:cubicBezTo>
                    <a:pt x="201826" y="20496"/>
                    <a:pt x="200858" y="16593"/>
                    <a:pt x="198923" y="13665"/>
                  </a:cubicBezTo>
                  <a:cubicBezTo>
                    <a:pt x="196001" y="10737"/>
                    <a:pt x="194066" y="9759"/>
                    <a:pt x="191144" y="9759"/>
                  </a:cubicBezTo>
                  <a:cubicBezTo>
                    <a:pt x="187273" y="9759"/>
                    <a:pt x="184351" y="10737"/>
                    <a:pt x="181448" y="13665"/>
                  </a:cubicBezTo>
                  <a:cubicBezTo>
                    <a:pt x="179513" y="17568"/>
                    <a:pt x="177558" y="21473"/>
                    <a:pt x="176590" y="26352"/>
                  </a:cubicBezTo>
                  <a:cubicBezTo>
                    <a:pt x="175623" y="32208"/>
                    <a:pt x="174655" y="37089"/>
                    <a:pt x="174655" y="42945"/>
                  </a:cubicBezTo>
                  <a:cubicBezTo>
                    <a:pt x="174655" y="50754"/>
                    <a:pt x="175623" y="56610"/>
                    <a:pt x="176590" y="62466"/>
                  </a:cubicBezTo>
                  <a:cubicBezTo>
                    <a:pt x="177558" y="67346"/>
                    <a:pt x="179513" y="72227"/>
                    <a:pt x="182416" y="74178"/>
                  </a:cubicBezTo>
                  <a:cubicBezTo>
                    <a:pt x="184351" y="77106"/>
                    <a:pt x="187273" y="78083"/>
                    <a:pt x="190176" y="78083"/>
                  </a:cubicBezTo>
                  <a:cubicBezTo>
                    <a:pt x="194066" y="78083"/>
                    <a:pt x="196969" y="77106"/>
                    <a:pt x="198923" y="73202"/>
                  </a:cubicBezTo>
                  <a:cubicBezTo>
                    <a:pt x="201826" y="69299"/>
                    <a:pt x="202794" y="63443"/>
                    <a:pt x="203761" y="56610"/>
                  </a:cubicBezTo>
                  <a:close/>
                  <a:moveTo>
                    <a:pt x="220269" y="86867"/>
                  </a:moveTo>
                  <a:cubicBezTo>
                    <a:pt x="220269" y="975"/>
                    <a:pt x="220269" y="975"/>
                    <a:pt x="220269" y="975"/>
                  </a:cubicBezTo>
                  <a:cubicBezTo>
                    <a:pt x="226074" y="975"/>
                    <a:pt x="226074" y="975"/>
                    <a:pt x="226074" y="975"/>
                  </a:cubicBezTo>
                  <a:cubicBezTo>
                    <a:pt x="226074" y="32208"/>
                    <a:pt x="226074" y="32208"/>
                    <a:pt x="226074" y="32208"/>
                  </a:cubicBezTo>
                  <a:cubicBezTo>
                    <a:pt x="228997" y="26352"/>
                    <a:pt x="232867" y="23424"/>
                    <a:pt x="236757" y="23424"/>
                  </a:cubicBezTo>
                  <a:cubicBezTo>
                    <a:pt x="238692" y="23424"/>
                    <a:pt x="241614" y="24401"/>
                    <a:pt x="243550" y="26352"/>
                  </a:cubicBezTo>
                  <a:cubicBezTo>
                    <a:pt x="245485" y="27329"/>
                    <a:pt x="246453" y="30257"/>
                    <a:pt x="247440" y="33185"/>
                  </a:cubicBezTo>
                  <a:cubicBezTo>
                    <a:pt x="248407" y="37089"/>
                    <a:pt x="248407" y="40994"/>
                    <a:pt x="248407" y="47826"/>
                  </a:cubicBezTo>
                  <a:cubicBezTo>
                    <a:pt x="248407" y="86867"/>
                    <a:pt x="248407" y="86867"/>
                    <a:pt x="248407" y="86867"/>
                  </a:cubicBezTo>
                  <a:cubicBezTo>
                    <a:pt x="242582" y="86867"/>
                    <a:pt x="242582" y="86867"/>
                    <a:pt x="242582" y="86867"/>
                  </a:cubicBezTo>
                  <a:cubicBezTo>
                    <a:pt x="242582" y="47826"/>
                    <a:pt x="242582" y="47826"/>
                    <a:pt x="242582" y="47826"/>
                  </a:cubicBezTo>
                  <a:cubicBezTo>
                    <a:pt x="242582" y="41969"/>
                    <a:pt x="241614" y="38066"/>
                    <a:pt x="240647" y="36113"/>
                  </a:cubicBezTo>
                  <a:cubicBezTo>
                    <a:pt x="239660" y="33185"/>
                    <a:pt x="237725" y="32208"/>
                    <a:pt x="235789" y="32208"/>
                  </a:cubicBezTo>
                  <a:cubicBezTo>
                    <a:pt x="233854" y="32208"/>
                    <a:pt x="231900" y="33185"/>
                    <a:pt x="230932" y="35138"/>
                  </a:cubicBezTo>
                  <a:cubicBezTo>
                    <a:pt x="228997" y="36113"/>
                    <a:pt x="228029" y="39041"/>
                    <a:pt x="227061" y="40994"/>
                  </a:cubicBezTo>
                  <a:cubicBezTo>
                    <a:pt x="227061" y="43922"/>
                    <a:pt x="226074" y="47826"/>
                    <a:pt x="226074" y="52706"/>
                  </a:cubicBezTo>
                  <a:cubicBezTo>
                    <a:pt x="226074" y="86867"/>
                    <a:pt x="226074" y="86867"/>
                    <a:pt x="226074" y="86867"/>
                  </a:cubicBezTo>
                  <a:cubicBezTo>
                    <a:pt x="220269" y="86867"/>
                    <a:pt x="220269" y="86867"/>
                    <a:pt x="220269" y="86867"/>
                  </a:cubicBezTo>
                  <a:close/>
                  <a:moveTo>
                    <a:pt x="261006" y="13665"/>
                  </a:moveTo>
                  <a:cubicBezTo>
                    <a:pt x="261006" y="975"/>
                    <a:pt x="261006" y="975"/>
                    <a:pt x="261006" y="975"/>
                  </a:cubicBezTo>
                  <a:cubicBezTo>
                    <a:pt x="266831" y="975"/>
                    <a:pt x="266831" y="975"/>
                    <a:pt x="266831" y="975"/>
                  </a:cubicBezTo>
                  <a:cubicBezTo>
                    <a:pt x="266831" y="13665"/>
                    <a:pt x="266831" y="13665"/>
                    <a:pt x="266831" y="13665"/>
                  </a:cubicBezTo>
                  <a:cubicBezTo>
                    <a:pt x="261006" y="13665"/>
                    <a:pt x="261006" y="13665"/>
                    <a:pt x="261006" y="13665"/>
                  </a:cubicBezTo>
                  <a:close/>
                  <a:moveTo>
                    <a:pt x="261006" y="86867"/>
                  </a:moveTo>
                  <a:cubicBezTo>
                    <a:pt x="261006" y="24401"/>
                    <a:pt x="261006" y="24401"/>
                    <a:pt x="261006" y="24401"/>
                  </a:cubicBezTo>
                  <a:cubicBezTo>
                    <a:pt x="266831" y="24401"/>
                    <a:pt x="266831" y="24401"/>
                    <a:pt x="266831" y="24401"/>
                  </a:cubicBezTo>
                  <a:cubicBezTo>
                    <a:pt x="266831" y="86867"/>
                    <a:pt x="266831" y="86867"/>
                    <a:pt x="266831" y="86867"/>
                  </a:cubicBezTo>
                  <a:cubicBezTo>
                    <a:pt x="261006" y="86867"/>
                    <a:pt x="261006" y="86867"/>
                    <a:pt x="261006" y="86867"/>
                  </a:cubicBezTo>
                  <a:close/>
                  <a:moveTo>
                    <a:pt x="278481" y="86867"/>
                  </a:moveTo>
                  <a:cubicBezTo>
                    <a:pt x="278481" y="24401"/>
                    <a:pt x="278481" y="24401"/>
                    <a:pt x="278481" y="24401"/>
                  </a:cubicBezTo>
                  <a:cubicBezTo>
                    <a:pt x="284306" y="24401"/>
                    <a:pt x="284306" y="24401"/>
                    <a:pt x="284306" y="24401"/>
                  </a:cubicBezTo>
                  <a:cubicBezTo>
                    <a:pt x="284306" y="33185"/>
                    <a:pt x="284306" y="33185"/>
                    <a:pt x="284306" y="33185"/>
                  </a:cubicBezTo>
                  <a:cubicBezTo>
                    <a:pt x="286241" y="26352"/>
                    <a:pt x="290131" y="23424"/>
                    <a:pt x="294969" y="23424"/>
                  </a:cubicBezTo>
                  <a:cubicBezTo>
                    <a:pt x="296924" y="23424"/>
                    <a:pt x="298859" y="24401"/>
                    <a:pt x="300794" y="25377"/>
                  </a:cubicBezTo>
                  <a:cubicBezTo>
                    <a:pt x="302729" y="26352"/>
                    <a:pt x="303716" y="28305"/>
                    <a:pt x="304684" y="30257"/>
                  </a:cubicBezTo>
                  <a:cubicBezTo>
                    <a:pt x="305651" y="33185"/>
                    <a:pt x="305651" y="35138"/>
                    <a:pt x="306619" y="38066"/>
                  </a:cubicBezTo>
                  <a:cubicBezTo>
                    <a:pt x="306619" y="40017"/>
                    <a:pt x="306619" y="43922"/>
                    <a:pt x="306619" y="48801"/>
                  </a:cubicBezTo>
                  <a:cubicBezTo>
                    <a:pt x="306619" y="86867"/>
                    <a:pt x="306619" y="86867"/>
                    <a:pt x="306619" y="86867"/>
                  </a:cubicBezTo>
                  <a:cubicBezTo>
                    <a:pt x="300794" y="86867"/>
                    <a:pt x="300794" y="86867"/>
                    <a:pt x="300794" y="86867"/>
                  </a:cubicBezTo>
                  <a:cubicBezTo>
                    <a:pt x="300794" y="48801"/>
                    <a:pt x="300794" y="48801"/>
                    <a:pt x="300794" y="48801"/>
                  </a:cubicBezTo>
                  <a:cubicBezTo>
                    <a:pt x="300794" y="44898"/>
                    <a:pt x="300794" y="41969"/>
                    <a:pt x="299827" y="39041"/>
                  </a:cubicBezTo>
                  <a:cubicBezTo>
                    <a:pt x="299827" y="37089"/>
                    <a:pt x="298859" y="35138"/>
                    <a:pt x="297891" y="34161"/>
                  </a:cubicBezTo>
                  <a:cubicBezTo>
                    <a:pt x="296924" y="33185"/>
                    <a:pt x="294969" y="32208"/>
                    <a:pt x="294001" y="32208"/>
                  </a:cubicBezTo>
                  <a:cubicBezTo>
                    <a:pt x="291099" y="32208"/>
                    <a:pt x="289163" y="34161"/>
                    <a:pt x="287209" y="37089"/>
                  </a:cubicBezTo>
                  <a:cubicBezTo>
                    <a:pt x="285274" y="39041"/>
                    <a:pt x="284306" y="44898"/>
                    <a:pt x="284306" y="52706"/>
                  </a:cubicBezTo>
                  <a:cubicBezTo>
                    <a:pt x="284306" y="86867"/>
                    <a:pt x="284306" y="86867"/>
                    <a:pt x="284306" y="86867"/>
                  </a:cubicBezTo>
                  <a:cubicBezTo>
                    <a:pt x="278481" y="86867"/>
                    <a:pt x="278481" y="86867"/>
                    <a:pt x="278481" y="86867"/>
                  </a:cubicBezTo>
                  <a:close/>
                  <a:moveTo>
                    <a:pt x="341550" y="79058"/>
                  </a:moveTo>
                  <a:cubicBezTo>
                    <a:pt x="338647" y="81986"/>
                    <a:pt x="336693" y="84914"/>
                    <a:pt x="334757" y="85892"/>
                  </a:cubicBezTo>
                  <a:cubicBezTo>
                    <a:pt x="332822" y="87842"/>
                    <a:pt x="330868" y="87842"/>
                    <a:pt x="328932" y="87842"/>
                  </a:cubicBezTo>
                  <a:cubicBezTo>
                    <a:pt x="325062" y="87842"/>
                    <a:pt x="322140" y="86867"/>
                    <a:pt x="320204" y="82964"/>
                  </a:cubicBezTo>
                  <a:cubicBezTo>
                    <a:pt x="318269" y="80036"/>
                    <a:pt x="317302" y="75155"/>
                    <a:pt x="317302" y="70274"/>
                  </a:cubicBezTo>
                  <a:cubicBezTo>
                    <a:pt x="317302" y="67346"/>
                    <a:pt x="317302" y="64418"/>
                    <a:pt x="318269" y="62466"/>
                  </a:cubicBezTo>
                  <a:cubicBezTo>
                    <a:pt x="319237" y="59538"/>
                    <a:pt x="320204" y="57587"/>
                    <a:pt x="321172" y="55634"/>
                  </a:cubicBezTo>
                  <a:cubicBezTo>
                    <a:pt x="322140" y="54657"/>
                    <a:pt x="324094" y="53682"/>
                    <a:pt x="325062" y="52706"/>
                  </a:cubicBezTo>
                  <a:cubicBezTo>
                    <a:pt x="326030" y="51729"/>
                    <a:pt x="327965" y="51729"/>
                    <a:pt x="329900" y="50754"/>
                  </a:cubicBezTo>
                  <a:cubicBezTo>
                    <a:pt x="334757" y="49778"/>
                    <a:pt x="338647" y="48801"/>
                    <a:pt x="340583" y="47826"/>
                  </a:cubicBezTo>
                  <a:cubicBezTo>
                    <a:pt x="340583" y="45873"/>
                    <a:pt x="340583" y="44898"/>
                    <a:pt x="340583" y="44898"/>
                  </a:cubicBezTo>
                  <a:cubicBezTo>
                    <a:pt x="340583" y="40017"/>
                    <a:pt x="340583" y="37089"/>
                    <a:pt x="338647" y="35138"/>
                  </a:cubicBezTo>
                  <a:cubicBezTo>
                    <a:pt x="337660" y="33185"/>
                    <a:pt x="335725" y="32208"/>
                    <a:pt x="332822" y="32208"/>
                  </a:cubicBezTo>
                  <a:cubicBezTo>
                    <a:pt x="329900" y="32208"/>
                    <a:pt x="327965" y="33185"/>
                    <a:pt x="326030" y="34161"/>
                  </a:cubicBezTo>
                  <a:cubicBezTo>
                    <a:pt x="325062" y="36113"/>
                    <a:pt x="324094" y="39041"/>
                    <a:pt x="324094" y="43922"/>
                  </a:cubicBezTo>
                  <a:cubicBezTo>
                    <a:pt x="318269" y="41969"/>
                    <a:pt x="318269" y="41969"/>
                    <a:pt x="318269" y="41969"/>
                  </a:cubicBezTo>
                  <a:cubicBezTo>
                    <a:pt x="318269" y="38066"/>
                    <a:pt x="319237" y="34161"/>
                    <a:pt x="320204" y="32208"/>
                  </a:cubicBezTo>
                  <a:cubicBezTo>
                    <a:pt x="322140" y="29280"/>
                    <a:pt x="323107" y="27329"/>
                    <a:pt x="326030" y="25377"/>
                  </a:cubicBezTo>
                  <a:cubicBezTo>
                    <a:pt x="327965" y="24401"/>
                    <a:pt x="330868" y="23424"/>
                    <a:pt x="333790" y="23424"/>
                  </a:cubicBezTo>
                  <a:cubicBezTo>
                    <a:pt x="336693" y="23424"/>
                    <a:pt x="338647" y="24401"/>
                    <a:pt x="340583" y="25377"/>
                  </a:cubicBezTo>
                  <a:cubicBezTo>
                    <a:pt x="342518" y="26352"/>
                    <a:pt x="343485" y="28305"/>
                    <a:pt x="344453" y="30257"/>
                  </a:cubicBezTo>
                  <a:cubicBezTo>
                    <a:pt x="345440" y="32208"/>
                    <a:pt x="345440" y="34161"/>
                    <a:pt x="346408" y="37089"/>
                  </a:cubicBezTo>
                  <a:cubicBezTo>
                    <a:pt x="346408" y="39041"/>
                    <a:pt x="346408" y="41969"/>
                    <a:pt x="346408" y="46850"/>
                  </a:cubicBezTo>
                  <a:cubicBezTo>
                    <a:pt x="346408" y="60515"/>
                    <a:pt x="346408" y="60515"/>
                    <a:pt x="346408" y="60515"/>
                  </a:cubicBezTo>
                  <a:cubicBezTo>
                    <a:pt x="346408" y="70274"/>
                    <a:pt x="346408" y="77106"/>
                    <a:pt x="346408" y="79058"/>
                  </a:cubicBezTo>
                  <a:cubicBezTo>
                    <a:pt x="347375" y="81986"/>
                    <a:pt x="347375" y="83939"/>
                    <a:pt x="348343" y="86867"/>
                  </a:cubicBezTo>
                  <a:cubicBezTo>
                    <a:pt x="342518" y="86867"/>
                    <a:pt x="342518" y="86867"/>
                    <a:pt x="342518" y="86867"/>
                  </a:cubicBezTo>
                  <a:cubicBezTo>
                    <a:pt x="341550" y="84914"/>
                    <a:pt x="341550" y="81986"/>
                    <a:pt x="341550" y="79058"/>
                  </a:cubicBezTo>
                  <a:close/>
                  <a:moveTo>
                    <a:pt x="340583" y="55634"/>
                  </a:moveTo>
                  <a:cubicBezTo>
                    <a:pt x="338647" y="57587"/>
                    <a:pt x="335725" y="58562"/>
                    <a:pt x="330868" y="59538"/>
                  </a:cubicBezTo>
                  <a:cubicBezTo>
                    <a:pt x="328932" y="60515"/>
                    <a:pt x="326997" y="60515"/>
                    <a:pt x="326030" y="61490"/>
                  </a:cubicBezTo>
                  <a:cubicBezTo>
                    <a:pt x="325062" y="62466"/>
                    <a:pt x="324094" y="63443"/>
                    <a:pt x="324094" y="65394"/>
                  </a:cubicBezTo>
                  <a:cubicBezTo>
                    <a:pt x="323107" y="66371"/>
                    <a:pt x="323107" y="68322"/>
                    <a:pt x="323107" y="70274"/>
                  </a:cubicBezTo>
                  <a:cubicBezTo>
                    <a:pt x="323107" y="73202"/>
                    <a:pt x="324094" y="75155"/>
                    <a:pt x="325062" y="77106"/>
                  </a:cubicBezTo>
                  <a:cubicBezTo>
                    <a:pt x="326030" y="79058"/>
                    <a:pt x="327965" y="80036"/>
                    <a:pt x="329900" y="80036"/>
                  </a:cubicBezTo>
                  <a:cubicBezTo>
                    <a:pt x="331855" y="80036"/>
                    <a:pt x="333790" y="79058"/>
                    <a:pt x="335725" y="77106"/>
                  </a:cubicBezTo>
                  <a:cubicBezTo>
                    <a:pt x="337660" y="75155"/>
                    <a:pt x="338647" y="73202"/>
                    <a:pt x="339615" y="70274"/>
                  </a:cubicBezTo>
                  <a:cubicBezTo>
                    <a:pt x="340583" y="67346"/>
                    <a:pt x="340583" y="64418"/>
                    <a:pt x="340583" y="59538"/>
                  </a:cubicBezTo>
                  <a:lnTo>
                    <a:pt x="340583" y="55634"/>
                  </a:lnTo>
                  <a:close/>
                </a:path>
              </a:pathLst>
            </a:custGeom>
            <a:solidFill>
              <a:srgbClr val="000000"/>
            </a:solidFill>
            <a:ln w="1933" cap="flat">
              <a:noFill/>
              <a:prstDash val="solid"/>
              <a:miter/>
            </a:ln>
          </p:spPr>
          <p:txBody>
            <a:bodyPr rtlCol="0" anchor="ctr"/>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页2">
    <p:spTree>
      <p:nvGrpSpPr>
        <p:cNvPr id="1" name=""/>
        <p:cNvGrpSpPr/>
        <p:nvPr/>
      </p:nvGrpSpPr>
      <p:grpSpPr>
        <a:xfrm>
          <a:off x="0" y="0"/>
          <a:ext cx="0" cy="0"/>
          <a:chOff x="0" y="0"/>
          <a:chExt cx="0" cy="0"/>
        </a:xfrm>
      </p:grpSpPr>
      <p:sp>
        <p:nvSpPr>
          <p:cNvPr id="19" name="矩形 18"/>
          <p:cNvSpPr/>
          <p:nvPr userDrawn="1"/>
        </p:nvSpPr>
        <p:spPr>
          <a:xfrm>
            <a:off x="-3954" y="-2894"/>
            <a:ext cx="1219473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userDrawn="1"/>
        </p:nvGrpSpPr>
        <p:grpSpPr>
          <a:xfrm>
            <a:off x="921082" y="2144811"/>
            <a:ext cx="2550786" cy="2568378"/>
            <a:chOff x="1963964" y="-4229827"/>
            <a:chExt cx="2760093" cy="2779129"/>
          </a:xfrm>
        </p:grpSpPr>
        <p:sp>
          <p:nvSpPr>
            <p:cNvPr id="37" name="任意多边形: 形状 36"/>
            <p:cNvSpPr/>
            <p:nvPr userDrawn="1"/>
          </p:nvSpPr>
          <p:spPr>
            <a:xfrm>
              <a:off x="1963964" y="-4229827"/>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noFill/>
            <a:ln w="9518" cap="flat">
              <a:solidFill>
                <a:schemeClr val="bg1"/>
              </a:solidFill>
              <a:prstDash val="solid"/>
              <a:miter/>
            </a:ln>
          </p:spPr>
          <p:txBody>
            <a:bodyPr rtlCol="0" anchor="ctr"/>
            <a:lstStyle/>
            <a:p>
              <a:endParaRPr lang="zh-CN" altLang="en-US"/>
            </a:p>
          </p:txBody>
        </p:sp>
        <p:sp>
          <p:nvSpPr>
            <p:cNvPr id="38" name="任意多边形: 形状 37"/>
            <p:cNvSpPr/>
            <p:nvPr userDrawn="1"/>
          </p:nvSpPr>
          <p:spPr>
            <a:xfrm>
              <a:off x="2420807" y="-3772984"/>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noFill/>
            <a:ln w="9518" cap="flat">
              <a:solidFill>
                <a:schemeClr val="bg1"/>
              </a:solidFill>
              <a:prstDash val="solid"/>
              <a:miter/>
            </a:ln>
          </p:spPr>
          <p:txBody>
            <a:bodyPr rtlCol="0" anchor="ctr"/>
            <a:lstStyle/>
            <a:p>
              <a:endParaRPr lang="zh-CN" altLang="en-US"/>
            </a:p>
          </p:txBody>
        </p:sp>
        <p:sp>
          <p:nvSpPr>
            <p:cNvPr id="39" name="任意多边形: 形状 38"/>
            <p:cNvSpPr/>
            <p:nvPr/>
          </p:nvSpPr>
          <p:spPr>
            <a:xfrm>
              <a:off x="2011552" y="-2935439"/>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40" name="任意多边形: 形状 39"/>
            <p:cNvSpPr/>
            <p:nvPr/>
          </p:nvSpPr>
          <p:spPr>
            <a:xfrm>
              <a:off x="2249491" y="-3554080"/>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41" name="任意多边形: 形状 40"/>
            <p:cNvSpPr/>
            <p:nvPr/>
          </p:nvSpPr>
          <p:spPr>
            <a:xfrm>
              <a:off x="4184474" y="-3513084"/>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42" name="任意多边形: 形状 41"/>
            <p:cNvSpPr/>
            <p:nvPr/>
          </p:nvSpPr>
          <p:spPr>
            <a:xfrm>
              <a:off x="4331641" y="-294495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43" name="任意多边形: 形状 42"/>
            <p:cNvSpPr/>
            <p:nvPr/>
          </p:nvSpPr>
          <p:spPr>
            <a:xfrm>
              <a:off x="2753922" y="-4109865"/>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44" name="任意多边形: 形状 43"/>
            <p:cNvSpPr/>
            <p:nvPr/>
          </p:nvSpPr>
          <p:spPr>
            <a:xfrm>
              <a:off x="3591468" y="-403947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45" name="任意多边形: 形状 44"/>
            <p:cNvSpPr/>
            <p:nvPr/>
          </p:nvSpPr>
          <p:spPr>
            <a:xfrm>
              <a:off x="3015655" y="-1798090"/>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46" name="任意多边形: 形状 45"/>
            <p:cNvSpPr/>
            <p:nvPr/>
          </p:nvSpPr>
          <p:spPr>
            <a:xfrm>
              <a:off x="2783448" y="-3512503"/>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47" name="任意多边形: 形状 46"/>
            <p:cNvSpPr/>
            <p:nvPr/>
          </p:nvSpPr>
          <p:spPr>
            <a:xfrm>
              <a:off x="2944273" y="-3068685"/>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48" name="任意多边形: 形状 47"/>
            <p:cNvSpPr/>
            <p:nvPr/>
          </p:nvSpPr>
          <p:spPr>
            <a:xfrm>
              <a:off x="2793671" y="-2821228"/>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49" name="任意多边形: 形状 48"/>
            <p:cNvSpPr/>
            <p:nvPr/>
          </p:nvSpPr>
          <p:spPr>
            <a:xfrm>
              <a:off x="3106072" y="-352214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50" name="任意多边形: 形状 49"/>
            <p:cNvSpPr/>
            <p:nvPr/>
          </p:nvSpPr>
          <p:spPr>
            <a:xfrm>
              <a:off x="2592123" y="-3059167"/>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51" name="任意多边形: 形状 50"/>
            <p:cNvSpPr/>
            <p:nvPr/>
          </p:nvSpPr>
          <p:spPr>
            <a:xfrm>
              <a:off x="3334493" y="-3068685"/>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52" name="任意多边形: 形状 51"/>
            <p:cNvSpPr/>
            <p:nvPr/>
          </p:nvSpPr>
          <p:spPr>
            <a:xfrm>
              <a:off x="3591468" y="-3068685"/>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53" name="任意多边形: 形状 52"/>
            <p:cNvSpPr/>
            <p:nvPr/>
          </p:nvSpPr>
          <p:spPr>
            <a:xfrm>
              <a:off x="3857959" y="-3087720"/>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
        <p:nvSpPr>
          <p:cNvPr id="34" name="任意多边形: 形状 33"/>
          <p:cNvSpPr/>
          <p:nvPr userDrawn="1"/>
        </p:nvSpPr>
        <p:spPr>
          <a:xfrm flipH="1">
            <a:off x="660398" y="-92597"/>
            <a:ext cx="3840482" cy="7037407"/>
          </a:xfrm>
          <a:custGeom>
            <a:avLst/>
            <a:gdLst>
              <a:gd name="connsiteX0" fmla="*/ 928152 w 4873944"/>
              <a:gd name="connsiteY0" fmla="*/ 0 h 6858000"/>
              <a:gd name="connsiteX1" fmla="*/ 4873944 w 4873944"/>
              <a:gd name="connsiteY1" fmla="*/ 0 h 6858000"/>
              <a:gd name="connsiteX2" fmla="*/ 4873944 w 4873944"/>
              <a:gd name="connsiteY2" fmla="*/ 6858000 h 6858000"/>
              <a:gd name="connsiteX3" fmla="*/ 928152 w 4873944"/>
              <a:gd name="connsiteY3" fmla="*/ 6858000 h 6858000"/>
              <a:gd name="connsiteX4" fmla="*/ 928152 w 4873944"/>
              <a:gd name="connsiteY4" fmla="*/ 4014955 h 6858000"/>
              <a:gd name="connsiteX5" fmla="*/ 0 w 4873944"/>
              <a:gd name="connsiteY5" fmla="*/ 3429000 h 6858000"/>
              <a:gd name="connsiteX6" fmla="*/ 928152 w 4873944"/>
              <a:gd name="connsiteY6" fmla="*/ 28430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3944" h="6858000">
                <a:moveTo>
                  <a:pt x="928152" y="0"/>
                </a:moveTo>
                <a:lnTo>
                  <a:pt x="4873944" y="0"/>
                </a:lnTo>
                <a:lnTo>
                  <a:pt x="4873944" y="6858000"/>
                </a:lnTo>
                <a:lnTo>
                  <a:pt x="928152" y="6858000"/>
                </a:lnTo>
                <a:lnTo>
                  <a:pt x="928152" y="4014955"/>
                </a:lnTo>
                <a:lnTo>
                  <a:pt x="0" y="3429000"/>
                </a:lnTo>
                <a:lnTo>
                  <a:pt x="928152" y="2843045"/>
                </a:ln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userDrawn="1"/>
        </p:nvCxnSpPr>
        <p:spPr>
          <a:xfrm>
            <a:off x="1371600" y="1828800"/>
            <a:ext cx="3547639" cy="0"/>
          </a:xfrm>
          <a:prstGeom prst="line">
            <a:avLst/>
          </a:prstGeom>
          <a:ln w="50800" cap="rnd">
            <a:gradFill>
              <a:gsLst>
                <a:gs pos="34000">
                  <a:schemeClr val="accent4">
                    <a:alpha val="0"/>
                  </a:schemeClr>
                </a:gs>
                <a:gs pos="10000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9301482" y="4987956"/>
            <a:ext cx="3383280" cy="0"/>
          </a:xfrm>
          <a:prstGeom prst="line">
            <a:avLst/>
          </a:prstGeom>
          <a:ln w="50800" cap="rnd">
            <a:gradFill>
              <a:gsLst>
                <a:gs pos="63000">
                  <a:schemeClr val="accent4">
                    <a:alpha val="0"/>
                  </a:schemeClr>
                </a:gs>
                <a:gs pos="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userDrawn="1"/>
        </p:nvCxnSpPr>
        <p:spPr>
          <a:xfrm>
            <a:off x="10090679" y="4784756"/>
            <a:ext cx="1991360" cy="0"/>
          </a:xfrm>
          <a:prstGeom prst="line">
            <a:avLst/>
          </a:prstGeom>
          <a:ln w="50800" cap="rnd">
            <a:gradFill>
              <a:gsLst>
                <a:gs pos="69000">
                  <a:schemeClr val="accent4">
                    <a:alpha val="0"/>
                  </a:schemeClr>
                </a:gs>
                <a:gs pos="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userDrawn="1"/>
        </p:nvCxnSpPr>
        <p:spPr>
          <a:xfrm>
            <a:off x="1781598" y="2011680"/>
            <a:ext cx="1991360" cy="0"/>
          </a:xfrm>
          <a:prstGeom prst="line">
            <a:avLst/>
          </a:prstGeom>
          <a:ln w="50800" cap="rnd">
            <a:gradFill>
              <a:gsLst>
                <a:gs pos="34000">
                  <a:schemeClr val="accent4">
                    <a:alpha val="0"/>
                  </a:schemeClr>
                </a:gs>
                <a:gs pos="100000">
                  <a:schemeClr val="accent4"/>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pic>
        <p:nvPicPr>
          <p:cNvPr id="28" name="图片 27" descr="图片包含 建筑, 白色, 黑色, 前&#10;&#10;描述已自动生成"/>
          <p:cNvPicPr>
            <a:picLocks noChangeAspect="1"/>
          </p:cNvPicPr>
          <p:nvPr userDrawn="1"/>
        </p:nvPicPr>
        <p:blipFill>
          <a:blip r:embed="rId2" cstate="email">
            <a:alphaModFix amt="10000"/>
            <a:extLst>
              <a:ext uri="{28A0092B-C50C-407E-A947-70E740481C1C}">
                <a14:useLocalDpi xmlns:a14="http://schemas.microsoft.com/office/drawing/2010/main" val="0"/>
              </a:ext>
            </a:extLst>
          </a:blip>
          <a:stretch>
            <a:fillRect/>
          </a:stretch>
        </p:blipFill>
        <p:spPr>
          <a:xfrm>
            <a:off x="0" y="4437132"/>
            <a:ext cx="12192000" cy="3217963"/>
          </a:xfrm>
          <a:prstGeom prst="rect">
            <a:avLst/>
          </a:prstGeom>
        </p:spPr>
      </p:pic>
      <p:sp>
        <p:nvSpPr>
          <p:cNvPr id="2" name="标题 1"/>
          <p:cNvSpPr>
            <a:spLocks noGrp="1"/>
          </p:cNvSpPr>
          <p:nvPr>
            <p:ph type="title" hasCustomPrompt="1"/>
          </p:nvPr>
        </p:nvSpPr>
        <p:spPr>
          <a:xfrm>
            <a:off x="4919238" y="2941721"/>
            <a:ext cx="6967961" cy="663575"/>
          </a:xfrm>
        </p:spPr>
        <p:txBody>
          <a:bodyPr anchor="b" anchorCtr="0">
            <a:noAutofit/>
          </a:bodyPr>
          <a:lstStyle>
            <a:lvl1pPr marL="0" marR="0" indent="0" algn="l" defTabSz="914400" rtl="0" eaLnBrk="1" fontAlgn="auto" latinLnBrk="0" hangingPunct="1">
              <a:lnSpc>
                <a:spcPct val="130000"/>
              </a:lnSpc>
              <a:spcBef>
                <a:spcPct val="0"/>
              </a:spcBef>
              <a:spcAft>
                <a:spcPts val="0"/>
              </a:spcAft>
              <a:buClrTx/>
              <a:buSzTx/>
              <a:buFontTx/>
              <a:buNone/>
              <a:defRPr lang="zh-CN" altLang="en-US" sz="4800" b="1" kern="1200" dirty="0">
                <a:solidFill>
                  <a:schemeClr val="bg1">
                    <a:lumMod val="95000"/>
                  </a:schemeClr>
                </a:solidFill>
                <a:latin typeface="+mj-ea"/>
                <a:ea typeface="+mj-ea"/>
                <a:cs typeface="+mn-cs"/>
              </a:defRPr>
            </a:lvl1pPr>
          </a:lstStyle>
          <a:p>
            <a:pPr algn="l"/>
            <a:r>
              <a:rPr lang="zh-CN" altLang="en-US" sz="4800" b="1" dirty="0">
                <a:solidFill>
                  <a:schemeClr val="bg1">
                    <a:lumMod val="95000"/>
                  </a:schemeClr>
                </a:solidFill>
                <a:latin typeface="+mj-ea"/>
                <a:ea typeface="+mj-ea"/>
              </a:rPr>
              <a:t>请在此处添加您的标题</a:t>
            </a:r>
          </a:p>
        </p:txBody>
      </p:sp>
      <p:sp>
        <p:nvSpPr>
          <p:cNvPr id="4" name="文本占位符 3"/>
          <p:cNvSpPr>
            <a:spLocks noGrp="1"/>
          </p:cNvSpPr>
          <p:nvPr>
            <p:ph type="body" sz="quarter" idx="10" hasCustomPrompt="1"/>
          </p:nvPr>
        </p:nvSpPr>
        <p:spPr>
          <a:xfrm>
            <a:off x="6610745" y="3720825"/>
            <a:ext cx="1101568" cy="316005"/>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lang="en-US" altLang="zh-CN" sz="1800" kern="1200" dirty="0" smtClean="0">
                <a:solidFill>
                  <a:schemeClr val="bg1">
                    <a:lumMod val="95000"/>
                  </a:schemeClr>
                </a:solidFill>
                <a:latin typeface="+mn-ea"/>
                <a:ea typeface="+mn-ea"/>
                <a:cs typeface="+mn-cs"/>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schemeClr val="bg1">
                    <a:lumMod val="95000"/>
                  </a:schemeClr>
                </a:solidFill>
                <a:latin typeface="+mn-ea"/>
                <a:ea typeface="+mn-ea"/>
              </a:rPr>
              <a:t>XXX</a:t>
            </a:r>
          </a:p>
        </p:txBody>
      </p:sp>
      <p:sp>
        <p:nvSpPr>
          <p:cNvPr id="57" name="文本占位符 3"/>
          <p:cNvSpPr>
            <a:spLocks noGrp="1"/>
          </p:cNvSpPr>
          <p:nvPr>
            <p:ph type="body" sz="quarter" idx="11" hasCustomPrompt="1"/>
          </p:nvPr>
        </p:nvSpPr>
        <p:spPr>
          <a:xfrm>
            <a:off x="9149668" y="3720825"/>
            <a:ext cx="1101568" cy="316005"/>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lang="en-US" altLang="zh-CN" sz="1800" kern="1200" dirty="0" smtClean="0">
                <a:solidFill>
                  <a:schemeClr val="bg1">
                    <a:lumMod val="95000"/>
                  </a:schemeClr>
                </a:solidFill>
                <a:latin typeface="+mn-ea"/>
                <a:ea typeface="+mn-ea"/>
                <a:cs typeface="+mn-cs"/>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altLang="zh-CN" dirty="0">
                <a:solidFill>
                  <a:schemeClr val="bg1">
                    <a:lumMod val="95000"/>
                  </a:schemeClr>
                </a:solidFill>
                <a:latin typeface="+mn-ea"/>
                <a:ea typeface="+mn-ea"/>
              </a:rPr>
              <a:t>XXX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grpSp>
        <p:nvGrpSpPr>
          <p:cNvPr id="5" name="组合 4"/>
          <p:cNvGrpSpPr/>
          <p:nvPr userDrawn="1"/>
        </p:nvGrpSpPr>
        <p:grpSpPr>
          <a:xfrm>
            <a:off x="110837" y="151245"/>
            <a:ext cx="12205200" cy="6550820"/>
            <a:chOff x="110837" y="151245"/>
            <a:chExt cx="12205200" cy="6550820"/>
          </a:xfrm>
          <a:solidFill>
            <a:schemeClr val="bg1">
              <a:lumMod val="50000"/>
              <a:alpha val="24000"/>
            </a:schemeClr>
          </a:solidFill>
        </p:grpSpPr>
        <p:pic>
          <p:nvPicPr>
            <p:cNvPr id="6" name="图形 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837" y="151245"/>
              <a:ext cx="825501" cy="825501"/>
            </a:xfrm>
            <a:prstGeom prst="rect">
              <a:avLst/>
            </a:prstGeom>
          </p:spPr>
        </p:pic>
        <p:pic>
          <p:nvPicPr>
            <p:cNvPr id="7" name="图形 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8310" y="151245"/>
              <a:ext cx="825501" cy="825501"/>
            </a:xfrm>
            <a:prstGeom prst="rect">
              <a:avLst/>
            </a:prstGeom>
          </p:spPr>
        </p:pic>
        <p:pic>
          <p:nvPicPr>
            <p:cNvPr id="8" name="图形 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5783" y="151245"/>
              <a:ext cx="825501" cy="825501"/>
            </a:xfrm>
            <a:prstGeom prst="rect">
              <a:avLst/>
            </a:prstGeom>
          </p:spPr>
        </p:pic>
        <p:pic>
          <p:nvPicPr>
            <p:cNvPr id="9" name="图形 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257" y="151245"/>
              <a:ext cx="825501" cy="825501"/>
            </a:xfrm>
            <a:prstGeom prst="rect">
              <a:avLst/>
            </a:prstGeom>
          </p:spPr>
        </p:pic>
        <p:pic>
          <p:nvPicPr>
            <p:cNvPr id="10" name="图形 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60730" y="151245"/>
              <a:ext cx="825501" cy="825501"/>
            </a:xfrm>
            <a:prstGeom prst="rect">
              <a:avLst/>
            </a:prstGeom>
          </p:spPr>
        </p:pic>
        <p:pic>
          <p:nvPicPr>
            <p:cNvPr id="11" name="图形 1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8203" y="151245"/>
              <a:ext cx="825501" cy="825501"/>
            </a:xfrm>
            <a:prstGeom prst="rect">
              <a:avLst/>
            </a:prstGeom>
          </p:spPr>
        </p:pic>
        <p:pic>
          <p:nvPicPr>
            <p:cNvPr id="12" name="图形 1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35676" y="151245"/>
              <a:ext cx="825501" cy="825501"/>
            </a:xfrm>
            <a:prstGeom prst="rect">
              <a:avLst/>
            </a:prstGeom>
          </p:spPr>
        </p:pic>
        <p:pic>
          <p:nvPicPr>
            <p:cNvPr id="13" name="图形 1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150" y="151245"/>
              <a:ext cx="825501" cy="825501"/>
            </a:xfrm>
            <a:prstGeom prst="rect">
              <a:avLst/>
            </a:prstGeom>
          </p:spPr>
        </p:pic>
        <p:pic>
          <p:nvPicPr>
            <p:cNvPr id="14" name="图形 1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10623" y="151245"/>
              <a:ext cx="825501" cy="825501"/>
            </a:xfrm>
            <a:prstGeom prst="rect">
              <a:avLst/>
            </a:prstGeom>
          </p:spPr>
        </p:pic>
        <p:pic>
          <p:nvPicPr>
            <p:cNvPr id="15" name="图形 1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096" y="151245"/>
              <a:ext cx="825501" cy="825501"/>
            </a:xfrm>
            <a:prstGeom prst="rect">
              <a:avLst/>
            </a:prstGeom>
          </p:spPr>
        </p:pic>
        <p:pic>
          <p:nvPicPr>
            <p:cNvPr id="16" name="图形 1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7637" y="151245"/>
              <a:ext cx="825501" cy="825501"/>
            </a:xfrm>
            <a:prstGeom prst="rect">
              <a:avLst/>
            </a:prstGeom>
          </p:spPr>
        </p:pic>
        <p:pic>
          <p:nvPicPr>
            <p:cNvPr id="17" name="图形 1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837" y="1155770"/>
              <a:ext cx="825501" cy="825501"/>
            </a:xfrm>
            <a:prstGeom prst="rect">
              <a:avLst/>
            </a:prstGeom>
          </p:spPr>
        </p:pic>
        <p:pic>
          <p:nvPicPr>
            <p:cNvPr id="18" name="图形 1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98310" y="1155770"/>
              <a:ext cx="825501" cy="825501"/>
            </a:xfrm>
            <a:prstGeom prst="rect">
              <a:avLst/>
            </a:prstGeom>
          </p:spPr>
        </p:pic>
        <p:pic>
          <p:nvPicPr>
            <p:cNvPr id="19" name="图形 1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85783" y="1155770"/>
              <a:ext cx="825501" cy="825501"/>
            </a:xfrm>
            <a:prstGeom prst="rect">
              <a:avLst/>
            </a:prstGeom>
          </p:spPr>
        </p:pic>
        <p:pic>
          <p:nvPicPr>
            <p:cNvPr id="20" name="图形 1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73257" y="1155770"/>
              <a:ext cx="825501" cy="825501"/>
            </a:xfrm>
            <a:prstGeom prst="rect">
              <a:avLst/>
            </a:prstGeom>
          </p:spPr>
        </p:pic>
        <p:pic>
          <p:nvPicPr>
            <p:cNvPr id="21" name="图形 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60730" y="1155770"/>
              <a:ext cx="825501" cy="825501"/>
            </a:xfrm>
            <a:prstGeom prst="rect">
              <a:avLst/>
            </a:prstGeom>
          </p:spPr>
        </p:pic>
        <p:pic>
          <p:nvPicPr>
            <p:cNvPr id="22" name="图形 2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48203" y="1155770"/>
              <a:ext cx="891541" cy="825501"/>
            </a:xfrm>
            <a:prstGeom prst="rect">
              <a:avLst/>
            </a:prstGeom>
          </p:spPr>
        </p:pic>
        <p:pic>
          <p:nvPicPr>
            <p:cNvPr id="23" name="图形 2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35676" y="1155770"/>
              <a:ext cx="825501" cy="825501"/>
            </a:xfrm>
            <a:prstGeom prst="rect">
              <a:avLst/>
            </a:prstGeom>
          </p:spPr>
        </p:pic>
        <p:pic>
          <p:nvPicPr>
            <p:cNvPr id="24" name="图形 2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23150" y="1155770"/>
              <a:ext cx="825501" cy="825501"/>
            </a:xfrm>
            <a:prstGeom prst="rect">
              <a:avLst/>
            </a:prstGeom>
          </p:spPr>
        </p:pic>
        <p:pic>
          <p:nvPicPr>
            <p:cNvPr id="25" name="图形 2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10623" y="1155770"/>
              <a:ext cx="825501" cy="825501"/>
            </a:xfrm>
            <a:prstGeom prst="rect">
              <a:avLst/>
            </a:prstGeom>
          </p:spPr>
        </p:pic>
        <p:pic>
          <p:nvPicPr>
            <p:cNvPr id="26" name="图形 2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79821" y="1068603"/>
              <a:ext cx="999835" cy="999835"/>
            </a:xfrm>
            <a:prstGeom prst="rect">
              <a:avLst/>
            </a:prstGeom>
          </p:spPr>
        </p:pic>
        <p:pic>
          <p:nvPicPr>
            <p:cNvPr id="27" name="图形 2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979076" y="900039"/>
              <a:ext cx="1336961" cy="1336961"/>
            </a:xfrm>
            <a:prstGeom prst="rect">
              <a:avLst/>
            </a:prstGeom>
          </p:spPr>
        </p:pic>
        <p:pic>
          <p:nvPicPr>
            <p:cNvPr id="28" name="图形 2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0837" y="2318396"/>
              <a:ext cx="999835" cy="999835"/>
            </a:xfrm>
            <a:prstGeom prst="rect">
              <a:avLst/>
            </a:prstGeom>
          </p:spPr>
        </p:pic>
        <p:pic>
          <p:nvPicPr>
            <p:cNvPr id="29" name="图形 2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98310" y="2318396"/>
              <a:ext cx="999835" cy="999835"/>
            </a:xfrm>
            <a:prstGeom prst="rect">
              <a:avLst/>
            </a:prstGeom>
          </p:spPr>
        </p:pic>
        <p:pic>
          <p:nvPicPr>
            <p:cNvPr id="30" name="图形 2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285783" y="2318396"/>
              <a:ext cx="999835" cy="999835"/>
            </a:xfrm>
            <a:prstGeom prst="rect">
              <a:avLst/>
            </a:prstGeom>
          </p:spPr>
        </p:pic>
        <p:pic>
          <p:nvPicPr>
            <p:cNvPr id="31" name="图形 3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373257" y="2318396"/>
              <a:ext cx="999835" cy="999835"/>
            </a:xfrm>
            <a:prstGeom prst="rect">
              <a:avLst/>
            </a:prstGeom>
          </p:spPr>
        </p:pic>
        <p:pic>
          <p:nvPicPr>
            <p:cNvPr id="32" name="图形 3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60730" y="2318396"/>
              <a:ext cx="999835" cy="999835"/>
            </a:xfrm>
            <a:prstGeom prst="rect">
              <a:avLst/>
            </a:prstGeom>
          </p:spPr>
        </p:pic>
        <p:pic>
          <p:nvPicPr>
            <p:cNvPr id="33" name="图形 3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48203" y="2318396"/>
              <a:ext cx="999835" cy="999835"/>
            </a:xfrm>
            <a:prstGeom prst="rect">
              <a:avLst/>
            </a:prstGeom>
          </p:spPr>
        </p:pic>
        <p:pic>
          <p:nvPicPr>
            <p:cNvPr id="34" name="图形 3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35676" y="2318396"/>
              <a:ext cx="999835" cy="999835"/>
            </a:xfrm>
            <a:prstGeom prst="rect">
              <a:avLst/>
            </a:prstGeom>
          </p:spPr>
        </p:pic>
        <p:pic>
          <p:nvPicPr>
            <p:cNvPr id="35" name="图形 3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723150" y="2318396"/>
              <a:ext cx="999835" cy="999835"/>
            </a:xfrm>
            <a:prstGeom prst="rect">
              <a:avLst/>
            </a:prstGeom>
          </p:spPr>
        </p:pic>
        <p:pic>
          <p:nvPicPr>
            <p:cNvPr id="36" name="图形 3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810623" y="2318396"/>
              <a:ext cx="999835" cy="999835"/>
            </a:xfrm>
            <a:prstGeom prst="rect">
              <a:avLst/>
            </a:prstGeom>
          </p:spPr>
        </p:pic>
        <p:pic>
          <p:nvPicPr>
            <p:cNvPr id="37" name="图形 3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98096" y="2318396"/>
              <a:ext cx="999835" cy="999835"/>
            </a:xfrm>
            <a:prstGeom prst="rect">
              <a:avLst/>
            </a:prstGeom>
          </p:spPr>
        </p:pic>
        <p:pic>
          <p:nvPicPr>
            <p:cNvPr id="38" name="图形 3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837" y="3497255"/>
              <a:ext cx="825501" cy="825501"/>
            </a:xfrm>
            <a:prstGeom prst="rect">
              <a:avLst/>
            </a:prstGeom>
          </p:spPr>
        </p:pic>
        <p:pic>
          <p:nvPicPr>
            <p:cNvPr id="39" name="图形 3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98310" y="3497255"/>
              <a:ext cx="825501" cy="825501"/>
            </a:xfrm>
            <a:prstGeom prst="rect">
              <a:avLst/>
            </a:prstGeom>
          </p:spPr>
        </p:pic>
        <p:pic>
          <p:nvPicPr>
            <p:cNvPr id="40" name="图形 3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5783" y="3497255"/>
              <a:ext cx="825501" cy="825501"/>
            </a:xfrm>
            <a:prstGeom prst="rect">
              <a:avLst/>
            </a:prstGeom>
          </p:spPr>
        </p:pic>
        <p:pic>
          <p:nvPicPr>
            <p:cNvPr id="41" name="图形 4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73257" y="3497255"/>
              <a:ext cx="825501" cy="825501"/>
            </a:xfrm>
            <a:prstGeom prst="rect">
              <a:avLst/>
            </a:prstGeom>
          </p:spPr>
        </p:pic>
        <p:pic>
          <p:nvPicPr>
            <p:cNvPr id="42" name="图形 4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60730" y="3497255"/>
              <a:ext cx="825501" cy="825501"/>
            </a:xfrm>
            <a:prstGeom prst="rect">
              <a:avLst/>
            </a:prstGeom>
          </p:spPr>
        </p:pic>
        <p:pic>
          <p:nvPicPr>
            <p:cNvPr id="43" name="图形 4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48203" y="3497255"/>
              <a:ext cx="825501" cy="825501"/>
            </a:xfrm>
            <a:prstGeom prst="rect">
              <a:avLst/>
            </a:prstGeom>
          </p:spPr>
        </p:pic>
        <p:pic>
          <p:nvPicPr>
            <p:cNvPr id="44" name="图形 4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35676" y="3497255"/>
              <a:ext cx="825501" cy="825501"/>
            </a:xfrm>
            <a:prstGeom prst="rect">
              <a:avLst/>
            </a:prstGeom>
          </p:spPr>
        </p:pic>
        <p:pic>
          <p:nvPicPr>
            <p:cNvPr id="45" name="图形 4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723150" y="3497255"/>
              <a:ext cx="825501" cy="825501"/>
            </a:xfrm>
            <a:prstGeom prst="rect">
              <a:avLst/>
            </a:prstGeom>
          </p:spPr>
        </p:pic>
        <p:pic>
          <p:nvPicPr>
            <p:cNvPr id="46" name="图形 4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10623" y="3497255"/>
              <a:ext cx="825501" cy="825501"/>
            </a:xfrm>
            <a:prstGeom prst="rect">
              <a:avLst/>
            </a:prstGeom>
          </p:spPr>
        </p:pic>
        <p:pic>
          <p:nvPicPr>
            <p:cNvPr id="47" name="图形 4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096" y="3497255"/>
              <a:ext cx="825501" cy="825501"/>
            </a:xfrm>
            <a:prstGeom prst="rect">
              <a:avLst/>
            </a:prstGeom>
          </p:spPr>
        </p:pic>
        <p:pic>
          <p:nvPicPr>
            <p:cNvPr id="48" name="图形 4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7638" y="3497255"/>
              <a:ext cx="825501" cy="825501"/>
            </a:xfrm>
            <a:prstGeom prst="rect">
              <a:avLst/>
            </a:prstGeom>
          </p:spPr>
        </p:pic>
        <p:pic>
          <p:nvPicPr>
            <p:cNvPr id="49" name="图形 4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0837" y="4610538"/>
              <a:ext cx="825501" cy="825501"/>
            </a:xfrm>
            <a:prstGeom prst="rect">
              <a:avLst/>
            </a:prstGeom>
          </p:spPr>
        </p:pic>
        <p:pic>
          <p:nvPicPr>
            <p:cNvPr id="50" name="图形 4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98310" y="4610538"/>
              <a:ext cx="825501" cy="825501"/>
            </a:xfrm>
            <a:prstGeom prst="rect">
              <a:avLst/>
            </a:prstGeom>
          </p:spPr>
        </p:pic>
        <p:pic>
          <p:nvPicPr>
            <p:cNvPr id="51" name="图形 5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85783" y="4610538"/>
              <a:ext cx="825501" cy="825501"/>
            </a:xfrm>
            <a:prstGeom prst="rect">
              <a:avLst/>
            </a:prstGeom>
          </p:spPr>
        </p:pic>
        <p:pic>
          <p:nvPicPr>
            <p:cNvPr id="52" name="图形 5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73257" y="4610538"/>
              <a:ext cx="825501" cy="825501"/>
            </a:xfrm>
            <a:prstGeom prst="rect">
              <a:avLst/>
            </a:prstGeom>
          </p:spPr>
        </p:pic>
        <p:pic>
          <p:nvPicPr>
            <p:cNvPr id="53" name="图形 5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60730" y="4610538"/>
              <a:ext cx="825501" cy="825501"/>
            </a:xfrm>
            <a:prstGeom prst="rect">
              <a:avLst/>
            </a:prstGeom>
          </p:spPr>
        </p:pic>
        <p:pic>
          <p:nvPicPr>
            <p:cNvPr id="54" name="图形 5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548203" y="4610538"/>
              <a:ext cx="891541" cy="825501"/>
            </a:xfrm>
            <a:prstGeom prst="rect">
              <a:avLst/>
            </a:prstGeom>
          </p:spPr>
        </p:pic>
        <p:pic>
          <p:nvPicPr>
            <p:cNvPr id="55" name="图形 5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35676" y="4610538"/>
              <a:ext cx="825501" cy="825501"/>
            </a:xfrm>
            <a:prstGeom prst="rect">
              <a:avLst/>
            </a:prstGeom>
          </p:spPr>
        </p:pic>
        <p:pic>
          <p:nvPicPr>
            <p:cNvPr id="56" name="图形 5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23150" y="4610538"/>
              <a:ext cx="825501" cy="825501"/>
            </a:xfrm>
            <a:prstGeom prst="rect">
              <a:avLst/>
            </a:prstGeom>
          </p:spPr>
        </p:pic>
        <p:pic>
          <p:nvPicPr>
            <p:cNvPr id="57" name="图形 5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810623" y="4610538"/>
              <a:ext cx="825501" cy="825501"/>
            </a:xfrm>
            <a:prstGeom prst="rect">
              <a:avLst/>
            </a:prstGeom>
          </p:spPr>
        </p:pic>
        <p:pic>
          <p:nvPicPr>
            <p:cNvPr id="58" name="图形 5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879821" y="4523371"/>
              <a:ext cx="999835" cy="999835"/>
            </a:xfrm>
            <a:prstGeom prst="rect">
              <a:avLst/>
            </a:prstGeom>
          </p:spPr>
        </p:pic>
        <p:pic>
          <p:nvPicPr>
            <p:cNvPr id="59" name="图形 5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979076" y="4354807"/>
              <a:ext cx="1336961" cy="1336961"/>
            </a:xfrm>
            <a:prstGeom prst="rect">
              <a:avLst/>
            </a:prstGeom>
          </p:spPr>
        </p:pic>
        <p:pic>
          <p:nvPicPr>
            <p:cNvPr id="60" name="图形 5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10837" y="5702230"/>
              <a:ext cx="999835" cy="999835"/>
            </a:xfrm>
            <a:prstGeom prst="rect">
              <a:avLst/>
            </a:prstGeom>
          </p:spPr>
        </p:pic>
        <p:pic>
          <p:nvPicPr>
            <p:cNvPr id="61" name="图形 6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98310" y="5702230"/>
              <a:ext cx="999835" cy="999835"/>
            </a:xfrm>
            <a:prstGeom prst="rect">
              <a:avLst/>
            </a:prstGeom>
          </p:spPr>
        </p:pic>
        <p:pic>
          <p:nvPicPr>
            <p:cNvPr id="62" name="图形 6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285783" y="5702230"/>
              <a:ext cx="999835" cy="999835"/>
            </a:xfrm>
            <a:prstGeom prst="rect">
              <a:avLst/>
            </a:prstGeom>
          </p:spPr>
        </p:pic>
        <p:pic>
          <p:nvPicPr>
            <p:cNvPr id="63" name="图形 6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373257" y="5702230"/>
              <a:ext cx="999835" cy="999835"/>
            </a:xfrm>
            <a:prstGeom prst="rect">
              <a:avLst/>
            </a:prstGeom>
          </p:spPr>
        </p:pic>
        <p:pic>
          <p:nvPicPr>
            <p:cNvPr id="64" name="图形 6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4460730" y="5702230"/>
              <a:ext cx="999835" cy="999835"/>
            </a:xfrm>
            <a:prstGeom prst="rect">
              <a:avLst/>
            </a:prstGeom>
          </p:spPr>
        </p:pic>
        <p:pic>
          <p:nvPicPr>
            <p:cNvPr id="65" name="图形 6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5548203" y="5702230"/>
              <a:ext cx="999835" cy="999835"/>
            </a:xfrm>
            <a:prstGeom prst="rect">
              <a:avLst/>
            </a:prstGeom>
          </p:spPr>
        </p:pic>
        <p:pic>
          <p:nvPicPr>
            <p:cNvPr id="66" name="图形 6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35676" y="5702230"/>
              <a:ext cx="999835" cy="999835"/>
            </a:xfrm>
            <a:prstGeom prst="rect">
              <a:avLst/>
            </a:prstGeom>
          </p:spPr>
        </p:pic>
        <p:pic>
          <p:nvPicPr>
            <p:cNvPr id="67" name="图形 6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7723150" y="5702230"/>
              <a:ext cx="999835" cy="999835"/>
            </a:xfrm>
            <a:prstGeom prst="rect">
              <a:avLst/>
            </a:prstGeom>
          </p:spPr>
        </p:pic>
        <p:pic>
          <p:nvPicPr>
            <p:cNvPr id="68" name="图形 6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810623" y="5702230"/>
              <a:ext cx="999835" cy="999835"/>
            </a:xfrm>
            <a:prstGeom prst="rect">
              <a:avLst/>
            </a:prstGeom>
          </p:spPr>
        </p:pic>
        <p:pic>
          <p:nvPicPr>
            <p:cNvPr id="69" name="图形 6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98096" y="5702230"/>
              <a:ext cx="999835" cy="999835"/>
            </a:xfrm>
            <a:prstGeom prst="rect">
              <a:avLst/>
            </a:prstGeom>
          </p:spPr>
        </p:pic>
        <p:pic>
          <p:nvPicPr>
            <p:cNvPr id="70" name="图形 6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1147638" y="2318395"/>
              <a:ext cx="999835" cy="999835"/>
            </a:xfrm>
            <a:prstGeom prst="rect">
              <a:avLst/>
            </a:prstGeom>
          </p:spPr>
        </p:pic>
        <p:pic>
          <p:nvPicPr>
            <p:cNvPr id="71" name="图形 7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13754" y="5723819"/>
              <a:ext cx="978246" cy="978246"/>
            </a:xfrm>
            <a:prstGeom prst="rect">
              <a:avLst/>
            </a:prstGeom>
          </p:spPr>
        </p:pic>
      </p:grpSp>
      <p:sp>
        <p:nvSpPr>
          <p:cNvPr id="72" name="矩形 71"/>
          <p:cNvSpPr/>
          <p:nvPr userDrawn="1"/>
        </p:nvSpPr>
        <p:spPr>
          <a:xfrm>
            <a:off x="16597" y="-24958"/>
            <a:ext cx="12158808" cy="6907913"/>
          </a:xfrm>
          <a:prstGeom prst="rect">
            <a:avLst/>
          </a:prstGeom>
          <a:solidFill>
            <a:schemeClr val="bg1">
              <a:lumMod val="9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userDrawn="1"/>
        </p:nvSpPr>
        <p:spPr>
          <a:xfrm>
            <a:off x="0" y="-14006"/>
            <a:ext cx="12192000" cy="2517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7" name="图片 106" descr="一些文字和图案&#10;&#10;描述已自动生成"/>
          <p:cNvPicPr>
            <a:picLocks noChangeAspect="1"/>
          </p:cNvPicPr>
          <p:nvPr userDrawn="1"/>
        </p:nvPicPr>
        <p:blipFill rotWithShape="1">
          <a:blip r:embed="rId34" cstate="email">
            <a:alphaModFix amt="32000"/>
            <a:duotone>
              <a:schemeClr val="accent5">
                <a:shade val="45000"/>
                <a:satMod val="135000"/>
              </a:schemeClr>
              <a:prstClr val="white"/>
            </a:duotone>
            <a:extLst>
              <a:ext uri="{BEBA8EAE-BF5A-486C-A8C5-ECC9F3942E4B}">
                <a14:imgProps xmlns:a14="http://schemas.microsoft.com/office/drawing/2010/main">
                  <a14:imgLayer r:embed="rId35">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a:off x="2621722" y="-163447"/>
            <a:ext cx="3683969" cy="2599594"/>
          </a:xfrm>
          <a:prstGeom prst="rect">
            <a:avLst/>
          </a:prstGeom>
        </p:spPr>
      </p:pic>
      <p:pic>
        <p:nvPicPr>
          <p:cNvPr id="108" name="图片 107" descr="一些文字和图案&#10;&#10;描述已自动生成"/>
          <p:cNvPicPr>
            <a:picLocks noChangeAspect="1"/>
          </p:cNvPicPr>
          <p:nvPr userDrawn="1"/>
        </p:nvPicPr>
        <p:blipFill rotWithShape="1">
          <a:blip r:embed="rId36" cstate="email">
            <a:alphaModFix amt="32000"/>
            <a:duotone>
              <a:schemeClr val="accent5">
                <a:shade val="45000"/>
                <a:satMod val="135000"/>
              </a:schemeClr>
              <a:prstClr val="white"/>
            </a:duotone>
            <a:extLst>
              <a:ext uri="{BEBA8EAE-BF5A-486C-A8C5-ECC9F3942E4B}">
                <a14:imgProps xmlns:a14="http://schemas.microsoft.com/office/drawing/2010/main">
                  <a14:imgLayer r:embed="rId37">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flipH="1">
            <a:off x="5937956" y="-243695"/>
            <a:ext cx="4077320" cy="2764530"/>
          </a:xfrm>
          <a:prstGeom prst="rect">
            <a:avLst/>
          </a:prstGeom>
        </p:spPr>
      </p:pic>
      <p:pic>
        <p:nvPicPr>
          <p:cNvPr id="109" name="图片 108" descr="一些文字和图案&#10;&#10;描述已自动生成"/>
          <p:cNvPicPr>
            <a:picLocks noChangeAspect="1"/>
          </p:cNvPicPr>
          <p:nvPr userDrawn="1"/>
        </p:nvPicPr>
        <p:blipFill rotWithShape="1">
          <a:blip r:embed="rId38" cstate="email">
            <a:alphaModFix amt="32000"/>
            <a:duotone>
              <a:schemeClr val="accent5">
                <a:shade val="45000"/>
                <a:satMod val="135000"/>
              </a:schemeClr>
              <a:prstClr val="white"/>
            </a:duotone>
            <a:extLst>
              <a:ext uri="{BEBA8EAE-BF5A-486C-A8C5-ECC9F3942E4B}">
                <a14:imgProps xmlns:a14="http://schemas.microsoft.com/office/drawing/2010/main">
                  <a14:imgLayer r:embed="rId39">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rot="16200000" flipH="1">
            <a:off x="5367470" y="-354"/>
            <a:ext cx="1458856" cy="527564"/>
          </a:xfrm>
          <a:prstGeom prst="rect">
            <a:avLst/>
          </a:prstGeom>
        </p:spPr>
      </p:pic>
      <p:pic>
        <p:nvPicPr>
          <p:cNvPr id="110" name="图片 109" descr="图片包含 游戏机, 物体, 画&#10;&#10;描述已自动生成"/>
          <p:cNvPicPr>
            <a:picLocks noChangeAspect="1"/>
          </p:cNvPicPr>
          <p:nvPr userDrawn="1"/>
        </p:nvPicPr>
        <p:blipFill>
          <a:blip r:embed="rId40" cstate="email">
            <a:alphaModFix amt="32000"/>
            <a:duotone>
              <a:schemeClr val="accent5">
                <a:shade val="45000"/>
                <a:satMod val="135000"/>
              </a:schemeClr>
              <a:prstClr val="white"/>
            </a:duotone>
            <a:extLst>
              <a:ext uri="{BEBA8EAE-BF5A-486C-A8C5-ECC9F3942E4B}">
                <a14:imgProps xmlns:a14="http://schemas.microsoft.com/office/drawing/2010/main">
                  <a14:imgLayer r:embed="rId41">
                    <a14:imgEffect>
                      <a14:artisticBlur radius="70"/>
                    </a14:imgEffect>
                  </a14:imgLayer>
                </a14:imgProps>
              </a:ext>
              <a:ext uri="{28A0092B-C50C-407E-A947-70E740481C1C}">
                <a14:useLocalDpi xmlns:a14="http://schemas.microsoft.com/office/drawing/2010/main" val="0"/>
              </a:ext>
            </a:extLst>
          </a:blip>
          <a:stretch>
            <a:fillRect/>
          </a:stretch>
        </p:blipFill>
        <p:spPr>
          <a:xfrm>
            <a:off x="5811812" y="740506"/>
            <a:ext cx="604780" cy="604780"/>
          </a:xfrm>
          <a:prstGeom prst="rect">
            <a:avLst/>
          </a:prstGeom>
        </p:spPr>
      </p:pic>
      <p:pic>
        <p:nvPicPr>
          <p:cNvPr id="111" name="图片 110" descr="一些文字和图案&#10;&#10;描述已自动生成"/>
          <p:cNvPicPr>
            <a:picLocks noChangeAspect="1"/>
          </p:cNvPicPr>
          <p:nvPr userDrawn="1"/>
        </p:nvPicPr>
        <p:blipFill rotWithShape="1">
          <a:blip r:embed="rId42" cstate="email">
            <a:alphaModFix amt="32000"/>
            <a:duotone>
              <a:schemeClr val="accent5">
                <a:shade val="45000"/>
                <a:satMod val="135000"/>
              </a:schemeClr>
              <a:prstClr val="white"/>
            </a:duotone>
            <a:extLst>
              <a:ext uri="{BEBA8EAE-BF5A-486C-A8C5-ECC9F3942E4B}">
                <a14:imgProps xmlns:a14="http://schemas.microsoft.com/office/drawing/2010/main">
                  <a14:imgLayer r:embed="rId43">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a:off x="-1030734" y="-315541"/>
            <a:ext cx="5283588" cy="2817305"/>
          </a:xfrm>
          <a:prstGeom prst="rect">
            <a:avLst/>
          </a:prstGeom>
        </p:spPr>
      </p:pic>
      <p:pic>
        <p:nvPicPr>
          <p:cNvPr id="112" name="图片 111" descr="一些文字和图案&#10;&#10;描述已自动生成"/>
          <p:cNvPicPr>
            <a:picLocks noChangeAspect="1"/>
          </p:cNvPicPr>
          <p:nvPr userDrawn="1"/>
        </p:nvPicPr>
        <p:blipFill rotWithShape="1">
          <a:blip r:embed="rId44" cstate="email">
            <a:alphaModFix amt="32000"/>
            <a:duotone>
              <a:schemeClr val="accent5">
                <a:shade val="45000"/>
                <a:satMod val="135000"/>
              </a:schemeClr>
              <a:prstClr val="white"/>
            </a:duotone>
            <a:extLst>
              <a:ext uri="{BEBA8EAE-BF5A-486C-A8C5-ECC9F3942E4B}">
                <a14:imgProps xmlns:a14="http://schemas.microsoft.com/office/drawing/2010/main">
                  <a14:imgLayer r:embed="rId45">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flipH="1">
            <a:off x="8305305" y="-220338"/>
            <a:ext cx="5283588" cy="2805206"/>
          </a:xfrm>
          <a:prstGeom prst="rect">
            <a:avLst/>
          </a:prstGeom>
        </p:spPr>
      </p:pic>
      <p:pic>
        <p:nvPicPr>
          <p:cNvPr id="113" name="图片 112" descr="一些文字和图案&#10;&#10;描述已自动生成"/>
          <p:cNvPicPr>
            <a:picLocks noChangeAspect="1"/>
          </p:cNvPicPr>
          <p:nvPr userDrawn="1"/>
        </p:nvPicPr>
        <p:blipFill rotWithShape="1">
          <a:blip r:embed="rId46" cstate="email">
            <a:alphaModFix amt="32000"/>
            <a:duotone>
              <a:schemeClr val="accent5">
                <a:shade val="45000"/>
                <a:satMod val="135000"/>
              </a:schemeClr>
              <a:prstClr val="white"/>
            </a:duotone>
            <a:extLst>
              <a:ext uri="{28A0092B-C50C-407E-A947-70E740481C1C}">
                <a14:useLocalDpi xmlns:a14="http://schemas.microsoft.com/office/drawing/2010/main" val="0"/>
              </a:ext>
            </a:extLst>
          </a:blip>
          <a:srcRect b="50997"/>
          <a:stretch>
            <a:fillRect/>
          </a:stretch>
        </p:blipFill>
        <p:spPr>
          <a:xfrm rot="5400000" flipH="1" flipV="1">
            <a:off x="5356607" y="1476129"/>
            <a:ext cx="1458856" cy="752453"/>
          </a:xfrm>
          <a:prstGeom prst="rect">
            <a:avLst/>
          </a:prstGeom>
        </p:spPr>
      </p:pic>
      <p:sp>
        <p:nvSpPr>
          <p:cNvPr id="78" name="文本框 77"/>
          <p:cNvSpPr txBox="1"/>
          <p:nvPr userDrawn="1"/>
        </p:nvSpPr>
        <p:spPr>
          <a:xfrm>
            <a:off x="4436456" y="315576"/>
            <a:ext cx="3854148" cy="1446550"/>
          </a:xfrm>
          <a:prstGeom prst="rect">
            <a:avLst/>
          </a:prstGeom>
          <a:noFill/>
        </p:spPr>
        <p:txBody>
          <a:bodyPr wrap="square" rtlCol="0">
            <a:spAutoFit/>
          </a:bodyPr>
          <a:lstStyle/>
          <a:p>
            <a:pPr algn="ctr"/>
            <a:r>
              <a:rPr lang="zh-CN" altLang="en-US" sz="8800" spc="4000" baseline="0" dirty="0">
                <a:solidFill>
                  <a:schemeClr val="bg1">
                    <a:lumMod val="95000"/>
                  </a:schemeClr>
                </a:solidFill>
                <a:latin typeface="思源宋体 CN Medium" panose="02020500000000000000" pitchFamily="18" charset="-122"/>
                <a:ea typeface="思源宋体 CN Medium" panose="02020500000000000000" pitchFamily="18" charset="-122"/>
              </a:rPr>
              <a:t>目录</a:t>
            </a:r>
          </a:p>
        </p:txBody>
      </p:sp>
      <p:cxnSp>
        <p:nvCxnSpPr>
          <p:cNvPr id="3" name="直接连接符 2"/>
          <p:cNvCxnSpPr/>
          <p:nvPr userDrawn="1"/>
        </p:nvCxnSpPr>
        <p:spPr>
          <a:xfrm>
            <a:off x="2285783" y="992856"/>
            <a:ext cx="2150673" cy="0"/>
          </a:xfrm>
          <a:prstGeom prst="line">
            <a:avLst/>
          </a:prstGeom>
          <a:ln w="25400" cap="rnd">
            <a:gradFill>
              <a:gsLst>
                <a:gs pos="0">
                  <a:schemeClr val="bg1">
                    <a:lumMod val="95000"/>
                    <a:alpha val="0"/>
                  </a:schemeClr>
                </a:gs>
                <a:gs pos="100000">
                  <a:schemeClr val="bg1">
                    <a:lumMod val="95000"/>
                  </a:schemeClr>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userDrawn="1"/>
        </p:nvCxnSpPr>
        <p:spPr>
          <a:xfrm>
            <a:off x="7864603" y="992856"/>
            <a:ext cx="2150673" cy="0"/>
          </a:xfrm>
          <a:prstGeom prst="line">
            <a:avLst/>
          </a:prstGeom>
          <a:ln w="25400" cap="rnd">
            <a:gradFill>
              <a:gsLst>
                <a:gs pos="100000">
                  <a:schemeClr val="bg1">
                    <a:lumMod val="95000"/>
                    <a:alpha val="0"/>
                  </a:schemeClr>
                </a:gs>
                <a:gs pos="0">
                  <a:schemeClr val="bg1">
                    <a:lumMod val="95000"/>
                  </a:schemeClr>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grpSp>
        <p:nvGrpSpPr>
          <p:cNvPr id="106" name="组合 105"/>
          <p:cNvGrpSpPr/>
          <p:nvPr userDrawn="1"/>
        </p:nvGrpSpPr>
        <p:grpSpPr>
          <a:xfrm>
            <a:off x="5304154" y="1579302"/>
            <a:ext cx="1583692" cy="1594614"/>
            <a:chOff x="-7079" y="3360415"/>
            <a:chExt cx="2760093" cy="2779129"/>
          </a:xfrm>
        </p:grpSpPr>
        <p:sp>
          <p:nvSpPr>
            <p:cNvPr id="75" name="任意多边形: 形状 74"/>
            <p:cNvSpPr/>
            <p:nvPr/>
          </p:nvSpPr>
          <p:spPr>
            <a:xfrm>
              <a:off x="-7079" y="3360415"/>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solidFill>
              <a:schemeClr val="accent1"/>
            </a:solidFill>
            <a:ln w="9518" cap="flat">
              <a:noFill/>
              <a:prstDash val="solid"/>
              <a:miter/>
            </a:ln>
          </p:spPr>
          <p:txBody>
            <a:bodyPr rtlCol="0" anchor="ctr"/>
            <a:lstStyle/>
            <a:p>
              <a:endParaRPr lang="zh-CN" altLang="en-US"/>
            </a:p>
          </p:txBody>
        </p:sp>
        <p:sp>
          <p:nvSpPr>
            <p:cNvPr id="76" name="任意多边形: 形状 75"/>
            <p:cNvSpPr/>
            <p:nvPr/>
          </p:nvSpPr>
          <p:spPr>
            <a:xfrm>
              <a:off x="449763" y="3817258"/>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solidFill>
              <a:srgbClr val="FFFFFF"/>
            </a:solidFill>
            <a:ln w="9518" cap="flat">
              <a:noFill/>
              <a:prstDash val="solid"/>
              <a:miter/>
            </a:ln>
          </p:spPr>
          <p:txBody>
            <a:bodyPr rtlCol="0" anchor="ctr"/>
            <a:lstStyle/>
            <a:p>
              <a:endParaRPr lang="zh-CN" altLang="en-US"/>
            </a:p>
          </p:txBody>
        </p:sp>
        <p:sp>
          <p:nvSpPr>
            <p:cNvPr id="79" name="任意多边形: 形状 78"/>
            <p:cNvSpPr/>
            <p:nvPr/>
          </p:nvSpPr>
          <p:spPr>
            <a:xfrm>
              <a:off x="40508" y="4654803"/>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80" name="任意多边形: 形状 79"/>
            <p:cNvSpPr/>
            <p:nvPr/>
          </p:nvSpPr>
          <p:spPr>
            <a:xfrm>
              <a:off x="278447" y="4036162"/>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81" name="任意多边形: 形状 80"/>
            <p:cNvSpPr/>
            <p:nvPr/>
          </p:nvSpPr>
          <p:spPr>
            <a:xfrm>
              <a:off x="2213430" y="4077158"/>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82" name="任意多边形: 形状 81"/>
            <p:cNvSpPr/>
            <p:nvPr/>
          </p:nvSpPr>
          <p:spPr>
            <a:xfrm>
              <a:off x="2360597" y="464528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87" name="任意多边形: 形状 86"/>
            <p:cNvSpPr/>
            <p:nvPr/>
          </p:nvSpPr>
          <p:spPr>
            <a:xfrm>
              <a:off x="782878" y="3480377"/>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88" name="任意多边形: 形状 87"/>
            <p:cNvSpPr/>
            <p:nvPr/>
          </p:nvSpPr>
          <p:spPr>
            <a:xfrm>
              <a:off x="1620424" y="355076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89" name="任意多边形: 形状 88"/>
            <p:cNvSpPr/>
            <p:nvPr/>
          </p:nvSpPr>
          <p:spPr>
            <a:xfrm>
              <a:off x="1044611" y="5792152"/>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90" name="任意多边形: 形状 89"/>
            <p:cNvSpPr/>
            <p:nvPr/>
          </p:nvSpPr>
          <p:spPr>
            <a:xfrm>
              <a:off x="812404" y="4077739"/>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91" name="任意多边形: 形状 90"/>
            <p:cNvSpPr/>
            <p:nvPr/>
          </p:nvSpPr>
          <p:spPr>
            <a:xfrm>
              <a:off x="973229" y="4521557"/>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92" name="任意多边形: 形状 91"/>
            <p:cNvSpPr/>
            <p:nvPr/>
          </p:nvSpPr>
          <p:spPr>
            <a:xfrm>
              <a:off x="822627" y="4769014"/>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93" name="任意多边形: 形状 92"/>
            <p:cNvSpPr/>
            <p:nvPr/>
          </p:nvSpPr>
          <p:spPr>
            <a:xfrm>
              <a:off x="1135028" y="406810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94" name="任意多边形: 形状 93"/>
            <p:cNvSpPr/>
            <p:nvPr/>
          </p:nvSpPr>
          <p:spPr>
            <a:xfrm>
              <a:off x="621079" y="4531075"/>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95" name="任意多边形: 形状 94"/>
            <p:cNvSpPr/>
            <p:nvPr/>
          </p:nvSpPr>
          <p:spPr>
            <a:xfrm>
              <a:off x="1363449" y="4521557"/>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96" name="任意多边形: 形状 95"/>
            <p:cNvSpPr/>
            <p:nvPr/>
          </p:nvSpPr>
          <p:spPr>
            <a:xfrm>
              <a:off x="1620424" y="4521557"/>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97" name="任意多边形: 形状 96"/>
            <p:cNvSpPr/>
            <p:nvPr/>
          </p:nvSpPr>
          <p:spPr>
            <a:xfrm>
              <a:off x="1886915" y="4502522"/>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241" name="矩形 240"/>
          <p:cNvSpPr/>
          <p:nvPr userDrawn="1"/>
        </p:nvSpPr>
        <p:spPr>
          <a:xfrm>
            <a:off x="16597" y="-24958"/>
            <a:ext cx="12158808" cy="6907913"/>
          </a:xfrm>
          <a:prstGeom prst="rect">
            <a:avLst/>
          </a:prstGeom>
          <a:solidFill>
            <a:schemeClr val="bg1">
              <a:lumMod val="95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矩形 257"/>
          <p:cNvSpPr/>
          <p:nvPr userDrawn="1"/>
        </p:nvSpPr>
        <p:spPr>
          <a:xfrm>
            <a:off x="16595" y="-14006"/>
            <a:ext cx="12158808" cy="6907913"/>
          </a:xfrm>
          <a:prstGeom prst="rect">
            <a:avLst/>
          </a:prstGeom>
          <a:solidFill>
            <a:schemeClr val="bg1">
              <a:lumMod val="95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241"/>
          <p:cNvSpPr/>
          <p:nvPr userDrawn="1"/>
        </p:nvSpPr>
        <p:spPr>
          <a:xfrm>
            <a:off x="-16598" y="2486958"/>
            <a:ext cx="12208597" cy="4395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userDrawn="1"/>
        </p:nvGrpSpPr>
        <p:grpSpPr>
          <a:xfrm>
            <a:off x="102619" y="2527707"/>
            <a:ext cx="12205200" cy="4383670"/>
            <a:chOff x="13002193" y="-5229592"/>
            <a:chExt cx="12205200" cy="4383670"/>
          </a:xfrm>
        </p:grpSpPr>
        <p:pic>
          <p:nvPicPr>
            <p:cNvPr id="197" name="图形 19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02193" y="-5229591"/>
              <a:ext cx="999835" cy="999835"/>
            </a:xfrm>
            <a:prstGeom prst="rect">
              <a:avLst/>
            </a:prstGeom>
          </p:spPr>
        </p:pic>
        <p:pic>
          <p:nvPicPr>
            <p:cNvPr id="198" name="图形 19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89666" y="-5229591"/>
              <a:ext cx="999835" cy="999835"/>
            </a:xfrm>
            <a:prstGeom prst="rect">
              <a:avLst/>
            </a:prstGeom>
          </p:spPr>
        </p:pic>
        <p:pic>
          <p:nvPicPr>
            <p:cNvPr id="199" name="图形 19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177139" y="-5229591"/>
              <a:ext cx="999835" cy="999835"/>
            </a:xfrm>
            <a:prstGeom prst="rect">
              <a:avLst/>
            </a:prstGeom>
          </p:spPr>
        </p:pic>
        <p:pic>
          <p:nvPicPr>
            <p:cNvPr id="200" name="图形 19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64613" y="-5229591"/>
              <a:ext cx="999835" cy="999835"/>
            </a:xfrm>
            <a:prstGeom prst="rect">
              <a:avLst/>
            </a:prstGeom>
          </p:spPr>
        </p:pic>
        <p:pic>
          <p:nvPicPr>
            <p:cNvPr id="201" name="图形 20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52086" y="-5229591"/>
              <a:ext cx="999835" cy="999835"/>
            </a:xfrm>
            <a:prstGeom prst="rect">
              <a:avLst/>
            </a:prstGeom>
          </p:spPr>
        </p:pic>
        <p:pic>
          <p:nvPicPr>
            <p:cNvPr id="202" name="图形 20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39559" y="-5229591"/>
              <a:ext cx="999835" cy="999835"/>
            </a:xfrm>
            <a:prstGeom prst="rect">
              <a:avLst/>
            </a:prstGeom>
          </p:spPr>
        </p:pic>
        <p:pic>
          <p:nvPicPr>
            <p:cNvPr id="203" name="图形 20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27032" y="-5229591"/>
              <a:ext cx="999835" cy="999835"/>
            </a:xfrm>
            <a:prstGeom prst="rect">
              <a:avLst/>
            </a:prstGeom>
          </p:spPr>
        </p:pic>
        <p:pic>
          <p:nvPicPr>
            <p:cNvPr id="204" name="图形 20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14506" y="-5229591"/>
              <a:ext cx="999835" cy="999835"/>
            </a:xfrm>
            <a:prstGeom prst="rect">
              <a:avLst/>
            </a:prstGeom>
          </p:spPr>
        </p:pic>
        <p:pic>
          <p:nvPicPr>
            <p:cNvPr id="205" name="图形 20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701979" y="-5229591"/>
              <a:ext cx="999835" cy="999835"/>
            </a:xfrm>
            <a:prstGeom prst="rect">
              <a:avLst/>
            </a:prstGeom>
          </p:spPr>
        </p:pic>
        <p:pic>
          <p:nvPicPr>
            <p:cNvPr id="206" name="图形 20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89452" y="-5229591"/>
              <a:ext cx="999835" cy="999835"/>
            </a:xfrm>
            <a:prstGeom prst="rect">
              <a:avLst/>
            </a:prstGeom>
          </p:spPr>
        </p:pic>
        <p:pic>
          <p:nvPicPr>
            <p:cNvPr id="207" name="图形 20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3002193" y="-4050732"/>
              <a:ext cx="825501" cy="825501"/>
            </a:xfrm>
            <a:prstGeom prst="rect">
              <a:avLst/>
            </a:prstGeom>
          </p:spPr>
        </p:pic>
        <p:pic>
          <p:nvPicPr>
            <p:cNvPr id="208" name="图形 20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089666" y="-4050732"/>
              <a:ext cx="825501" cy="825501"/>
            </a:xfrm>
            <a:prstGeom prst="rect">
              <a:avLst/>
            </a:prstGeom>
          </p:spPr>
        </p:pic>
        <p:pic>
          <p:nvPicPr>
            <p:cNvPr id="209" name="图形 20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177139" y="-4050732"/>
              <a:ext cx="825501" cy="825501"/>
            </a:xfrm>
            <a:prstGeom prst="rect">
              <a:avLst/>
            </a:prstGeom>
          </p:spPr>
        </p:pic>
        <p:pic>
          <p:nvPicPr>
            <p:cNvPr id="210" name="图形 20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264613" y="-4050732"/>
              <a:ext cx="825501" cy="825501"/>
            </a:xfrm>
            <a:prstGeom prst="rect">
              <a:avLst/>
            </a:prstGeom>
          </p:spPr>
        </p:pic>
        <p:pic>
          <p:nvPicPr>
            <p:cNvPr id="211" name="图形 21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352086" y="-4050732"/>
              <a:ext cx="825501" cy="825501"/>
            </a:xfrm>
            <a:prstGeom prst="rect">
              <a:avLst/>
            </a:prstGeom>
          </p:spPr>
        </p:pic>
        <p:pic>
          <p:nvPicPr>
            <p:cNvPr id="212" name="图形 21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439559" y="-4050732"/>
              <a:ext cx="825501" cy="825501"/>
            </a:xfrm>
            <a:prstGeom prst="rect">
              <a:avLst/>
            </a:prstGeom>
          </p:spPr>
        </p:pic>
        <p:pic>
          <p:nvPicPr>
            <p:cNvPr id="213" name="图形 21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9527032" y="-4050732"/>
              <a:ext cx="825501" cy="825501"/>
            </a:xfrm>
            <a:prstGeom prst="rect">
              <a:avLst/>
            </a:prstGeom>
          </p:spPr>
        </p:pic>
        <p:pic>
          <p:nvPicPr>
            <p:cNvPr id="214" name="图形 21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0614506" y="-4050732"/>
              <a:ext cx="825501" cy="825501"/>
            </a:xfrm>
            <a:prstGeom prst="rect">
              <a:avLst/>
            </a:prstGeom>
          </p:spPr>
        </p:pic>
        <p:pic>
          <p:nvPicPr>
            <p:cNvPr id="215" name="图形 21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1701979" y="-4050732"/>
              <a:ext cx="825501" cy="825501"/>
            </a:xfrm>
            <a:prstGeom prst="rect">
              <a:avLst/>
            </a:prstGeom>
          </p:spPr>
        </p:pic>
        <p:pic>
          <p:nvPicPr>
            <p:cNvPr id="216" name="图形 21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789452" y="-4050732"/>
              <a:ext cx="825501" cy="825501"/>
            </a:xfrm>
            <a:prstGeom prst="rect">
              <a:avLst/>
            </a:prstGeom>
          </p:spPr>
        </p:pic>
        <p:pic>
          <p:nvPicPr>
            <p:cNvPr id="217" name="图形 21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4038994" y="-4050732"/>
              <a:ext cx="825501" cy="825501"/>
            </a:xfrm>
            <a:prstGeom prst="rect">
              <a:avLst/>
            </a:prstGeom>
          </p:spPr>
        </p:pic>
        <p:pic>
          <p:nvPicPr>
            <p:cNvPr id="218" name="图形 21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3002193" y="-2937449"/>
              <a:ext cx="825501" cy="825501"/>
            </a:xfrm>
            <a:prstGeom prst="rect">
              <a:avLst/>
            </a:prstGeom>
          </p:spPr>
        </p:pic>
        <p:pic>
          <p:nvPicPr>
            <p:cNvPr id="219" name="图形 21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4089666" y="-2937449"/>
              <a:ext cx="825501" cy="825501"/>
            </a:xfrm>
            <a:prstGeom prst="rect">
              <a:avLst/>
            </a:prstGeom>
          </p:spPr>
        </p:pic>
        <p:pic>
          <p:nvPicPr>
            <p:cNvPr id="220" name="图形 21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5177139" y="-2937449"/>
              <a:ext cx="825501" cy="825501"/>
            </a:xfrm>
            <a:prstGeom prst="rect">
              <a:avLst/>
            </a:prstGeom>
          </p:spPr>
        </p:pic>
        <p:pic>
          <p:nvPicPr>
            <p:cNvPr id="221" name="图形 2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6264613" y="-2937449"/>
              <a:ext cx="825501" cy="825501"/>
            </a:xfrm>
            <a:prstGeom prst="rect">
              <a:avLst/>
            </a:prstGeom>
          </p:spPr>
        </p:pic>
        <p:pic>
          <p:nvPicPr>
            <p:cNvPr id="222" name="图形 22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7352086" y="-2937449"/>
              <a:ext cx="825501" cy="825501"/>
            </a:xfrm>
            <a:prstGeom prst="rect">
              <a:avLst/>
            </a:prstGeom>
          </p:spPr>
        </p:pic>
        <p:pic>
          <p:nvPicPr>
            <p:cNvPr id="223" name="图形 22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8439559" y="-2937449"/>
              <a:ext cx="891541" cy="825501"/>
            </a:xfrm>
            <a:prstGeom prst="rect">
              <a:avLst/>
            </a:prstGeom>
          </p:spPr>
        </p:pic>
        <p:pic>
          <p:nvPicPr>
            <p:cNvPr id="224" name="图形 22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9527032" y="-2937449"/>
              <a:ext cx="825501" cy="825501"/>
            </a:xfrm>
            <a:prstGeom prst="rect">
              <a:avLst/>
            </a:prstGeom>
          </p:spPr>
        </p:pic>
        <p:pic>
          <p:nvPicPr>
            <p:cNvPr id="225" name="图形 22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0614506" y="-2937449"/>
              <a:ext cx="825501" cy="825501"/>
            </a:xfrm>
            <a:prstGeom prst="rect">
              <a:avLst/>
            </a:prstGeom>
          </p:spPr>
        </p:pic>
        <p:pic>
          <p:nvPicPr>
            <p:cNvPr id="226" name="图形 22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1701979" y="-2937449"/>
              <a:ext cx="825501" cy="825501"/>
            </a:xfrm>
            <a:prstGeom prst="rect">
              <a:avLst/>
            </a:prstGeom>
          </p:spPr>
        </p:pic>
        <p:pic>
          <p:nvPicPr>
            <p:cNvPr id="227" name="图形 22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22771177" y="-3024616"/>
              <a:ext cx="999835" cy="999835"/>
            </a:xfrm>
            <a:prstGeom prst="rect">
              <a:avLst/>
            </a:prstGeom>
          </p:spPr>
        </p:pic>
        <p:pic>
          <p:nvPicPr>
            <p:cNvPr id="228" name="图形 22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23870432" y="-3193180"/>
              <a:ext cx="1336961" cy="1336961"/>
            </a:xfrm>
            <a:prstGeom prst="rect">
              <a:avLst/>
            </a:prstGeom>
          </p:spPr>
        </p:pic>
        <p:pic>
          <p:nvPicPr>
            <p:cNvPr id="229" name="图形 22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02193" y="-1845757"/>
              <a:ext cx="999835" cy="999835"/>
            </a:xfrm>
            <a:prstGeom prst="rect">
              <a:avLst/>
            </a:prstGeom>
          </p:spPr>
        </p:pic>
        <p:pic>
          <p:nvPicPr>
            <p:cNvPr id="230" name="图形 22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089666" y="-1845757"/>
              <a:ext cx="999835" cy="999835"/>
            </a:xfrm>
            <a:prstGeom prst="rect">
              <a:avLst/>
            </a:prstGeom>
          </p:spPr>
        </p:pic>
        <p:pic>
          <p:nvPicPr>
            <p:cNvPr id="231" name="图形 23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177139" y="-1845757"/>
              <a:ext cx="999835" cy="999835"/>
            </a:xfrm>
            <a:prstGeom prst="rect">
              <a:avLst/>
            </a:prstGeom>
          </p:spPr>
        </p:pic>
        <p:pic>
          <p:nvPicPr>
            <p:cNvPr id="232" name="图形 231"/>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64613" y="-1845757"/>
              <a:ext cx="999835" cy="999835"/>
            </a:xfrm>
            <a:prstGeom prst="rect">
              <a:avLst/>
            </a:prstGeom>
          </p:spPr>
        </p:pic>
        <p:pic>
          <p:nvPicPr>
            <p:cNvPr id="233" name="图形 232"/>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352086" y="-1845757"/>
              <a:ext cx="999835" cy="999835"/>
            </a:xfrm>
            <a:prstGeom prst="rect">
              <a:avLst/>
            </a:prstGeom>
          </p:spPr>
        </p:pic>
        <p:pic>
          <p:nvPicPr>
            <p:cNvPr id="234" name="图形 233"/>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439559" y="-1845757"/>
              <a:ext cx="999835" cy="999835"/>
            </a:xfrm>
            <a:prstGeom prst="rect">
              <a:avLst/>
            </a:prstGeom>
          </p:spPr>
        </p:pic>
        <p:pic>
          <p:nvPicPr>
            <p:cNvPr id="235" name="图形 234"/>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27032" y="-1845757"/>
              <a:ext cx="999835" cy="999835"/>
            </a:xfrm>
            <a:prstGeom prst="rect">
              <a:avLst/>
            </a:prstGeom>
          </p:spPr>
        </p:pic>
        <p:pic>
          <p:nvPicPr>
            <p:cNvPr id="236" name="图形 235"/>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614506" y="-1845757"/>
              <a:ext cx="999835" cy="999835"/>
            </a:xfrm>
            <a:prstGeom prst="rect">
              <a:avLst/>
            </a:prstGeom>
          </p:spPr>
        </p:pic>
        <p:pic>
          <p:nvPicPr>
            <p:cNvPr id="237" name="图形 236"/>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701979" y="-1845757"/>
              <a:ext cx="999835" cy="999835"/>
            </a:xfrm>
            <a:prstGeom prst="rect">
              <a:avLst/>
            </a:prstGeom>
          </p:spPr>
        </p:pic>
        <p:pic>
          <p:nvPicPr>
            <p:cNvPr id="238" name="图形 237"/>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89452" y="-1845757"/>
              <a:ext cx="999835" cy="999835"/>
            </a:xfrm>
            <a:prstGeom prst="rect">
              <a:avLst/>
            </a:prstGeom>
          </p:spPr>
        </p:pic>
        <p:pic>
          <p:nvPicPr>
            <p:cNvPr id="239" name="图形 238"/>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038994" y="-5229592"/>
              <a:ext cx="999835" cy="999835"/>
            </a:xfrm>
            <a:prstGeom prst="rect">
              <a:avLst/>
            </a:prstGeom>
          </p:spPr>
        </p:pic>
        <p:pic>
          <p:nvPicPr>
            <p:cNvPr id="240" name="图形 239"/>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105110" y="-1824168"/>
              <a:ext cx="978246" cy="978246"/>
            </a:xfrm>
            <a:prstGeom prst="rect">
              <a:avLst/>
            </a:prstGeom>
          </p:spPr>
        </p:pic>
      </p:grpSp>
      <p:sp>
        <p:nvSpPr>
          <p:cNvPr id="167" name="矩形 166"/>
          <p:cNvSpPr/>
          <p:nvPr userDrawn="1"/>
        </p:nvSpPr>
        <p:spPr>
          <a:xfrm>
            <a:off x="-13761" y="2467399"/>
            <a:ext cx="12208597" cy="4395997"/>
          </a:xfrm>
          <a:prstGeom prst="rect">
            <a:avLst/>
          </a:prstGeom>
          <a:solidFill>
            <a:schemeClr val="accent1">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9" name="图片 78" descr="一些文字和图案&#10;&#10;描述已自动生成"/>
          <p:cNvPicPr>
            <a:picLocks noChangeAspect="1"/>
          </p:cNvPicPr>
          <p:nvPr userDrawn="1"/>
        </p:nvPicPr>
        <p:blipFill rotWithShape="1">
          <a:blip r:embed="rId34" cstate="email">
            <a:duotone>
              <a:schemeClr val="bg2">
                <a:shade val="45000"/>
                <a:satMod val="135000"/>
              </a:schemeClr>
              <a:prstClr val="white"/>
            </a:duotone>
            <a:extLst>
              <a:ext uri="{BEBA8EAE-BF5A-486C-A8C5-ECC9F3942E4B}">
                <a14:imgProps xmlns:a14="http://schemas.microsoft.com/office/drawing/2010/main">
                  <a14:imgLayer r:embed="rId35">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a:off x="2621722" y="-163447"/>
            <a:ext cx="3683969" cy="2599594"/>
          </a:xfrm>
          <a:prstGeom prst="rect">
            <a:avLst/>
          </a:prstGeom>
        </p:spPr>
      </p:pic>
      <p:pic>
        <p:nvPicPr>
          <p:cNvPr id="80" name="图片 79" descr="一些文字和图案&#10;&#10;描述已自动生成"/>
          <p:cNvPicPr>
            <a:picLocks noChangeAspect="1"/>
          </p:cNvPicPr>
          <p:nvPr userDrawn="1"/>
        </p:nvPicPr>
        <p:blipFill rotWithShape="1">
          <a:blip r:embed="rId36" cstate="email">
            <a:duotone>
              <a:schemeClr val="bg2">
                <a:shade val="45000"/>
                <a:satMod val="135000"/>
              </a:schemeClr>
              <a:prstClr val="white"/>
            </a:duotone>
            <a:extLst>
              <a:ext uri="{BEBA8EAE-BF5A-486C-A8C5-ECC9F3942E4B}">
                <a14:imgProps xmlns:a14="http://schemas.microsoft.com/office/drawing/2010/main">
                  <a14:imgLayer r:embed="rId37">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flipH="1">
            <a:off x="5937956" y="-243695"/>
            <a:ext cx="4077320" cy="2764530"/>
          </a:xfrm>
          <a:prstGeom prst="rect">
            <a:avLst/>
          </a:prstGeom>
        </p:spPr>
      </p:pic>
      <p:pic>
        <p:nvPicPr>
          <p:cNvPr id="99" name="图片 98" descr="一些文字和图案&#10;&#10;描述已自动生成"/>
          <p:cNvPicPr>
            <a:picLocks noChangeAspect="1"/>
          </p:cNvPicPr>
          <p:nvPr userDrawn="1"/>
        </p:nvPicPr>
        <p:blipFill rotWithShape="1">
          <a:blip r:embed="rId38" cstate="email">
            <a:duotone>
              <a:schemeClr val="bg2">
                <a:shade val="45000"/>
                <a:satMod val="135000"/>
              </a:schemeClr>
              <a:prstClr val="white"/>
            </a:duotone>
            <a:extLst>
              <a:ext uri="{BEBA8EAE-BF5A-486C-A8C5-ECC9F3942E4B}">
                <a14:imgProps xmlns:a14="http://schemas.microsoft.com/office/drawing/2010/main">
                  <a14:imgLayer r:embed="rId39">
                    <a14:imgEffect>
                      <a14:artisticBlur radius="38"/>
                    </a14:imgEffect>
                  </a14:imgLayer>
                </a14:imgProps>
              </a:ext>
              <a:ext uri="{28A0092B-C50C-407E-A947-70E740481C1C}">
                <a14:useLocalDpi xmlns:a14="http://schemas.microsoft.com/office/drawing/2010/main" val="0"/>
              </a:ext>
            </a:extLst>
          </a:blip>
          <a:srcRect b="50997"/>
          <a:stretch>
            <a:fillRect/>
          </a:stretch>
        </p:blipFill>
        <p:spPr>
          <a:xfrm rot="16200000" flipH="1">
            <a:off x="5367470" y="-354"/>
            <a:ext cx="1458856" cy="527564"/>
          </a:xfrm>
          <a:prstGeom prst="rect">
            <a:avLst/>
          </a:prstGeom>
        </p:spPr>
      </p:pic>
      <p:pic>
        <p:nvPicPr>
          <p:cNvPr id="100" name="图片 99" descr="图片包含 游戏机, 物体, 画&#10;&#10;描述已自动生成"/>
          <p:cNvPicPr>
            <a:picLocks noChangeAspect="1"/>
          </p:cNvPicPr>
          <p:nvPr userDrawn="1"/>
        </p:nvPicPr>
        <p:blipFill>
          <a:blip r:embed="rId40" cstate="email">
            <a:duotone>
              <a:schemeClr val="bg2">
                <a:shade val="45000"/>
                <a:satMod val="135000"/>
              </a:schemeClr>
              <a:prstClr val="white"/>
            </a:duotone>
            <a:extLst>
              <a:ext uri="{BEBA8EAE-BF5A-486C-A8C5-ECC9F3942E4B}">
                <a14:imgProps xmlns:a14="http://schemas.microsoft.com/office/drawing/2010/main">
                  <a14:imgLayer r:embed="rId41">
                    <a14:imgEffect>
                      <a14:artisticBlur radius="70"/>
                    </a14:imgEffect>
                  </a14:imgLayer>
                </a14:imgProps>
              </a:ext>
              <a:ext uri="{28A0092B-C50C-407E-A947-70E740481C1C}">
                <a14:useLocalDpi xmlns:a14="http://schemas.microsoft.com/office/drawing/2010/main" val="0"/>
              </a:ext>
            </a:extLst>
          </a:blip>
          <a:stretch>
            <a:fillRect/>
          </a:stretch>
        </p:blipFill>
        <p:spPr>
          <a:xfrm>
            <a:off x="5811812" y="740506"/>
            <a:ext cx="604780" cy="604780"/>
          </a:xfrm>
          <a:prstGeom prst="rect">
            <a:avLst/>
          </a:prstGeom>
        </p:spPr>
      </p:pic>
      <p:pic>
        <p:nvPicPr>
          <p:cNvPr id="101" name="图片 100" descr="一些文字和图案&#10;&#10;描述已自动生成"/>
          <p:cNvPicPr>
            <a:picLocks noChangeAspect="1"/>
          </p:cNvPicPr>
          <p:nvPr userDrawn="1"/>
        </p:nvPicPr>
        <p:blipFill rotWithShape="1">
          <a:blip r:embed="rId42" cstate="email">
            <a:duotone>
              <a:schemeClr val="bg2">
                <a:shade val="45000"/>
                <a:satMod val="135000"/>
              </a:schemeClr>
              <a:prstClr val="white"/>
            </a:duotone>
            <a:extLst>
              <a:ext uri="{BEBA8EAE-BF5A-486C-A8C5-ECC9F3942E4B}">
                <a14:imgProps xmlns:a14="http://schemas.microsoft.com/office/drawing/2010/main">
                  <a14:imgLayer r:embed="rId43">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a:off x="-1030734" y="-315541"/>
            <a:ext cx="5283588" cy="2817305"/>
          </a:xfrm>
          <a:prstGeom prst="rect">
            <a:avLst/>
          </a:prstGeom>
        </p:spPr>
      </p:pic>
      <p:pic>
        <p:nvPicPr>
          <p:cNvPr id="102" name="图片 101" descr="一些文字和图案&#10;&#10;描述已自动生成"/>
          <p:cNvPicPr>
            <a:picLocks noChangeAspect="1"/>
          </p:cNvPicPr>
          <p:nvPr userDrawn="1"/>
        </p:nvPicPr>
        <p:blipFill rotWithShape="1">
          <a:blip r:embed="rId44" cstate="email">
            <a:duotone>
              <a:schemeClr val="bg2">
                <a:shade val="45000"/>
                <a:satMod val="135000"/>
              </a:schemeClr>
              <a:prstClr val="white"/>
            </a:duotone>
            <a:extLst>
              <a:ext uri="{BEBA8EAE-BF5A-486C-A8C5-ECC9F3942E4B}">
                <a14:imgProps xmlns:a14="http://schemas.microsoft.com/office/drawing/2010/main">
                  <a14:imgLayer r:embed="rId45">
                    <a14:imgEffect>
                      <a14:artisticBlur radius="39"/>
                    </a14:imgEffect>
                  </a14:imgLayer>
                </a14:imgProps>
              </a:ext>
              <a:ext uri="{28A0092B-C50C-407E-A947-70E740481C1C}">
                <a14:useLocalDpi xmlns:a14="http://schemas.microsoft.com/office/drawing/2010/main" val="0"/>
              </a:ext>
            </a:extLst>
          </a:blip>
          <a:srcRect t="-1" b="48471"/>
          <a:stretch>
            <a:fillRect/>
          </a:stretch>
        </p:blipFill>
        <p:spPr>
          <a:xfrm rot="10800000" flipH="1">
            <a:off x="8305305" y="-220338"/>
            <a:ext cx="5283588" cy="2805206"/>
          </a:xfrm>
          <a:prstGeom prst="rect">
            <a:avLst/>
          </a:prstGeom>
        </p:spPr>
      </p:pic>
      <p:pic>
        <p:nvPicPr>
          <p:cNvPr id="103" name="图片 102" descr="一些文字和图案&#10;&#10;描述已自动生成"/>
          <p:cNvPicPr>
            <a:picLocks noChangeAspect="1"/>
          </p:cNvPicPr>
          <p:nvPr userDrawn="1"/>
        </p:nvPicPr>
        <p:blipFill rotWithShape="1">
          <a:blip r:embed="rId46" cstate="email">
            <a:duotone>
              <a:schemeClr val="bg2">
                <a:shade val="45000"/>
                <a:satMod val="135000"/>
              </a:schemeClr>
              <a:prstClr val="white"/>
            </a:duotone>
            <a:extLst>
              <a:ext uri="{28A0092B-C50C-407E-A947-70E740481C1C}">
                <a14:useLocalDpi xmlns:a14="http://schemas.microsoft.com/office/drawing/2010/main" val="0"/>
              </a:ext>
            </a:extLst>
          </a:blip>
          <a:srcRect b="50997"/>
          <a:stretch>
            <a:fillRect/>
          </a:stretch>
        </p:blipFill>
        <p:spPr>
          <a:xfrm rot="5400000" flipH="1" flipV="1">
            <a:off x="5356607" y="1476129"/>
            <a:ext cx="1458856" cy="752453"/>
          </a:xfrm>
          <a:prstGeom prst="rect">
            <a:avLst/>
          </a:prstGeom>
        </p:spPr>
      </p:pic>
      <p:grpSp>
        <p:nvGrpSpPr>
          <p:cNvPr id="81" name="组合 80"/>
          <p:cNvGrpSpPr/>
          <p:nvPr userDrawn="1"/>
        </p:nvGrpSpPr>
        <p:grpSpPr>
          <a:xfrm>
            <a:off x="5304154" y="1579302"/>
            <a:ext cx="1583692" cy="1594614"/>
            <a:chOff x="-7080" y="3360415"/>
            <a:chExt cx="2760093" cy="2779129"/>
          </a:xfrm>
        </p:grpSpPr>
        <p:sp>
          <p:nvSpPr>
            <p:cNvPr id="82" name="任意多边形: 形状 81"/>
            <p:cNvSpPr/>
            <p:nvPr/>
          </p:nvSpPr>
          <p:spPr>
            <a:xfrm>
              <a:off x="-7080" y="3360415"/>
              <a:ext cx="2760093" cy="2779129"/>
            </a:xfrm>
            <a:custGeom>
              <a:avLst/>
              <a:gdLst>
                <a:gd name="connsiteX0" fmla="*/ 0 w 2760093"/>
                <a:gd name="connsiteY0" fmla="*/ 1389565 h 2779129"/>
                <a:gd name="connsiteX1" fmla="*/ 1380047 w 2760093"/>
                <a:gd name="connsiteY1" fmla="*/ 0 h 2779129"/>
                <a:gd name="connsiteX2" fmla="*/ 2760094 w 2760093"/>
                <a:gd name="connsiteY2" fmla="*/ 1389565 h 2779129"/>
                <a:gd name="connsiteX3" fmla="*/ 1380047 w 2760093"/>
                <a:gd name="connsiteY3" fmla="*/ 2779129 h 2779129"/>
                <a:gd name="connsiteX4" fmla="*/ 0 w 2760093"/>
                <a:gd name="connsiteY4" fmla="*/ 1389565 h 2779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0093" h="2779129">
                  <a:moveTo>
                    <a:pt x="0" y="1389565"/>
                  </a:moveTo>
                  <a:cubicBezTo>
                    <a:pt x="0" y="622125"/>
                    <a:pt x="617868" y="0"/>
                    <a:pt x="1380047" y="0"/>
                  </a:cubicBezTo>
                  <a:cubicBezTo>
                    <a:pt x="2142223" y="0"/>
                    <a:pt x="2760094" y="622125"/>
                    <a:pt x="2760094" y="1389565"/>
                  </a:cubicBezTo>
                  <a:cubicBezTo>
                    <a:pt x="2760094" y="2157004"/>
                    <a:pt x="2142223" y="2779129"/>
                    <a:pt x="1380047" y="2779129"/>
                  </a:cubicBezTo>
                  <a:cubicBezTo>
                    <a:pt x="617868" y="2779129"/>
                    <a:pt x="0" y="2157004"/>
                    <a:pt x="0" y="1389565"/>
                  </a:cubicBezTo>
                  <a:close/>
                </a:path>
              </a:pathLst>
            </a:custGeom>
            <a:solidFill>
              <a:schemeClr val="accent1"/>
            </a:solidFill>
            <a:ln w="9518" cap="flat">
              <a:noFill/>
              <a:prstDash val="solid"/>
              <a:miter/>
            </a:ln>
          </p:spPr>
          <p:txBody>
            <a:bodyPr rtlCol="0" anchor="ctr"/>
            <a:lstStyle/>
            <a:p>
              <a:endParaRPr lang="zh-CN" altLang="en-US"/>
            </a:p>
          </p:txBody>
        </p:sp>
        <p:sp>
          <p:nvSpPr>
            <p:cNvPr id="83" name="任意多边形: 形状 82"/>
            <p:cNvSpPr/>
            <p:nvPr/>
          </p:nvSpPr>
          <p:spPr>
            <a:xfrm>
              <a:off x="449763" y="3817258"/>
              <a:ext cx="1846407" cy="1865442"/>
            </a:xfrm>
            <a:custGeom>
              <a:avLst/>
              <a:gdLst>
                <a:gd name="connsiteX0" fmla="*/ 0 w 1846407"/>
                <a:gd name="connsiteY0" fmla="*/ 932721 h 1865442"/>
                <a:gd name="connsiteX1" fmla="*/ 923204 w 1846407"/>
                <a:gd name="connsiteY1" fmla="*/ 0 h 1865442"/>
                <a:gd name="connsiteX2" fmla="*/ 1846408 w 1846407"/>
                <a:gd name="connsiteY2" fmla="*/ 932721 h 1865442"/>
                <a:gd name="connsiteX3" fmla="*/ 923204 w 1846407"/>
                <a:gd name="connsiteY3" fmla="*/ 1865443 h 1865442"/>
                <a:gd name="connsiteX4" fmla="*/ 0 w 1846407"/>
                <a:gd name="connsiteY4" fmla="*/ 932721 h 1865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407" h="1865442">
                  <a:moveTo>
                    <a:pt x="0" y="932721"/>
                  </a:moveTo>
                  <a:cubicBezTo>
                    <a:pt x="0" y="417593"/>
                    <a:pt x="413333" y="0"/>
                    <a:pt x="923204" y="0"/>
                  </a:cubicBezTo>
                  <a:cubicBezTo>
                    <a:pt x="1433079" y="0"/>
                    <a:pt x="1846408" y="417593"/>
                    <a:pt x="1846408" y="932721"/>
                  </a:cubicBezTo>
                  <a:cubicBezTo>
                    <a:pt x="1846408" y="1447850"/>
                    <a:pt x="1433079" y="1865443"/>
                    <a:pt x="923204" y="1865443"/>
                  </a:cubicBezTo>
                  <a:cubicBezTo>
                    <a:pt x="413333" y="1865443"/>
                    <a:pt x="0" y="1447850"/>
                    <a:pt x="0" y="932721"/>
                  </a:cubicBezTo>
                  <a:close/>
                </a:path>
              </a:pathLst>
            </a:custGeom>
            <a:solidFill>
              <a:srgbClr val="FFFFFF"/>
            </a:solidFill>
            <a:ln w="9518" cap="flat">
              <a:noFill/>
              <a:prstDash val="solid"/>
              <a:miter/>
            </a:ln>
          </p:spPr>
          <p:txBody>
            <a:bodyPr rtlCol="0" anchor="ctr"/>
            <a:lstStyle/>
            <a:p>
              <a:endParaRPr lang="zh-CN" altLang="en-US"/>
            </a:p>
          </p:txBody>
        </p:sp>
        <p:sp>
          <p:nvSpPr>
            <p:cNvPr id="84" name="任意多边形: 形状 83"/>
            <p:cNvSpPr/>
            <p:nvPr/>
          </p:nvSpPr>
          <p:spPr>
            <a:xfrm>
              <a:off x="40508" y="4654803"/>
              <a:ext cx="333114" cy="221155"/>
            </a:xfrm>
            <a:custGeom>
              <a:avLst/>
              <a:gdLst>
                <a:gd name="connsiteX0" fmla="*/ 118970 w 333114"/>
                <a:gd name="connsiteY0" fmla="*/ 199260 h 221155"/>
                <a:gd name="connsiteX1" fmla="*/ 142763 w 333114"/>
                <a:gd name="connsiteY1" fmla="*/ 208977 h 221155"/>
                <a:gd name="connsiteX2" fmla="*/ 166557 w 333114"/>
                <a:gd name="connsiteY2" fmla="*/ 218704 h 221155"/>
                <a:gd name="connsiteX3" fmla="*/ 252215 w 333114"/>
                <a:gd name="connsiteY3" fmla="*/ 165244 h 221155"/>
                <a:gd name="connsiteX4" fmla="*/ 290286 w 333114"/>
                <a:gd name="connsiteY4" fmla="*/ 165244 h 221155"/>
                <a:gd name="connsiteX5" fmla="*/ 323597 w 333114"/>
                <a:gd name="connsiteY5" fmla="*/ 126365 h 221155"/>
                <a:gd name="connsiteX6" fmla="*/ 333115 w 333114"/>
                <a:gd name="connsiteY6" fmla="*/ 48597 h 221155"/>
                <a:gd name="connsiteX7" fmla="*/ 318838 w 333114"/>
                <a:gd name="connsiteY7" fmla="*/ 29162 h 221155"/>
                <a:gd name="connsiteX8" fmla="*/ 290286 w 333114"/>
                <a:gd name="connsiteY8" fmla="*/ 24298 h 221155"/>
                <a:gd name="connsiteX9" fmla="*/ 285527 w 333114"/>
                <a:gd name="connsiteY9" fmla="*/ 82622 h 221155"/>
                <a:gd name="connsiteX10" fmla="*/ 261733 w 333114"/>
                <a:gd name="connsiteY10" fmla="*/ 131219 h 221155"/>
                <a:gd name="connsiteX11" fmla="*/ 247457 w 333114"/>
                <a:gd name="connsiteY11" fmla="*/ 63178 h 221155"/>
                <a:gd name="connsiteX12" fmla="*/ 195110 w 333114"/>
                <a:gd name="connsiteY12" fmla="*/ 53460 h 221155"/>
                <a:gd name="connsiteX13" fmla="*/ 152281 w 333114"/>
                <a:gd name="connsiteY13" fmla="*/ 0 h 221155"/>
                <a:gd name="connsiteX14" fmla="*/ 80899 w 333114"/>
                <a:gd name="connsiteY14" fmla="*/ 53460 h 221155"/>
                <a:gd name="connsiteX15" fmla="*/ 0 w 333114"/>
                <a:gd name="connsiteY15" fmla="*/ 92339 h 221155"/>
                <a:gd name="connsiteX16" fmla="*/ 71382 w 333114"/>
                <a:gd name="connsiteY16" fmla="*/ 97203 h 221155"/>
                <a:gd name="connsiteX17" fmla="*/ 133246 w 333114"/>
                <a:gd name="connsiteY17" fmla="*/ 165244 h 221155"/>
                <a:gd name="connsiteX18" fmla="*/ 204628 w 333114"/>
                <a:gd name="connsiteY18" fmla="*/ 174961 h 221155"/>
                <a:gd name="connsiteX19" fmla="*/ 118970 w 333114"/>
                <a:gd name="connsiteY19" fmla="*/ 199260 h 221155"/>
                <a:gd name="connsiteX20" fmla="*/ 109452 w 333114"/>
                <a:gd name="connsiteY20" fmla="*/ 77759 h 221155"/>
                <a:gd name="connsiteX21" fmla="*/ 114211 w 333114"/>
                <a:gd name="connsiteY21" fmla="*/ 53460 h 221155"/>
                <a:gd name="connsiteX22" fmla="*/ 142763 w 333114"/>
                <a:gd name="connsiteY22" fmla="*/ 38879 h 221155"/>
                <a:gd name="connsiteX23" fmla="*/ 171316 w 333114"/>
                <a:gd name="connsiteY23" fmla="*/ 68041 h 221155"/>
                <a:gd name="connsiteX24" fmla="*/ 171316 w 333114"/>
                <a:gd name="connsiteY24" fmla="*/ 92339 h 221155"/>
                <a:gd name="connsiteX25" fmla="*/ 138005 w 333114"/>
                <a:gd name="connsiteY25" fmla="*/ 92339 h 221155"/>
                <a:gd name="connsiteX26" fmla="*/ 109452 w 333114"/>
                <a:gd name="connsiteY26" fmla="*/ 77759 h 221155"/>
                <a:gd name="connsiteX27" fmla="*/ 185593 w 333114"/>
                <a:gd name="connsiteY27" fmla="*/ 116638 h 221155"/>
                <a:gd name="connsiteX28" fmla="*/ 185593 w 333114"/>
                <a:gd name="connsiteY28" fmla="*/ 97203 h 221155"/>
                <a:gd name="connsiteX29" fmla="*/ 195110 w 333114"/>
                <a:gd name="connsiteY29" fmla="*/ 102057 h 221155"/>
                <a:gd name="connsiteX30" fmla="*/ 195110 w 333114"/>
                <a:gd name="connsiteY30" fmla="*/ 111784 h 221155"/>
                <a:gd name="connsiteX31" fmla="*/ 185593 w 333114"/>
                <a:gd name="connsiteY31" fmla="*/ 116638 h 221155"/>
                <a:gd name="connsiteX32" fmla="*/ 209386 w 333114"/>
                <a:gd name="connsiteY32" fmla="*/ 116638 h 221155"/>
                <a:gd name="connsiteX33" fmla="*/ 209386 w 333114"/>
                <a:gd name="connsiteY33" fmla="*/ 97203 h 221155"/>
                <a:gd name="connsiteX34" fmla="*/ 218904 w 333114"/>
                <a:gd name="connsiteY34" fmla="*/ 87476 h 221155"/>
                <a:gd name="connsiteX35" fmla="*/ 218904 w 333114"/>
                <a:gd name="connsiteY35" fmla="*/ 106920 h 221155"/>
                <a:gd name="connsiteX36" fmla="*/ 209386 w 333114"/>
                <a:gd name="connsiteY36" fmla="*/ 116638 h 221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3114" h="221155">
                  <a:moveTo>
                    <a:pt x="118970" y="199260"/>
                  </a:moveTo>
                  <a:cubicBezTo>
                    <a:pt x="118970" y="204123"/>
                    <a:pt x="128487" y="204123"/>
                    <a:pt x="142763" y="208977"/>
                  </a:cubicBezTo>
                  <a:cubicBezTo>
                    <a:pt x="147522" y="213841"/>
                    <a:pt x="157040" y="218704"/>
                    <a:pt x="166557" y="218704"/>
                  </a:cubicBezTo>
                  <a:cubicBezTo>
                    <a:pt x="218904" y="228422"/>
                    <a:pt x="233180" y="208977"/>
                    <a:pt x="252215" y="165244"/>
                  </a:cubicBezTo>
                  <a:cubicBezTo>
                    <a:pt x="266492" y="165244"/>
                    <a:pt x="276009" y="165244"/>
                    <a:pt x="290286" y="165244"/>
                  </a:cubicBezTo>
                  <a:cubicBezTo>
                    <a:pt x="304562" y="155517"/>
                    <a:pt x="314080" y="140946"/>
                    <a:pt x="323597" y="126365"/>
                  </a:cubicBezTo>
                  <a:cubicBezTo>
                    <a:pt x="323597" y="97203"/>
                    <a:pt x="323597" y="72905"/>
                    <a:pt x="333115" y="48597"/>
                  </a:cubicBezTo>
                  <a:cubicBezTo>
                    <a:pt x="328356" y="43743"/>
                    <a:pt x="323597" y="34016"/>
                    <a:pt x="318838" y="29162"/>
                  </a:cubicBezTo>
                  <a:cubicBezTo>
                    <a:pt x="314080" y="29162"/>
                    <a:pt x="299803" y="29162"/>
                    <a:pt x="290286" y="24298"/>
                  </a:cubicBezTo>
                  <a:cubicBezTo>
                    <a:pt x="285527" y="53460"/>
                    <a:pt x="285527" y="68041"/>
                    <a:pt x="285527" y="82622"/>
                  </a:cubicBezTo>
                  <a:cubicBezTo>
                    <a:pt x="295045" y="116638"/>
                    <a:pt x="285527" y="136082"/>
                    <a:pt x="261733" y="131219"/>
                  </a:cubicBezTo>
                  <a:cubicBezTo>
                    <a:pt x="266492" y="111784"/>
                    <a:pt x="266492" y="97203"/>
                    <a:pt x="247457" y="63178"/>
                  </a:cubicBezTo>
                  <a:cubicBezTo>
                    <a:pt x="228422" y="68041"/>
                    <a:pt x="209386" y="63178"/>
                    <a:pt x="195110" y="53460"/>
                  </a:cubicBezTo>
                  <a:cubicBezTo>
                    <a:pt x="180834" y="34016"/>
                    <a:pt x="166557" y="19444"/>
                    <a:pt x="152281" y="0"/>
                  </a:cubicBezTo>
                  <a:cubicBezTo>
                    <a:pt x="123728" y="14581"/>
                    <a:pt x="104693" y="34016"/>
                    <a:pt x="80899" y="53460"/>
                  </a:cubicBezTo>
                  <a:cubicBezTo>
                    <a:pt x="42829" y="43743"/>
                    <a:pt x="14276" y="63178"/>
                    <a:pt x="0" y="92339"/>
                  </a:cubicBezTo>
                  <a:cubicBezTo>
                    <a:pt x="33311" y="87476"/>
                    <a:pt x="57105" y="82622"/>
                    <a:pt x="71382" y="97203"/>
                  </a:cubicBezTo>
                  <a:cubicBezTo>
                    <a:pt x="90417" y="126365"/>
                    <a:pt x="109452" y="150663"/>
                    <a:pt x="133246" y="165244"/>
                  </a:cubicBezTo>
                  <a:cubicBezTo>
                    <a:pt x="157040" y="155517"/>
                    <a:pt x="180834" y="145800"/>
                    <a:pt x="204628" y="174961"/>
                  </a:cubicBezTo>
                  <a:cubicBezTo>
                    <a:pt x="176075" y="194406"/>
                    <a:pt x="128487" y="189542"/>
                    <a:pt x="118970" y="199260"/>
                  </a:cubicBezTo>
                  <a:close/>
                  <a:moveTo>
                    <a:pt x="109452" y="77759"/>
                  </a:moveTo>
                  <a:cubicBezTo>
                    <a:pt x="114211" y="68041"/>
                    <a:pt x="109452" y="63178"/>
                    <a:pt x="114211" y="53460"/>
                  </a:cubicBezTo>
                  <a:cubicBezTo>
                    <a:pt x="123728" y="34016"/>
                    <a:pt x="138005" y="29162"/>
                    <a:pt x="142763" y="38879"/>
                  </a:cubicBezTo>
                  <a:cubicBezTo>
                    <a:pt x="152281" y="48597"/>
                    <a:pt x="161799" y="58324"/>
                    <a:pt x="171316" y="68041"/>
                  </a:cubicBezTo>
                  <a:cubicBezTo>
                    <a:pt x="176075" y="77759"/>
                    <a:pt x="176075" y="82622"/>
                    <a:pt x="171316" y="92339"/>
                  </a:cubicBezTo>
                  <a:cubicBezTo>
                    <a:pt x="161799" y="92339"/>
                    <a:pt x="147522" y="92339"/>
                    <a:pt x="138005" y="92339"/>
                  </a:cubicBezTo>
                  <a:cubicBezTo>
                    <a:pt x="123728" y="92339"/>
                    <a:pt x="114211" y="87476"/>
                    <a:pt x="109452" y="77759"/>
                  </a:cubicBezTo>
                  <a:close/>
                  <a:moveTo>
                    <a:pt x="185593" y="116638"/>
                  </a:moveTo>
                  <a:cubicBezTo>
                    <a:pt x="185593" y="111784"/>
                    <a:pt x="190351" y="102057"/>
                    <a:pt x="185593" y="97203"/>
                  </a:cubicBezTo>
                  <a:cubicBezTo>
                    <a:pt x="190351" y="97203"/>
                    <a:pt x="190351" y="102057"/>
                    <a:pt x="195110" y="102057"/>
                  </a:cubicBezTo>
                  <a:cubicBezTo>
                    <a:pt x="195110" y="106920"/>
                    <a:pt x="195110" y="106920"/>
                    <a:pt x="195110" y="111784"/>
                  </a:cubicBezTo>
                  <a:cubicBezTo>
                    <a:pt x="195110" y="116638"/>
                    <a:pt x="190351" y="116638"/>
                    <a:pt x="185593" y="116638"/>
                  </a:cubicBezTo>
                  <a:close/>
                  <a:moveTo>
                    <a:pt x="209386" y="116638"/>
                  </a:moveTo>
                  <a:cubicBezTo>
                    <a:pt x="209386" y="106920"/>
                    <a:pt x="209386" y="102057"/>
                    <a:pt x="209386" y="97203"/>
                  </a:cubicBezTo>
                  <a:cubicBezTo>
                    <a:pt x="214145" y="92339"/>
                    <a:pt x="218904" y="92339"/>
                    <a:pt x="218904" y="87476"/>
                  </a:cubicBezTo>
                  <a:cubicBezTo>
                    <a:pt x="218904" y="92339"/>
                    <a:pt x="218904" y="102057"/>
                    <a:pt x="218904" y="106920"/>
                  </a:cubicBezTo>
                  <a:cubicBezTo>
                    <a:pt x="214145" y="111784"/>
                    <a:pt x="214145" y="111784"/>
                    <a:pt x="209386" y="116638"/>
                  </a:cubicBezTo>
                  <a:close/>
                </a:path>
              </a:pathLst>
            </a:custGeom>
            <a:solidFill>
              <a:srgbClr val="FFFFFF"/>
            </a:solidFill>
            <a:ln w="9518" cap="flat">
              <a:noFill/>
              <a:prstDash val="solid"/>
              <a:miter/>
            </a:ln>
          </p:spPr>
          <p:txBody>
            <a:bodyPr rtlCol="0" anchor="ctr"/>
            <a:lstStyle/>
            <a:p>
              <a:endParaRPr lang="zh-CN" altLang="en-US"/>
            </a:p>
          </p:txBody>
        </p:sp>
        <p:sp>
          <p:nvSpPr>
            <p:cNvPr id="85" name="任意多边形: 形状 84"/>
            <p:cNvSpPr/>
            <p:nvPr/>
          </p:nvSpPr>
          <p:spPr>
            <a:xfrm>
              <a:off x="278447" y="4036162"/>
              <a:ext cx="237939" cy="218903"/>
            </a:xfrm>
            <a:custGeom>
              <a:avLst/>
              <a:gdLst>
                <a:gd name="connsiteX0" fmla="*/ 0 w 237939"/>
                <a:gd name="connsiteY0" fmla="*/ 72971 h 218903"/>
                <a:gd name="connsiteX1" fmla="*/ 4759 w 237939"/>
                <a:gd name="connsiteY1" fmla="*/ 48644 h 218903"/>
                <a:gd name="connsiteX2" fmla="*/ 9518 w 237939"/>
                <a:gd name="connsiteY2" fmla="*/ 19454 h 218903"/>
                <a:gd name="connsiteX3" fmla="*/ 38070 w 237939"/>
                <a:gd name="connsiteY3" fmla="*/ 0 h 218903"/>
                <a:gd name="connsiteX4" fmla="*/ 57105 w 237939"/>
                <a:gd name="connsiteY4" fmla="*/ 4863 h 218903"/>
                <a:gd name="connsiteX5" fmla="*/ 114211 w 237939"/>
                <a:gd name="connsiteY5" fmla="*/ 87562 h 218903"/>
                <a:gd name="connsiteX6" fmla="*/ 157040 w 237939"/>
                <a:gd name="connsiteY6" fmla="*/ 38917 h 218903"/>
                <a:gd name="connsiteX7" fmla="*/ 190351 w 237939"/>
                <a:gd name="connsiteY7" fmla="*/ 9727 h 218903"/>
                <a:gd name="connsiteX8" fmla="*/ 209386 w 237939"/>
                <a:gd name="connsiteY8" fmla="*/ 24327 h 218903"/>
                <a:gd name="connsiteX9" fmla="*/ 185593 w 237939"/>
                <a:gd name="connsiteY9" fmla="*/ 58371 h 218903"/>
                <a:gd name="connsiteX10" fmla="*/ 237939 w 237939"/>
                <a:gd name="connsiteY10" fmla="*/ 136206 h 218903"/>
                <a:gd name="connsiteX11" fmla="*/ 204628 w 237939"/>
                <a:gd name="connsiteY11" fmla="*/ 184850 h 218903"/>
                <a:gd name="connsiteX12" fmla="*/ 180834 w 237939"/>
                <a:gd name="connsiteY12" fmla="*/ 218904 h 218903"/>
                <a:gd name="connsiteX13" fmla="*/ 123728 w 237939"/>
                <a:gd name="connsiteY13" fmla="*/ 194577 h 218903"/>
                <a:gd name="connsiteX14" fmla="*/ 90417 w 237939"/>
                <a:gd name="connsiteY14" fmla="*/ 189714 h 218903"/>
                <a:gd name="connsiteX15" fmla="*/ 118970 w 237939"/>
                <a:gd name="connsiteY15" fmla="*/ 126479 h 218903"/>
                <a:gd name="connsiteX16" fmla="*/ 99934 w 237939"/>
                <a:gd name="connsiteY16" fmla="*/ 121616 h 218903"/>
                <a:gd name="connsiteX17" fmla="*/ 61864 w 237939"/>
                <a:gd name="connsiteY17" fmla="*/ 63235 h 218903"/>
                <a:gd name="connsiteX18" fmla="*/ 38070 w 237939"/>
                <a:gd name="connsiteY18" fmla="*/ 58371 h 218903"/>
                <a:gd name="connsiteX19" fmla="*/ 0 w 237939"/>
                <a:gd name="connsiteY19" fmla="*/ 72971 h 218903"/>
                <a:gd name="connsiteX20" fmla="*/ 128487 w 237939"/>
                <a:gd name="connsiteY20" fmla="*/ 175123 h 218903"/>
                <a:gd name="connsiteX21" fmla="*/ 195110 w 237939"/>
                <a:gd name="connsiteY21" fmla="*/ 136206 h 218903"/>
                <a:gd name="connsiteX22" fmla="*/ 166557 w 237939"/>
                <a:gd name="connsiteY22" fmla="*/ 107015 h 218903"/>
                <a:gd name="connsiteX23" fmla="*/ 128487 w 237939"/>
                <a:gd name="connsiteY23" fmla="*/ 175123 h 2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7939" h="218903">
                  <a:moveTo>
                    <a:pt x="0" y="72971"/>
                  </a:moveTo>
                  <a:cubicBezTo>
                    <a:pt x="0" y="63235"/>
                    <a:pt x="4759" y="58371"/>
                    <a:pt x="4759" y="48644"/>
                  </a:cubicBezTo>
                  <a:cubicBezTo>
                    <a:pt x="4759" y="38917"/>
                    <a:pt x="4759" y="29190"/>
                    <a:pt x="9518" y="19454"/>
                  </a:cubicBezTo>
                  <a:cubicBezTo>
                    <a:pt x="14276" y="4863"/>
                    <a:pt x="23794" y="0"/>
                    <a:pt x="38070" y="0"/>
                  </a:cubicBezTo>
                  <a:cubicBezTo>
                    <a:pt x="42829" y="0"/>
                    <a:pt x="52347" y="0"/>
                    <a:pt x="57105" y="4863"/>
                  </a:cubicBezTo>
                  <a:cubicBezTo>
                    <a:pt x="80899" y="29190"/>
                    <a:pt x="99934" y="53508"/>
                    <a:pt x="114211" y="87562"/>
                  </a:cubicBezTo>
                  <a:cubicBezTo>
                    <a:pt x="133246" y="77835"/>
                    <a:pt x="142763" y="53508"/>
                    <a:pt x="157040" y="38917"/>
                  </a:cubicBezTo>
                  <a:cubicBezTo>
                    <a:pt x="161799" y="34054"/>
                    <a:pt x="176075" y="14590"/>
                    <a:pt x="190351" y="9727"/>
                  </a:cubicBezTo>
                  <a:cubicBezTo>
                    <a:pt x="199869" y="4863"/>
                    <a:pt x="204628" y="9727"/>
                    <a:pt x="209386" y="24327"/>
                  </a:cubicBezTo>
                  <a:cubicBezTo>
                    <a:pt x="209386" y="29190"/>
                    <a:pt x="190351" y="53508"/>
                    <a:pt x="185593" y="58371"/>
                  </a:cubicBezTo>
                  <a:cubicBezTo>
                    <a:pt x="204628" y="82698"/>
                    <a:pt x="223663" y="92425"/>
                    <a:pt x="237939" y="136206"/>
                  </a:cubicBezTo>
                  <a:cubicBezTo>
                    <a:pt x="228422" y="150796"/>
                    <a:pt x="218904" y="170260"/>
                    <a:pt x="204628" y="184850"/>
                  </a:cubicBezTo>
                  <a:cubicBezTo>
                    <a:pt x="195110" y="194577"/>
                    <a:pt x="190351" y="209177"/>
                    <a:pt x="180834" y="218904"/>
                  </a:cubicBezTo>
                  <a:cubicBezTo>
                    <a:pt x="161799" y="199450"/>
                    <a:pt x="142763" y="194577"/>
                    <a:pt x="123728" y="194577"/>
                  </a:cubicBezTo>
                  <a:cubicBezTo>
                    <a:pt x="114211" y="199450"/>
                    <a:pt x="99934" y="199450"/>
                    <a:pt x="90417" y="189714"/>
                  </a:cubicBezTo>
                  <a:cubicBezTo>
                    <a:pt x="85658" y="170260"/>
                    <a:pt x="104693" y="145933"/>
                    <a:pt x="118970" y="126479"/>
                  </a:cubicBezTo>
                  <a:cubicBezTo>
                    <a:pt x="114211" y="126479"/>
                    <a:pt x="109452" y="121616"/>
                    <a:pt x="99934" y="121616"/>
                  </a:cubicBezTo>
                  <a:cubicBezTo>
                    <a:pt x="85658" y="107015"/>
                    <a:pt x="76141" y="87562"/>
                    <a:pt x="61864" y="63235"/>
                  </a:cubicBezTo>
                  <a:cubicBezTo>
                    <a:pt x="57105" y="72971"/>
                    <a:pt x="38070" y="68108"/>
                    <a:pt x="38070" y="58371"/>
                  </a:cubicBezTo>
                  <a:cubicBezTo>
                    <a:pt x="33311" y="48644"/>
                    <a:pt x="19035" y="68108"/>
                    <a:pt x="0" y="72971"/>
                  </a:cubicBezTo>
                  <a:close/>
                  <a:moveTo>
                    <a:pt x="128487" y="175123"/>
                  </a:moveTo>
                  <a:cubicBezTo>
                    <a:pt x="152281" y="184850"/>
                    <a:pt x="176075" y="170260"/>
                    <a:pt x="195110" y="136206"/>
                  </a:cubicBezTo>
                  <a:cubicBezTo>
                    <a:pt x="195110" y="121616"/>
                    <a:pt x="180834" y="111889"/>
                    <a:pt x="166557" y="107015"/>
                  </a:cubicBezTo>
                  <a:cubicBezTo>
                    <a:pt x="147522" y="126479"/>
                    <a:pt x="142763" y="145933"/>
                    <a:pt x="128487" y="175123"/>
                  </a:cubicBezTo>
                  <a:close/>
                </a:path>
              </a:pathLst>
            </a:custGeom>
            <a:solidFill>
              <a:srgbClr val="FFFFFF"/>
            </a:solidFill>
            <a:ln w="9518" cap="flat">
              <a:noFill/>
              <a:prstDash val="solid"/>
              <a:miter/>
            </a:ln>
          </p:spPr>
          <p:txBody>
            <a:bodyPr rtlCol="0" anchor="ctr"/>
            <a:lstStyle/>
            <a:p>
              <a:endParaRPr lang="zh-CN" altLang="en-US"/>
            </a:p>
          </p:txBody>
        </p:sp>
        <p:sp>
          <p:nvSpPr>
            <p:cNvPr id="86" name="任意多边形: 形状 85"/>
            <p:cNvSpPr/>
            <p:nvPr/>
          </p:nvSpPr>
          <p:spPr>
            <a:xfrm>
              <a:off x="2213430" y="4077158"/>
              <a:ext cx="282609" cy="272005"/>
            </a:xfrm>
            <a:custGeom>
              <a:avLst/>
              <a:gdLst>
                <a:gd name="connsiteX0" fmla="*/ 245139 w 282609"/>
                <a:gd name="connsiteY0" fmla="*/ 15795 h 272005"/>
                <a:gd name="connsiteX1" fmla="*/ 174899 w 282609"/>
                <a:gd name="connsiteY1" fmla="*/ 43881 h 272005"/>
                <a:gd name="connsiteX2" fmla="*/ 118698 w 282609"/>
                <a:gd name="connsiteY2" fmla="*/ 53246 h 272005"/>
                <a:gd name="connsiteX3" fmla="*/ 109333 w 282609"/>
                <a:gd name="connsiteY3" fmla="*/ 15795 h 272005"/>
                <a:gd name="connsiteX4" fmla="*/ 62497 w 282609"/>
                <a:gd name="connsiteY4" fmla="*/ 1756 h 272005"/>
                <a:gd name="connsiteX5" fmla="*/ 71862 w 282609"/>
                <a:gd name="connsiteY5" fmla="*/ 29842 h 272005"/>
                <a:gd name="connsiteX6" fmla="*/ 85910 w 282609"/>
                <a:gd name="connsiteY6" fmla="*/ 76650 h 272005"/>
                <a:gd name="connsiteX7" fmla="*/ 20344 w 282609"/>
                <a:gd name="connsiteY7" fmla="*/ 67285 h 272005"/>
                <a:gd name="connsiteX8" fmla="*/ 71862 w 282609"/>
                <a:gd name="connsiteY8" fmla="*/ 142178 h 272005"/>
                <a:gd name="connsiteX9" fmla="*/ 160842 w 282609"/>
                <a:gd name="connsiteY9" fmla="*/ 128130 h 272005"/>
                <a:gd name="connsiteX10" fmla="*/ 240456 w 282609"/>
                <a:gd name="connsiteY10" fmla="*/ 207707 h 272005"/>
                <a:gd name="connsiteX11" fmla="*/ 240456 w 282609"/>
                <a:gd name="connsiteY11" fmla="*/ 160899 h 272005"/>
                <a:gd name="connsiteX12" fmla="*/ 212360 w 282609"/>
                <a:gd name="connsiteY12" fmla="*/ 142178 h 272005"/>
                <a:gd name="connsiteX13" fmla="*/ 184265 w 282609"/>
                <a:gd name="connsiteY13" fmla="*/ 118774 h 272005"/>
                <a:gd name="connsiteX14" fmla="*/ 254514 w 282609"/>
                <a:gd name="connsiteY14" fmla="*/ 86006 h 272005"/>
                <a:gd name="connsiteX15" fmla="*/ 282610 w 282609"/>
                <a:gd name="connsiteY15" fmla="*/ 39198 h 272005"/>
                <a:gd name="connsiteX16" fmla="*/ 245139 w 282609"/>
                <a:gd name="connsiteY16" fmla="*/ 15795 h 272005"/>
                <a:gd name="connsiteX17" fmla="*/ 90593 w 282609"/>
                <a:gd name="connsiteY17" fmla="*/ 156217 h 272005"/>
                <a:gd name="connsiteX18" fmla="*/ 114015 w 282609"/>
                <a:gd name="connsiteY18" fmla="*/ 259197 h 272005"/>
                <a:gd name="connsiteX19" fmla="*/ 81227 w 282609"/>
                <a:gd name="connsiteY19" fmla="*/ 259197 h 272005"/>
                <a:gd name="connsiteX20" fmla="*/ 71862 w 282609"/>
                <a:gd name="connsiteY20" fmla="*/ 217072 h 272005"/>
                <a:gd name="connsiteX21" fmla="*/ 90593 w 282609"/>
                <a:gd name="connsiteY21" fmla="*/ 156217 h 272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2609" h="272005">
                  <a:moveTo>
                    <a:pt x="245139" y="15795"/>
                  </a:moveTo>
                  <a:cubicBezTo>
                    <a:pt x="221726" y="29842"/>
                    <a:pt x="198313" y="34515"/>
                    <a:pt x="174899" y="43881"/>
                  </a:cubicBezTo>
                  <a:cubicBezTo>
                    <a:pt x="156159" y="53246"/>
                    <a:pt x="137429" y="57919"/>
                    <a:pt x="118698" y="53246"/>
                  </a:cubicBezTo>
                  <a:cubicBezTo>
                    <a:pt x="114015" y="43881"/>
                    <a:pt x="109333" y="29842"/>
                    <a:pt x="109333" y="15795"/>
                  </a:cubicBezTo>
                  <a:cubicBezTo>
                    <a:pt x="109333" y="1756"/>
                    <a:pt x="81227" y="-2927"/>
                    <a:pt x="62497" y="1756"/>
                  </a:cubicBezTo>
                  <a:cubicBezTo>
                    <a:pt x="62497" y="6439"/>
                    <a:pt x="76545" y="11112"/>
                    <a:pt x="71862" y="29842"/>
                  </a:cubicBezTo>
                  <a:cubicBezTo>
                    <a:pt x="67180" y="48564"/>
                    <a:pt x="76545" y="67285"/>
                    <a:pt x="85910" y="76650"/>
                  </a:cubicBezTo>
                  <a:cubicBezTo>
                    <a:pt x="62497" y="81323"/>
                    <a:pt x="43766" y="76650"/>
                    <a:pt x="20344" y="67285"/>
                  </a:cubicBezTo>
                  <a:cubicBezTo>
                    <a:pt x="-12435" y="62602"/>
                    <a:pt x="-12435" y="81323"/>
                    <a:pt x="71862" y="142178"/>
                  </a:cubicBezTo>
                  <a:cubicBezTo>
                    <a:pt x="104650" y="146861"/>
                    <a:pt x="132746" y="137496"/>
                    <a:pt x="160842" y="128130"/>
                  </a:cubicBezTo>
                  <a:cubicBezTo>
                    <a:pt x="188947" y="160899"/>
                    <a:pt x="226408" y="203024"/>
                    <a:pt x="240456" y="207707"/>
                  </a:cubicBezTo>
                  <a:cubicBezTo>
                    <a:pt x="249831" y="198351"/>
                    <a:pt x="240456" y="174947"/>
                    <a:pt x="240456" y="160899"/>
                  </a:cubicBezTo>
                  <a:cubicBezTo>
                    <a:pt x="231091" y="151534"/>
                    <a:pt x="221726" y="146861"/>
                    <a:pt x="212360" y="142178"/>
                  </a:cubicBezTo>
                  <a:cubicBezTo>
                    <a:pt x="198313" y="132813"/>
                    <a:pt x="184265" y="128130"/>
                    <a:pt x="184265" y="118774"/>
                  </a:cubicBezTo>
                  <a:cubicBezTo>
                    <a:pt x="212360" y="104727"/>
                    <a:pt x="235774" y="104727"/>
                    <a:pt x="254514" y="86006"/>
                  </a:cubicBezTo>
                  <a:cubicBezTo>
                    <a:pt x="268561" y="71967"/>
                    <a:pt x="273244" y="57919"/>
                    <a:pt x="282610" y="39198"/>
                  </a:cubicBezTo>
                  <a:cubicBezTo>
                    <a:pt x="273244" y="25160"/>
                    <a:pt x="259196" y="34515"/>
                    <a:pt x="245139" y="15795"/>
                  </a:cubicBezTo>
                  <a:close/>
                  <a:moveTo>
                    <a:pt x="90593" y="156217"/>
                  </a:moveTo>
                  <a:cubicBezTo>
                    <a:pt x="114015" y="188986"/>
                    <a:pt x="132746" y="226428"/>
                    <a:pt x="114015" y="259197"/>
                  </a:cubicBezTo>
                  <a:cubicBezTo>
                    <a:pt x="99967" y="282600"/>
                    <a:pt x="90593" y="268562"/>
                    <a:pt x="81227" y="259197"/>
                  </a:cubicBezTo>
                  <a:cubicBezTo>
                    <a:pt x="71862" y="245158"/>
                    <a:pt x="62497" y="226428"/>
                    <a:pt x="71862" y="217072"/>
                  </a:cubicBezTo>
                  <a:cubicBezTo>
                    <a:pt x="81227" y="198351"/>
                    <a:pt x="76545" y="174947"/>
                    <a:pt x="90593" y="156217"/>
                  </a:cubicBezTo>
                  <a:close/>
                </a:path>
              </a:pathLst>
            </a:custGeom>
            <a:solidFill>
              <a:srgbClr val="FFFFFF"/>
            </a:solidFill>
            <a:ln w="9518" cap="flat">
              <a:noFill/>
              <a:prstDash val="solid"/>
              <a:miter/>
            </a:ln>
          </p:spPr>
          <p:txBody>
            <a:bodyPr rtlCol="0" anchor="ctr"/>
            <a:lstStyle/>
            <a:p>
              <a:endParaRPr lang="zh-CN" altLang="en-US"/>
            </a:p>
          </p:txBody>
        </p:sp>
        <p:sp>
          <p:nvSpPr>
            <p:cNvPr id="87" name="任意多边形: 形状 86"/>
            <p:cNvSpPr/>
            <p:nvPr/>
          </p:nvSpPr>
          <p:spPr>
            <a:xfrm>
              <a:off x="2360597" y="4645286"/>
              <a:ext cx="371469" cy="227506"/>
            </a:xfrm>
            <a:custGeom>
              <a:avLst/>
              <a:gdLst>
                <a:gd name="connsiteX0" fmla="*/ 314610 w 371469"/>
                <a:gd name="connsiteY0" fmla="*/ 14276 h 227506"/>
                <a:gd name="connsiteX1" fmla="*/ 256077 w 371469"/>
                <a:gd name="connsiteY1" fmla="*/ 38070 h 227506"/>
                <a:gd name="connsiteX2" fmla="*/ 265833 w 371469"/>
                <a:gd name="connsiteY2" fmla="*/ 61864 h 227506"/>
                <a:gd name="connsiteX3" fmla="*/ 285344 w 371469"/>
                <a:gd name="connsiteY3" fmla="*/ 61864 h 227506"/>
                <a:gd name="connsiteX4" fmla="*/ 304855 w 371469"/>
                <a:gd name="connsiteY4" fmla="*/ 57105 h 227506"/>
                <a:gd name="connsiteX5" fmla="*/ 314610 w 371469"/>
                <a:gd name="connsiteY5" fmla="*/ 14276 h 227506"/>
                <a:gd name="connsiteX6" fmla="*/ 309737 w 371469"/>
                <a:gd name="connsiteY6" fmla="*/ 118970 h 227506"/>
                <a:gd name="connsiteX7" fmla="*/ 324366 w 371469"/>
                <a:gd name="connsiteY7" fmla="*/ 85658 h 227506"/>
                <a:gd name="connsiteX8" fmla="*/ 285344 w 371469"/>
                <a:gd name="connsiteY8" fmla="*/ 95176 h 227506"/>
                <a:gd name="connsiteX9" fmla="*/ 309737 w 371469"/>
                <a:gd name="connsiteY9" fmla="*/ 118970 h 227506"/>
                <a:gd name="connsiteX10" fmla="*/ 363388 w 371469"/>
                <a:gd name="connsiteY10" fmla="*/ 171316 h 227506"/>
                <a:gd name="connsiteX11" fmla="*/ 280461 w 371469"/>
                <a:gd name="connsiteY11" fmla="*/ 142763 h 227506"/>
                <a:gd name="connsiteX12" fmla="*/ 309737 w 371469"/>
                <a:gd name="connsiteY12" fmla="*/ 199869 h 227506"/>
                <a:gd name="connsiteX13" fmla="*/ 343877 w 371469"/>
                <a:gd name="connsiteY13" fmla="*/ 218904 h 227506"/>
                <a:gd name="connsiteX14" fmla="*/ 363388 w 371469"/>
                <a:gd name="connsiteY14" fmla="*/ 171316 h 227506"/>
                <a:gd name="connsiteX15" fmla="*/ 143894 w 371469"/>
                <a:gd name="connsiteY15" fmla="*/ 0 h 227506"/>
                <a:gd name="connsiteX16" fmla="*/ 202427 w 371469"/>
                <a:gd name="connsiteY16" fmla="*/ 0 h 227506"/>
                <a:gd name="connsiteX17" fmla="*/ 256077 w 371469"/>
                <a:gd name="connsiteY17" fmla="*/ 161799 h 227506"/>
                <a:gd name="connsiteX18" fmla="*/ 226811 w 371469"/>
                <a:gd name="connsiteY18" fmla="*/ 180834 h 227506"/>
                <a:gd name="connsiteX19" fmla="*/ 197544 w 371469"/>
                <a:gd name="connsiteY19" fmla="*/ 157040 h 227506"/>
                <a:gd name="connsiteX20" fmla="*/ 114627 w 371469"/>
                <a:gd name="connsiteY20" fmla="*/ 147522 h 227506"/>
                <a:gd name="connsiteX21" fmla="*/ 114627 w 371469"/>
                <a:gd name="connsiteY21" fmla="*/ 180834 h 227506"/>
                <a:gd name="connsiteX22" fmla="*/ 124373 w 371469"/>
                <a:gd name="connsiteY22" fmla="*/ 214145 h 227506"/>
                <a:gd name="connsiteX23" fmla="*/ 95116 w 371469"/>
                <a:gd name="connsiteY23" fmla="*/ 218904 h 227506"/>
                <a:gd name="connsiteX24" fmla="*/ 80478 w 371469"/>
                <a:gd name="connsiteY24" fmla="*/ 166557 h 227506"/>
                <a:gd name="connsiteX25" fmla="*/ 70723 w 371469"/>
                <a:gd name="connsiteY25" fmla="*/ 171316 h 227506"/>
                <a:gd name="connsiteX26" fmla="*/ 12190 w 371469"/>
                <a:gd name="connsiteY26" fmla="*/ 142763 h 227506"/>
                <a:gd name="connsiteX27" fmla="*/ 41456 w 371469"/>
                <a:gd name="connsiteY27" fmla="*/ 66623 h 227506"/>
                <a:gd name="connsiteX28" fmla="*/ 95116 w 371469"/>
                <a:gd name="connsiteY28" fmla="*/ 42829 h 227506"/>
                <a:gd name="connsiteX29" fmla="*/ 104872 w 371469"/>
                <a:gd name="connsiteY29" fmla="*/ 118970 h 227506"/>
                <a:gd name="connsiteX30" fmla="*/ 173151 w 371469"/>
                <a:gd name="connsiteY30" fmla="*/ 138005 h 227506"/>
                <a:gd name="connsiteX31" fmla="*/ 143894 w 371469"/>
                <a:gd name="connsiteY31" fmla="*/ 99934 h 227506"/>
                <a:gd name="connsiteX32" fmla="*/ 119500 w 371469"/>
                <a:gd name="connsiteY32" fmla="*/ 76141 h 227506"/>
                <a:gd name="connsiteX33" fmla="*/ 207300 w 371469"/>
                <a:gd name="connsiteY33" fmla="*/ 138005 h 227506"/>
                <a:gd name="connsiteX34" fmla="*/ 173151 w 371469"/>
                <a:gd name="connsiteY34" fmla="*/ 52347 h 227506"/>
                <a:gd name="connsiteX35" fmla="*/ 163405 w 371469"/>
                <a:gd name="connsiteY35" fmla="*/ 38070 h 227506"/>
                <a:gd name="connsiteX36" fmla="*/ 143894 w 371469"/>
                <a:gd name="connsiteY36" fmla="*/ 0 h 227506"/>
                <a:gd name="connsiteX37" fmla="*/ 60967 w 371469"/>
                <a:gd name="connsiteY37" fmla="*/ 80899 h 227506"/>
                <a:gd name="connsiteX38" fmla="*/ 36583 w 371469"/>
                <a:gd name="connsiteY38" fmla="*/ 95176 h 227506"/>
                <a:gd name="connsiteX39" fmla="*/ 41456 w 371469"/>
                <a:gd name="connsiteY39" fmla="*/ 128487 h 227506"/>
                <a:gd name="connsiteX40" fmla="*/ 65850 w 371469"/>
                <a:gd name="connsiteY40" fmla="*/ 133246 h 227506"/>
                <a:gd name="connsiteX41" fmla="*/ 60967 w 371469"/>
                <a:gd name="connsiteY41" fmla="*/ 80899 h 22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71469" h="227506">
                  <a:moveTo>
                    <a:pt x="314610" y="14276"/>
                  </a:moveTo>
                  <a:cubicBezTo>
                    <a:pt x="290226" y="4759"/>
                    <a:pt x="275588" y="19035"/>
                    <a:pt x="256077" y="38070"/>
                  </a:cubicBezTo>
                  <a:cubicBezTo>
                    <a:pt x="256077" y="52347"/>
                    <a:pt x="256077" y="61864"/>
                    <a:pt x="265833" y="61864"/>
                  </a:cubicBezTo>
                  <a:cubicBezTo>
                    <a:pt x="270706" y="66623"/>
                    <a:pt x="280461" y="61864"/>
                    <a:pt x="285344" y="61864"/>
                  </a:cubicBezTo>
                  <a:cubicBezTo>
                    <a:pt x="295099" y="61864"/>
                    <a:pt x="299982" y="61864"/>
                    <a:pt x="304855" y="57105"/>
                  </a:cubicBezTo>
                  <a:cubicBezTo>
                    <a:pt x="324366" y="47588"/>
                    <a:pt x="334121" y="9518"/>
                    <a:pt x="314610" y="14276"/>
                  </a:cubicBezTo>
                  <a:close/>
                  <a:moveTo>
                    <a:pt x="309737" y="118970"/>
                  </a:moveTo>
                  <a:cubicBezTo>
                    <a:pt x="319483" y="109452"/>
                    <a:pt x="334121" y="104693"/>
                    <a:pt x="324366" y="85658"/>
                  </a:cubicBezTo>
                  <a:cubicBezTo>
                    <a:pt x="304855" y="76141"/>
                    <a:pt x="290226" y="90417"/>
                    <a:pt x="285344" y="95176"/>
                  </a:cubicBezTo>
                  <a:cubicBezTo>
                    <a:pt x="275588" y="104693"/>
                    <a:pt x="285344" y="104693"/>
                    <a:pt x="309737" y="118970"/>
                  </a:cubicBezTo>
                  <a:close/>
                  <a:moveTo>
                    <a:pt x="363388" y="171316"/>
                  </a:moveTo>
                  <a:cubicBezTo>
                    <a:pt x="329239" y="161799"/>
                    <a:pt x="309737" y="152281"/>
                    <a:pt x="280461" y="142763"/>
                  </a:cubicBezTo>
                  <a:cubicBezTo>
                    <a:pt x="304855" y="161799"/>
                    <a:pt x="304855" y="180834"/>
                    <a:pt x="309737" y="199869"/>
                  </a:cubicBezTo>
                  <a:cubicBezTo>
                    <a:pt x="329239" y="223663"/>
                    <a:pt x="339004" y="228422"/>
                    <a:pt x="343877" y="218904"/>
                  </a:cubicBezTo>
                  <a:cubicBezTo>
                    <a:pt x="363388" y="204628"/>
                    <a:pt x="382899" y="190351"/>
                    <a:pt x="363388" y="171316"/>
                  </a:cubicBezTo>
                  <a:close/>
                  <a:moveTo>
                    <a:pt x="143894" y="0"/>
                  </a:moveTo>
                  <a:cubicBezTo>
                    <a:pt x="163405" y="0"/>
                    <a:pt x="182906" y="4759"/>
                    <a:pt x="202427" y="0"/>
                  </a:cubicBezTo>
                  <a:cubicBezTo>
                    <a:pt x="241449" y="42829"/>
                    <a:pt x="251204" y="85658"/>
                    <a:pt x="256077" y="161799"/>
                  </a:cubicBezTo>
                  <a:cubicBezTo>
                    <a:pt x="251204" y="171316"/>
                    <a:pt x="236566" y="180834"/>
                    <a:pt x="226811" y="180834"/>
                  </a:cubicBezTo>
                  <a:cubicBezTo>
                    <a:pt x="212182" y="176075"/>
                    <a:pt x="212182" y="166557"/>
                    <a:pt x="197544" y="157040"/>
                  </a:cubicBezTo>
                  <a:cubicBezTo>
                    <a:pt x="173151" y="166557"/>
                    <a:pt x="143894" y="157040"/>
                    <a:pt x="114627" y="147522"/>
                  </a:cubicBezTo>
                  <a:cubicBezTo>
                    <a:pt x="104872" y="152281"/>
                    <a:pt x="104872" y="166557"/>
                    <a:pt x="114627" y="180834"/>
                  </a:cubicBezTo>
                  <a:cubicBezTo>
                    <a:pt x="119500" y="190351"/>
                    <a:pt x="129256" y="204628"/>
                    <a:pt x="124373" y="214145"/>
                  </a:cubicBezTo>
                  <a:cubicBezTo>
                    <a:pt x="109744" y="237939"/>
                    <a:pt x="95116" y="223663"/>
                    <a:pt x="95116" y="218904"/>
                  </a:cubicBezTo>
                  <a:cubicBezTo>
                    <a:pt x="85351" y="195110"/>
                    <a:pt x="80478" y="171316"/>
                    <a:pt x="80478" y="166557"/>
                  </a:cubicBezTo>
                  <a:cubicBezTo>
                    <a:pt x="75596" y="166557"/>
                    <a:pt x="75596" y="171316"/>
                    <a:pt x="70723" y="171316"/>
                  </a:cubicBezTo>
                  <a:cubicBezTo>
                    <a:pt x="36583" y="171316"/>
                    <a:pt x="17072" y="157040"/>
                    <a:pt x="12190" y="142763"/>
                  </a:cubicBezTo>
                  <a:cubicBezTo>
                    <a:pt x="-7321" y="104693"/>
                    <a:pt x="-7321" y="71382"/>
                    <a:pt x="41456" y="66623"/>
                  </a:cubicBezTo>
                  <a:cubicBezTo>
                    <a:pt x="60967" y="33311"/>
                    <a:pt x="80478" y="23794"/>
                    <a:pt x="95116" y="42829"/>
                  </a:cubicBezTo>
                  <a:cubicBezTo>
                    <a:pt x="80478" y="57105"/>
                    <a:pt x="90234" y="85658"/>
                    <a:pt x="104872" y="118970"/>
                  </a:cubicBezTo>
                  <a:cubicBezTo>
                    <a:pt x="124373" y="123728"/>
                    <a:pt x="148767" y="133246"/>
                    <a:pt x="173151" y="138005"/>
                  </a:cubicBezTo>
                  <a:cubicBezTo>
                    <a:pt x="168278" y="128487"/>
                    <a:pt x="168278" y="104693"/>
                    <a:pt x="143894" y="99934"/>
                  </a:cubicBezTo>
                  <a:cubicBezTo>
                    <a:pt x="119500" y="99934"/>
                    <a:pt x="119500" y="80899"/>
                    <a:pt x="119500" y="76141"/>
                  </a:cubicBezTo>
                  <a:cubicBezTo>
                    <a:pt x="163405" y="47588"/>
                    <a:pt x="178033" y="123728"/>
                    <a:pt x="207300" y="138005"/>
                  </a:cubicBezTo>
                  <a:cubicBezTo>
                    <a:pt x="221928" y="118970"/>
                    <a:pt x="202427" y="90417"/>
                    <a:pt x="173151" y="52347"/>
                  </a:cubicBezTo>
                  <a:cubicBezTo>
                    <a:pt x="173151" y="47588"/>
                    <a:pt x="168278" y="38070"/>
                    <a:pt x="163405" y="38070"/>
                  </a:cubicBezTo>
                  <a:cubicBezTo>
                    <a:pt x="139011" y="38070"/>
                    <a:pt x="114627" y="4759"/>
                    <a:pt x="143894" y="0"/>
                  </a:cubicBezTo>
                  <a:close/>
                  <a:moveTo>
                    <a:pt x="60967" y="80899"/>
                  </a:moveTo>
                  <a:cubicBezTo>
                    <a:pt x="51212" y="76141"/>
                    <a:pt x="46329" y="80899"/>
                    <a:pt x="36583" y="95176"/>
                  </a:cubicBezTo>
                  <a:cubicBezTo>
                    <a:pt x="31701" y="99934"/>
                    <a:pt x="36583" y="114211"/>
                    <a:pt x="41456" y="128487"/>
                  </a:cubicBezTo>
                  <a:cubicBezTo>
                    <a:pt x="56094" y="133246"/>
                    <a:pt x="56094" y="133246"/>
                    <a:pt x="65850" y="133246"/>
                  </a:cubicBezTo>
                  <a:cubicBezTo>
                    <a:pt x="65850" y="118970"/>
                    <a:pt x="60967" y="99934"/>
                    <a:pt x="60967" y="80899"/>
                  </a:cubicBezTo>
                  <a:close/>
                </a:path>
              </a:pathLst>
            </a:custGeom>
            <a:solidFill>
              <a:srgbClr val="FFFFFF"/>
            </a:solidFill>
            <a:ln w="9518" cap="flat">
              <a:noFill/>
              <a:prstDash val="solid"/>
              <a:miter/>
            </a:ln>
          </p:spPr>
          <p:txBody>
            <a:bodyPr rtlCol="0" anchor="ctr"/>
            <a:lstStyle/>
            <a:p>
              <a:endParaRPr lang="zh-CN" altLang="en-US"/>
            </a:p>
          </p:txBody>
        </p:sp>
        <p:sp>
          <p:nvSpPr>
            <p:cNvPr id="88" name="任意多边形: 形状 87"/>
            <p:cNvSpPr/>
            <p:nvPr/>
          </p:nvSpPr>
          <p:spPr>
            <a:xfrm>
              <a:off x="782878" y="3480377"/>
              <a:ext cx="290209" cy="365432"/>
            </a:xfrm>
            <a:custGeom>
              <a:avLst/>
              <a:gdLst>
                <a:gd name="connsiteX0" fmla="*/ 58042 w 290209"/>
                <a:gd name="connsiteY0" fmla="*/ 47375 h 365432"/>
                <a:gd name="connsiteX1" fmla="*/ 48368 w 290209"/>
                <a:gd name="connsiteY1" fmla="*/ 163032 h 365432"/>
                <a:gd name="connsiteX2" fmla="*/ 0 w 290209"/>
                <a:gd name="connsiteY2" fmla="*/ 225677 h 365432"/>
                <a:gd name="connsiteX3" fmla="*/ 9674 w 290209"/>
                <a:gd name="connsiteY3" fmla="*/ 254591 h 365432"/>
                <a:gd name="connsiteX4" fmla="*/ 43531 w 290209"/>
                <a:gd name="connsiteY4" fmla="*/ 220861 h 365432"/>
                <a:gd name="connsiteX5" fmla="*/ 33858 w 290209"/>
                <a:gd name="connsiteY5" fmla="*/ 312420 h 365432"/>
                <a:gd name="connsiteX6" fmla="*/ 58042 w 290209"/>
                <a:gd name="connsiteY6" fmla="*/ 331703 h 365432"/>
                <a:gd name="connsiteX7" fmla="*/ 101572 w 290209"/>
                <a:gd name="connsiteY7" fmla="*/ 278690 h 365432"/>
                <a:gd name="connsiteX8" fmla="*/ 116083 w 290209"/>
                <a:gd name="connsiteY8" fmla="*/ 317246 h 365432"/>
                <a:gd name="connsiteX9" fmla="*/ 96736 w 290209"/>
                <a:gd name="connsiteY9" fmla="*/ 326877 h 365432"/>
                <a:gd name="connsiteX10" fmla="*/ 140267 w 290209"/>
                <a:gd name="connsiteY10" fmla="*/ 346160 h 365432"/>
                <a:gd name="connsiteX11" fmla="*/ 111246 w 290209"/>
                <a:gd name="connsiteY11" fmla="*/ 254591 h 365432"/>
                <a:gd name="connsiteX12" fmla="*/ 135430 w 290209"/>
                <a:gd name="connsiteY12" fmla="*/ 153401 h 365432"/>
                <a:gd name="connsiteX13" fmla="*/ 130593 w 290209"/>
                <a:gd name="connsiteY13" fmla="*/ 138943 h 365432"/>
                <a:gd name="connsiteX14" fmla="*/ 120920 w 290209"/>
                <a:gd name="connsiteY14" fmla="*/ 153401 h 365432"/>
                <a:gd name="connsiteX15" fmla="*/ 87062 w 290209"/>
                <a:gd name="connsiteY15" fmla="*/ 211220 h 365432"/>
                <a:gd name="connsiteX16" fmla="*/ 82225 w 290209"/>
                <a:gd name="connsiteY16" fmla="*/ 172674 h 365432"/>
                <a:gd name="connsiteX17" fmla="*/ 67716 w 290209"/>
                <a:gd name="connsiteY17" fmla="*/ 148575 h 365432"/>
                <a:gd name="connsiteX18" fmla="*/ 72551 w 290209"/>
                <a:gd name="connsiteY18" fmla="*/ 81115 h 365432"/>
                <a:gd name="connsiteX19" fmla="*/ 58042 w 290209"/>
                <a:gd name="connsiteY19" fmla="*/ 47375 h 365432"/>
                <a:gd name="connsiteX20" fmla="*/ 164454 w 290209"/>
                <a:gd name="connsiteY20" fmla="*/ 4003 h 365432"/>
                <a:gd name="connsiteX21" fmla="*/ 241841 w 290209"/>
                <a:gd name="connsiteY21" fmla="*/ 105204 h 365432"/>
                <a:gd name="connsiteX22" fmla="*/ 270860 w 290209"/>
                <a:gd name="connsiteY22" fmla="*/ 153401 h 365432"/>
                <a:gd name="connsiteX23" fmla="*/ 290210 w 290209"/>
                <a:gd name="connsiteY23" fmla="*/ 365433 h 365432"/>
                <a:gd name="connsiteX24" fmla="*/ 222492 w 290209"/>
                <a:gd name="connsiteY24" fmla="*/ 220861 h 365432"/>
                <a:gd name="connsiteX25" fmla="*/ 178959 w 290209"/>
                <a:gd name="connsiteY25" fmla="*/ 235318 h 365432"/>
                <a:gd name="connsiteX26" fmla="*/ 159614 w 290209"/>
                <a:gd name="connsiteY26" fmla="*/ 225677 h 365432"/>
                <a:gd name="connsiteX27" fmla="*/ 174124 w 290209"/>
                <a:gd name="connsiteY27" fmla="*/ 167858 h 365432"/>
                <a:gd name="connsiteX28" fmla="*/ 154777 w 290209"/>
                <a:gd name="connsiteY28" fmla="*/ 172674 h 365432"/>
                <a:gd name="connsiteX29" fmla="*/ 140267 w 290209"/>
                <a:gd name="connsiteY29" fmla="*/ 124486 h 365432"/>
                <a:gd name="connsiteX30" fmla="*/ 135430 w 290209"/>
                <a:gd name="connsiteY30" fmla="*/ 95572 h 365432"/>
                <a:gd name="connsiteX31" fmla="*/ 183794 w 290209"/>
                <a:gd name="connsiteY31" fmla="*/ 81115 h 365432"/>
                <a:gd name="connsiteX32" fmla="*/ 164454 w 290209"/>
                <a:gd name="connsiteY32" fmla="*/ 4003 h 365432"/>
                <a:gd name="connsiteX33" fmla="*/ 72551 w 290209"/>
                <a:gd name="connsiteY33" fmla="*/ 240134 h 365432"/>
                <a:gd name="connsiteX34" fmla="*/ 82225 w 290209"/>
                <a:gd name="connsiteY34" fmla="*/ 244960 h 365432"/>
                <a:gd name="connsiteX35" fmla="*/ 77388 w 290209"/>
                <a:gd name="connsiteY35" fmla="*/ 254591 h 365432"/>
                <a:gd name="connsiteX36" fmla="*/ 62879 w 290209"/>
                <a:gd name="connsiteY36" fmla="*/ 254591 h 365432"/>
                <a:gd name="connsiteX37" fmla="*/ 72551 w 290209"/>
                <a:gd name="connsiteY37" fmla="*/ 240134 h 365432"/>
                <a:gd name="connsiteX38" fmla="*/ 164454 w 290209"/>
                <a:gd name="connsiteY38" fmla="*/ 138943 h 365432"/>
                <a:gd name="connsiteX39" fmla="*/ 198308 w 290209"/>
                <a:gd name="connsiteY39" fmla="*/ 134118 h 365432"/>
                <a:gd name="connsiteX40" fmla="*/ 178959 w 290209"/>
                <a:gd name="connsiteY40" fmla="*/ 119661 h 365432"/>
                <a:gd name="connsiteX41" fmla="*/ 164454 w 290209"/>
                <a:gd name="connsiteY41" fmla="*/ 138943 h 365432"/>
                <a:gd name="connsiteX42" fmla="*/ 188638 w 290209"/>
                <a:gd name="connsiteY42" fmla="*/ 196763 h 365432"/>
                <a:gd name="connsiteX43" fmla="*/ 212822 w 290209"/>
                <a:gd name="connsiteY43" fmla="*/ 177490 h 365432"/>
                <a:gd name="connsiteX44" fmla="*/ 198308 w 290209"/>
                <a:gd name="connsiteY44" fmla="*/ 167858 h 365432"/>
                <a:gd name="connsiteX45" fmla="*/ 188638 w 290209"/>
                <a:gd name="connsiteY45" fmla="*/ 196763 h 365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0209" h="365432">
                  <a:moveTo>
                    <a:pt x="58042" y="47375"/>
                  </a:moveTo>
                  <a:cubicBezTo>
                    <a:pt x="38695" y="71473"/>
                    <a:pt x="38695" y="114845"/>
                    <a:pt x="48368" y="163032"/>
                  </a:cubicBezTo>
                  <a:cubicBezTo>
                    <a:pt x="43531" y="167858"/>
                    <a:pt x="4837" y="196763"/>
                    <a:pt x="0" y="225677"/>
                  </a:cubicBezTo>
                  <a:cubicBezTo>
                    <a:pt x="0" y="244960"/>
                    <a:pt x="0" y="259417"/>
                    <a:pt x="9674" y="254591"/>
                  </a:cubicBezTo>
                  <a:cubicBezTo>
                    <a:pt x="19347" y="244960"/>
                    <a:pt x="29021" y="235318"/>
                    <a:pt x="43531" y="220861"/>
                  </a:cubicBezTo>
                  <a:cubicBezTo>
                    <a:pt x="48368" y="249776"/>
                    <a:pt x="43531" y="278690"/>
                    <a:pt x="33858" y="312420"/>
                  </a:cubicBezTo>
                  <a:cubicBezTo>
                    <a:pt x="38695" y="336519"/>
                    <a:pt x="48368" y="336519"/>
                    <a:pt x="58042" y="331703"/>
                  </a:cubicBezTo>
                  <a:cubicBezTo>
                    <a:pt x="72551" y="312420"/>
                    <a:pt x="87062" y="297963"/>
                    <a:pt x="101572" y="278690"/>
                  </a:cubicBezTo>
                  <a:cubicBezTo>
                    <a:pt x="106409" y="293147"/>
                    <a:pt x="111246" y="307604"/>
                    <a:pt x="116083" y="317246"/>
                  </a:cubicBezTo>
                  <a:cubicBezTo>
                    <a:pt x="111246" y="331703"/>
                    <a:pt x="101572" y="326877"/>
                    <a:pt x="96736" y="326877"/>
                  </a:cubicBezTo>
                  <a:cubicBezTo>
                    <a:pt x="96736" y="346160"/>
                    <a:pt x="125757" y="355792"/>
                    <a:pt x="140267" y="346160"/>
                  </a:cubicBezTo>
                  <a:cubicBezTo>
                    <a:pt x="140267" y="317246"/>
                    <a:pt x="125757" y="288331"/>
                    <a:pt x="111246" y="254591"/>
                  </a:cubicBezTo>
                  <a:cubicBezTo>
                    <a:pt x="116083" y="225677"/>
                    <a:pt x="130593" y="182305"/>
                    <a:pt x="135430" y="153401"/>
                  </a:cubicBezTo>
                  <a:cubicBezTo>
                    <a:pt x="135430" y="143759"/>
                    <a:pt x="125757" y="148575"/>
                    <a:pt x="130593" y="138943"/>
                  </a:cubicBezTo>
                  <a:cubicBezTo>
                    <a:pt x="125757" y="143759"/>
                    <a:pt x="116083" y="148575"/>
                    <a:pt x="120920" y="153401"/>
                  </a:cubicBezTo>
                  <a:cubicBezTo>
                    <a:pt x="120920" y="172674"/>
                    <a:pt x="96736" y="225677"/>
                    <a:pt x="87062" y="211220"/>
                  </a:cubicBezTo>
                  <a:cubicBezTo>
                    <a:pt x="87062" y="196763"/>
                    <a:pt x="82225" y="182305"/>
                    <a:pt x="82225" y="172674"/>
                  </a:cubicBezTo>
                  <a:cubicBezTo>
                    <a:pt x="77388" y="163032"/>
                    <a:pt x="72551" y="158216"/>
                    <a:pt x="67716" y="148575"/>
                  </a:cubicBezTo>
                  <a:cubicBezTo>
                    <a:pt x="62879" y="124486"/>
                    <a:pt x="67716" y="105204"/>
                    <a:pt x="72551" y="81115"/>
                  </a:cubicBezTo>
                  <a:cubicBezTo>
                    <a:pt x="82225" y="52200"/>
                    <a:pt x="87062" y="23286"/>
                    <a:pt x="58042" y="47375"/>
                  </a:cubicBezTo>
                  <a:close/>
                  <a:moveTo>
                    <a:pt x="164454" y="4003"/>
                  </a:moveTo>
                  <a:cubicBezTo>
                    <a:pt x="188638" y="-15270"/>
                    <a:pt x="217657" y="37743"/>
                    <a:pt x="241841" y="105204"/>
                  </a:cubicBezTo>
                  <a:cubicBezTo>
                    <a:pt x="275695" y="100388"/>
                    <a:pt x="295045" y="134118"/>
                    <a:pt x="270860" y="153401"/>
                  </a:cubicBezTo>
                  <a:cubicBezTo>
                    <a:pt x="275695" y="230502"/>
                    <a:pt x="285375" y="288331"/>
                    <a:pt x="290210" y="365433"/>
                  </a:cubicBezTo>
                  <a:cubicBezTo>
                    <a:pt x="266025" y="317246"/>
                    <a:pt x="222492" y="283506"/>
                    <a:pt x="222492" y="220861"/>
                  </a:cubicBezTo>
                  <a:cubicBezTo>
                    <a:pt x="207978" y="220861"/>
                    <a:pt x="193473" y="230502"/>
                    <a:pt x="178959" y="235318"/>
                  </a:cubicBezTo>
                  <a:cubicBezTo>
                    <a:pt x="169289" y="244960"/>
                    <a:pt x="159614" y="240134"/>
                    <a:pt x="159614" y="225677"/>
                  </a:cubicBezTo>
                  <a:cubicBezTo>
                    <a:pt x="149941" y="206404"/>
                    <a:pt x="159614" y="196763"/>
                    <a:pt x="174124" y="167858"/>
                  </a:cubicBezTo>
                  <a:cubicBezTo>
                    <a:pt x="169289" y="167858"/>
                    <a:pt x="159614" y="172674"/>
                    <a:pt x="154777" y="172674"/>
                  </a:cubicBezTo>
                  <a:cubicBezTo>
                    <a:pt x="140267" y="163032"/>
                    <a:pt x="145104" y="138943"/>
                    <a:pt x="140267" y="124486"/>
                  </a:cubicBezTo>
                  <a:cubicBezTo>
                    <a:pt x="140267" y="114845"/>
                    <a:pt x="135430" y="110029"/>
                    <a:pt x="135430" y="95572"/>
                  </a:cubicBezTo>
                  <a:cubicBezTo>
                    <a:pt x="149941" y="85931"/>
                    <a:pt x="164454" y="85931"/>
                    <a:pt x="183794" y="81115"/>
                  </a:cubicBezTo>
                  <a:cubicBezTo>
                    <a:pt x="178959" y="57016"/>
                    <a:pt x="174124" y="28102"/>
                    <a:pt x="164454" y="4003"/>
                  </a:cubicBezTo>
                  <a:close/>
                  <a:moveTo>
                    <a:pt x="72551" y="240134"/>
                  </a:moveTo>
                  <a:cubicBezTo>
                    <a:pt x="77388" y="240134"/>
                    <a:pt x="82225" y="240134"/>
                    <a:pt x="82225" y="244960"/>
                  </a:cubicBezTo>
                  <a:cubicBezTo>
                    <a:pt x="87062" y="249776"/>
                    <a:pt x="82225" y="254591"/>
                    <a:pt x="77388" y="254591"/>
                  </a:cubicBezTo>
                  <a:cubicBezTo>
                    <a:pt x="72551" y="259417"/>
                    <a:pt x="67716" y="259417"/>
                    <a:pt x="62879" y="254591"/>
                  </a:cubicBezTo>
                  <a:cubicBezTo>
                    <a:pt x="62879" y="249776"/>
                    <a:pt x="67716" y="244960"/>
                    <a:pt x="72551" y="240134"/>
                  </a:cubicBezTo>
                  <a:close/>
                  <a:moveTo>
                    <a:pt x="164454" y="138943"/>
                  </a:moveTo>
                  <a:cubicBezTo>
                    <a:pt x="174124" y="143759"/>
                    <a:pt x="188638" y="143759"/>
                    <a:pt x="198308" y="134118"/>
                  </a:cubicBezTo>
                  <a:cubicBezTo>
                    <a:pt x="198308" y="124486"/>
                    <a:pt x="193473" y="119661"/>
                    <a:pt x="178959" y="119661"/>
                  </a:cubicBezTo>
                  <a:cubicBezTo>
                    <a:pt x="164454" y="124486"/>
                    <a:pt x="159614" y="129302"/>
                    <a:pt x="164454" y="138943"/>
                  </a:cubicBezTo>
                  <a:close/>
                  <a:moveTo>
                    <a:pt x="188638" y="196763"/>
                  </a:moveTo>
                  <a:cubicBezTo>
                    <a:pt x="198308" y="201588"/>
                    <a:pt x="198308" y="187131"/>
                    <a:pt x="212822" y="177490"/>
                  </a:cubicBezTo>
                  <a:cubicBezTo>
                    <a:pt x="207978" y="163032"/>
                    <a:pt x="198308" y="167858"/>
                    <a:pt x="198308" y="167858"/>
                  </a:cubicBezTo>
                  <a:cubicBezTo>
                    <a:pt x="183794" y="172674"/>
                    <a:pt x="178959" y="182305"/>
                    <a:pt x="188638" y="196763"/>
                  </a:cubicBezTo>
                  <a:close/>
                </a:path>
              </a:pathLst>
            </a:custGeom>
            <a:solidFill>
              <a:srgbClr val="FFFFFF"/>
            </a:solidFill>
            <a:ln w="9518" cap="flat">
              <a:noFill/>
              <a:prstDash val="solid"/>
              <a:miter/>
            </a:ln>
          </p:spPr>
          <p:txBody>
            <a:bodyPr rtlCol="0" anchor="ctr"/>
            <a:lstStyle/>
            <a:p>
              <a:endParaRPr lang="zh-CN" altLang="en-US"/>
            </a:p>
          </p:txBody>
        </p:sp>
        <p:sp>
          <p:nvSpPr>
            <p:cNvPr id="89" name="任意多边形: 形状 88"/>
            <p:cNvSpPr/>
            <p:nvPr/>
          </p:nvSpPr>
          <p:spPr>
            <a:xfrm>
              <a:off x="1620424" y="3550766"/>
              <a:ext cx="352149" cy="314079"/>
            </a:xfrm>
            <a:custGeom>
              <a:avLst/>
              <a:gdLst>
                <a:gd name="connsiteX0" fmla="*/ 151624 w 352149"/>
                <a:gd name="connsiteY0" fmla="*/ 4692 h 314079"/>
                <a:gd name="connsiteX1" fmla="*/ 112488 w 352149"/>
                <a:gd name="connsiteY1" fmla="*/ 56249 h 314079"/>
                <a:gd name="connsiteX2" fmla="*/ 68469 w 352149"/>
                <a:gd name="connsiteY2" fmla="*/ 51566 h 314079"/>
                <a:gd name="connsiteX3" fmla="*/ 92930 w 352149"/>
                <a:gd name="connsiteY3" fmla="*/ 93758 h 314079"/>
                <a:gd name="connsiteX4" fmla="*/ 63587 w 352149"/>
                <a:gd name="connsiteY4" fmla="*/ 154698 h 314079"/>
                <a:gd name="connsiteX5" fmla="*/ 48911 w 352149"/>
                <a:gd name="connsiteY5" fmla="*/ 159381 h 314079"/>
                <a:gd name="connsiteX6" fmla="*/ 0 w 352149"/>
                <a:gd name="connsiteY6" fmla="*/ 164073 h 314079"/>
                <a:gd name="connsiteX7" fmla="*/ 19568 w 352149"/>
                <a:gd name="connsiteY7" fmla="*/ 215640 h 314079"/>
                <a:gd name="connsiteX8" fmla="*/ 48911 w 352149"/>
                <a:gd name="connsiteY8" fmla="*/ 196890 h 314079"/>
                <a:gd name="connsiteX9" fmla="*/ 58695 w 352149"/>
                <a:gd name="connsiteY9" fmla="*/ 225014 h 314079"/>
                <a:gd name="connsiteX10" fmla="*/ 88037 w 352149"/>
                <a:gd name="connsiteY10" fmla="*/ 210947 h 314079"/>
                <a:gd name="connsiteX11" fmla="*/ 92930 w 352149"/>
                <a:gd name="connsiteY11" fmla="*/ 164073 h 314079"/>
                <a:gd name="connsiteX12" fmla="*/ 176075 w 352149"/>
                <a:gd name="connsiteY12" fmla="*/ 98440 h 314079"/>
                <a:gd name="connsiteX13" fmla="*/ 205418 w 352149"/>
                <a:gd name="connsiteY13" fmla="*/ 131257 h 314079"/>
                <a:gd name="connsiteX14" fmla="*/ 176075 w 352149"/>
                <a:gd name="connsiteY14" fmla="*/ 145324 h 314079"/>
                <a:gd name="connsiteX15" fmla="*/ 151624 w 352149"/>
                <a:gd name="connsiteY15" fmla="*/ 140632 h 314079"/>
                <a:gd name="connsiteX16" fmla="*/ 141840 w 352149"/>
                <a:gd name="connsiteY16" fmla="*/ 173448 h 314079"/>
                <a:gd name="connsiteX17" fmla="*/ 190751 w 352149"/>
                <a:gd name="connsiteY17" fmla="*/ 225014 h 314079"/>
                <a:gd name="connsiteX18" fmla="*/ 136948 w 352149"/>
                <a:gd name="connsiteY18" fmla="*/ 215640 h 314079"/>
                <a:gd name="connsiteX19" fmla="*/ 127164 w 352149"/>
                <a:gd name="connsiteY19" fmla="*/ 168756 h 314079"/>
                <a:gd name="connsiteX20" fmla="*/ 97822 w 352149"/>
                <a:gd name="connsiteY20" fmla="*/ 229697 h 314079"/>
                <a:gd name="connsiteX21" fmla="*/ 215202 w 352149"/>
                <a:gd name="connsiteY21" fmla="*/ 253139 h 314079"/>
                <a:gd name="connsiteX22" fmla="*/ 234770 w 352149"/>
                <a:gd name="connsiteY22" fmla="*/ 295330 h 314079"/>
                <a:gd name="connsiteX23" fmla="*/ 352150 w 352149"/>
                <a:gd name="connsiteY23" fmla="*/ 314080 h 314079"/>
                <a:gd name="connsiteX24" fmla="*/ 347258 w 352149"/>
                <a:gd name="connsiteY24" fmla="*/ 304705 h 314079"/>
                <a:gd name="connsiteX25" fmla="*/ 288563 w 352149"/>
                <a:gd name="connsiteY25" fmla="*/ 267206 h 314079"/>
                <a:gd name="connsiteX26" fmla="*/ 249436 w 352149"/>
                <a:gd name="connsiteY26" fmla="*/ 229697 h 314079"/>
                <a:gd name="connsiteX27" fmla="*/ 288563 w 352149"/>
                <a:gd name="connsiteY27" fmla="*/ 135949 h 314079"/>
                <a:gd name="connsiteX28" fmla="*/ 244544 w 352149"/>
                <a:gd name="connsiteY28" fmla="*/ 135949 h 314079"/>
                <a:gd name="connsiteX29" fmla="*/ 283681 w 352149"/>
                <a:gd name="connsiteY29" fmla="*/ 117190 h 314079"/>
                <a:gd name="connsiteX30" fmla="*/ 322807 w 352149"/>
                <a:gd name="connsiteY30" fmla="*/ 103132 h 314079"/>
                <a:gd name="connsiteX31" fmla="*/ 332582 w 352149"/>
                <a:gd name="connsiteY31" fmla="*/ 60941 h 314079"/>
                <a:gd name="connsiteX32" fmla="*/ 269005 w 352149"/>
                <a:gd name="connsiteY32" fmla="*/ 79691 h 314079"/>
                <a:gd name="connsiteX33" fmla="*/ 273896 w 352149"/>
                <a:gd name="connsiteY33" fmla="*/ 0 h 314079"/>
                <a:gd name="connsiteX34" fmla="*/ 234770 w 352149"/>
                <a:gd name="connsiteY34" fmla="*/ 75008 h 314079"/>
                <a:gd name="connsiteX35" fmla="*/ 171183 w 352149"/>
                <a:gd name="connsiteY35" fmla="*/ 89065 h 314079"/>
                <a:gd name="connsiteX36" fmla="*/ 117380 w 352149"/>
                <a:gd name="connsiteY36" fmla="*/ 117190 h 314079"/>
                <a:gd name="connsiteX37" fmla="*/ 141840 w 352149"/>
                <a:gd name="connsiteY37" fmla="*/ 75008 h 314079"/>
                <a:gd name="connsiteX38" fmla="*/ 151624 w 352149"/>
                <a:gd name="connsiteY38" fmla="*/ 4692 h 314079"/>
                <a:gd name="connsiteX39" fmla="*/ 210310 w 352149"/>
                <a:gd name="connsiteY39" fmla="*/ 178131 h 314079"/>
                <a:gd name="connsiteX40" fmla="*/ 249436 w 352149"/>
                <a:gd name="connsiteY40" fmla="*/ 164073 h 314079"/>
                <a:gd name="connsiteX41" fmla="*/ 224986 w 352149"/>
                <a:gd name="connsiteY41" fmla="*/ 206265 h 314079"/>
                <a:gd name="connsiteX42" fmla="*/ 210310 w 352149"/>
                <a:gd name="connsiteY42" fmla="*/ 178131 h 31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149" h="314079">
                  <a:moveTo>
                    <a:pt x="151624" y="4692"/>
                  </a:moveTo>
                  <a:cubicBezTo>
                    <a:pt x="136948" y="18750"/>
                    <a:pt x="127164" y="37499"/>
                    <a:pt x="112488" y="56249"/>
                  </a:cubicBezTo>
                  <a:cubicBezTo>
                    <a:pt x="107606" y="75008"/>
                    <a:pt x="88037" y="65633"/>
                    <a:pt x="68469" y="51566"/>
                  </a:cubicBezTo>
                  <a:cubicBezTo>
                    <a:pt x="68469" y="70316"/>
                    <a:pt x="73361" y="79691"/>
                    <a:pt x="92930" y="93758"/>
                  </a:cubicBezTo>
                  <a:cubicBezTo>
                    <a:pt x="83145" y="117190"/>
                    <a:pt x="73361" y="140632"/>
                    <a:pt x="63587" y="154698"/>
                  </a:cubicBezTo>
                  <a:cubicBezTo>
                    <a:pt x="58695" y="159381"/>
                    <a:pt x="53803" y="159381"/>
                    <a:pt x="48911" y="159381"/>
                  </a:cubicBezTo>
                  <a:cubicBezTo>
                    <a:pt x="29343" y="168756"/>
                    <a:pt x="19568" y="168756"/>
                    <a:pt x="0" y="164073"/>
                  </a:cubicBezTo>
                  <a:cubicBezTo>
                    <a:pt x="4892" y="201573"/>
                    <a:pt x="0" y="206265"/>
                    <a:pt x="19568" y="215640"/>
                  </a:cubicBezTo>
                  <a:cubicBezTo>
                    <a:pt x="29343" y="206265"/>
                    <a:pt x="44019" y="206265"/>
                    <a:pt x="48911" y="196890"/>
                  </a:cubicBezTo>
                  <a:cubicBezTo>
                    <a:pt x="48911" y="206265"/>
                    <a:pt x="58695" y="215640"/>
                    <a:pt x="58695" y="225014"/>
                  </a:cubicBezTo>
                  <a:cubicBezTo>
                    <a:pt x="68469" y="225014"/>
                    <a:pt x="78253" y="225014"/>
                    <a:pt x="88037" y="210947"/>
                  </a:cubicBezTo>
                  <a:cubicBezTo>
                    <a:pt x="88037" y="196890"/>
                    <a:pt x="92930" y="178131"/>
                    <a:pt x="92930" y="164073"/>
                  </a:cubicBezTo>
                  <a:cubicBezTo>
                    <a:pt x="122272" y="154698"/>
                    <a:pt x="146732" y="131257"/>
                    <a:pt x="176075" y="98440"/>
                  </a:cubicBezTo>
                  <a:cubicBezTo>
                    <a:pt x="180967" y="107815"/>
                    <a:pt x="190751" y="121882"/>
                    <a:pt x="205418" y="131257"/>
                  </a:cubicBezTo>
                  <a:cubicBezTo>
                    <a:pt x="195643" y="135949"/>
                    <a:pt x="185859" y="140632"/>
                    <a:pt x="176075" y="145324"/>
                  </a:cubicBezTo>
                  <a:cubicBezTo>
                    <a:pt x="166291" y="145324"/>
                    <a:pt x="161399" y="140632"/>
                    <a:pt x="151624" y="140632"/>
                  </a:cubicBezTo>
                  <a:cubicBezTo>
                    <a:pt x="151624" y="154698"/>
                    <a:pt x="141840" y="159381"/>
                    <a:pt x="141840" y="173448"/>
                  </a:cubicBezTo>
                  <a:cubicBezTo>
                    <a:pt x="156507" y="192198"/>
                    <a:pt x="176075" y="206265"/>
                    <a:pt x="190751" y="225014"/>
                  </a:cubicBezTo>
                  <a:cubicBezTo>
                    <a:pt x="171183" y="225014"/>
                    <a:pt x="146732" y="225014"/>
                    <a:pt x="136948" y="215640"/>
                  </a:cubicBezTo>
                  <a:cubicBezTo>
                    <a:pt x="127164" y="206265"/>
                    <a:pt x="127164" y="187506"/>
                    <a:pt x="127164" y="168756"/>
                  </a:cubicBezTo>
                  <a:cubicBezTo>
                    <a:pt x="117380" y="178131"/>
                    <a:pt x="102714" y="210947"/>
                    <a:pt x="97822" y="229697"/>
                  </a:cubicBezTo>
                  <a:cubicBezTo>
                    <a:pt x="132056" y="248447"/>
                    <a:pt x="171183" y="257831"/>
                    <a:pt x="215202" y="253139"/>
                  </a:cubicBezTo>
                  <a:cubicBezTo>
                    <a:pt x="229878" y="262514"/>
                    <a:pt x="220094" y="285955"/>
                    <a:pt x="234770" y="295330"/>
                  </a:cubicBezTo>
                  <a:cubicBezTo>
                    <a:pt x="259220" y="309387"/>
                    <a:pt x="327699" y="300013"/>
                    <a:pt x="352150" y="314080"/>
                  </a:cubicBezTo>
                  <a:cubicBezTo>
                    <a:pt x="352150" y="309387"/>
                    <a:pt x="352150" y="309387"/>
                    <a:pt x="347258" y="304705"/>
                  </a:cubicBezTo>
                  <a:cubicBezTo>
                    <a:pt x="327699" y="295330"/>
                    <a:pt x="303239" y="285955"/>
                    <a:pt x="288563" y="267206"/>
                  </a:cubicBezTo>
                  <a:cubicBezTo>
                    <a:pt x="269005" y="253139"/>
                    <a:pt x="259220" y="239072"/>
                    <a:pt x="249436" y="229697"/>
                  </a:cubicBezTo>
                  <a:cubicBezTo>
                    <a:pt x="278789" y="201573"/>
                    <a:pt x="308131" y="154698"/>
                    <a:pt x="288563" y="135949"/>
                  </a:cubicBezTo>
                  <a:cubicBezTo>
                    <a:pt x="283681" y="131257"/>
                    <a:pt x="264112" y="140632"/>
                    <a:pt x="244544" y="135949"/>
                  </a:cubicBezTo>
                  <a:cubicBezTo>
                    <a:pt x="249436" y="126574"/>
                    <a:pt x="259220" y="112507"/>
                    <a:pt x="283681" y="117190"/>
                  </a:cubicBezTo>
                  <a:cubicBezTo>
                    <a:pt x="298347" y="121882"/>
                    <a:pt x="308131" y="107815"/>
                    <a:pt x="322807" y="103132"/>
                  </a:cubicBezTo>
                  <a:cubicBezTo>
                    <a:pt x="327699" y="89065"/>
                    <a:pt x="337474" y="75008"/>
                    <a:pt x="332582" y="60941"/>
                  </a:cubicBezTo>
                  <a:cubicBezTo>
                    <a:pt x="308131" y="75008"/>
                    <a:pt x="288563" y="79691"/>
                    <a:pt x="269005" y="79691"/>
                  </a:cubicBezTo>
                  <a:cubicBezTo>
                    <a:pt x="288563" y="51566"/>
                    <a:pt x="288563" y="23442"/>
                    <a:pt x="273896" y="0"/>
                  </a:cubicBezTo>
                  <a:cubicBezTo>
                    <a:pt x="249436" y="28124"/>
                    <a:pt x="234770" y="56249"/>
                    <a:pt x="234770" y="75008"/>
                  </a:cubicBezTo>
                  <a:cubicBezTo>
                    <a:pt x="205418" y="98440"/>
                    <a:pt x="190751" y="79691"/>
                    <a:pt x="171183" y="89065"/>
                  </a:cubicBezTo>
                  <a:cubicBezTo>
                    <a:pt x="156507" y="93758"/>
                    <a:pt x="141840" y="107815"/>
                    <a:pt x="117380" y="117190"/>
                  </a:cubicBezTo>
                  <a:cubicBezTo>
                    <a:pt x="107606" y="103132"/>
                    <a:pt x="112488" y="93758"/>
                    <a:pt x="141840" y="75008"/>
                  </a:cubicBezTo>
                  <a:cubicBezTo>
                    <a:pt x="171183" y="60941"/>
                    <a:pt x="180967" y="9375"/>
                    <a:pt x="151624" y="4692"/>
                  </a:cubicBezTo>
                  <a:close/>
                  <a:moveTo>
                    <a:pt x="210310" y="178131"/>
                  </a:moveTo>
                  <a:cubicBezTo>
                    <a:pt x="220094" y="173448"/>
                    <a:pt x="234770" y="168756"/>
                    <a:pt x="249436" y="164073"/>
                  </a:cubicBezTo>
                  <a:cubicBezTo>
                    <a:pt x="254328" y="182823"/>
                    <a:pt x="234770" y="187506"/>
                    <a:pt x="224986" y="206265"/>
                  </a:cubicBezTo>
                  <a:cubicBezTo>
                    <a:pt x="205418" y="196890"/>
                    <a:pt x="200526" y="187506"/>
                    <a:pt x="210310" y="178131"/>
                  </a:cubicBezTo>
                  <a:close/>
                </a:path>
              </a:pathLst>
            </a:custGeom>
            <a:solidFill>
              <a:srgbClr val="FFFFFF"/>
            </a:solidFill>
            <a:ln w="9518" cap="flat">
              <a:noFill/>
              <a:prstDash val="solid"/>
              <a:miter/>
            </a:ln>
          </p:spPr>
          <p:txBody>
            <a:bodyPr rtlCol="0" anchor="ctr"/>
            <a:lstStyle/>
            <a:p>
              <a:endParaRPr lang="zh-CN" altLang="en-US"/>
            </a:p>
          </p:txBody>
        </p:sp>
        <p:sp>
          <p:nvSpPr>
            <p:cNvPr id="90" name="任意多边形: 形状 89"/>
            <p:cNvSpPr/>
            <p:nvPr/>
          </p:nvSpPr>
          <p:spPr>
            <a:xfrm>
              <a:off x="1044611" y="5792152"/>
              <a:ext cx="732852" cy="237939"/>
            </a:xfrm>
            <a:custGeom>
              <a:avLst/>
              <a:gdLst>
                <a:gd name="connsiteX0" fmla="*/ 120540 w 732852"/>
                <a:gd name="connsiteY0" fmla="*/ 4854 h 237939"/>
                <a:gd name="connsiteX1" fmla="*/ 125356 w 732852"/>
                <a:gd name="connsiteY1" fmla="*/ 4854 h 237939"/>
                <a:gd name="connsiteX2" fmla="*/ 101248 w 732852"/>
                <a:gd name="connsiteY2" fmla="*/ 106835 h 237939"/>
                <a:gd name="connsiteX3" fmla="*/ 77140 w 732852"/>
                <a:gd name="connsiteY3" fmla="*/ 199088 h 237939"/>
                <a:gd name="connsiteX4" fmla="*/ 77140 w 732852"/>
                <a:gd name="connsiteY4" fmla="*/ 218514 h 237939"/>
                <a:gd name="connsiteX5" fmla="*/ 81965 w 732852"/>
                <a:gd name="connsiteY5" fmla="*/ 223368 h 237939"/>
                <a:gd name="connsiteX6" fmla="*/ 91607 w 732852"/>
                <a:gd name="connsiteY6" fmla="*/ 223368 h 237939"/>
                <a:gd name="connsiteX7" fmla="*/ 110889 w 732852"/>
                <a:gd name="connsiteY7" fmla="*/ 228231 h 237939"/>
                <a:gd name="connsiteX8" fmla="*/ 106073 w 732852"/>
                <a:gd name="connsiteY8" fmla="*/ 237939 h 237939"/>
                <a:gd name="connsiteX9" fmla="*/ 48216 w 732852"/>
                <a:gd name="connsiteY9" fmla="*/ 233085 h 237939"/>
                <a:gd name="connsiteX10" fmla="*/ 0 w 732852"/>
                <a:gd name="connsiteY10" fmla="*/ 237939 h 237939"/>
                <a:gd name="connsiteX11" fmla="*/ 4825 w 732852"/>
                <a:gd name="connsiteY11" fmla="*/ 228231 h 237939"/>
                <a:gd name="connsiteX12" fmla="*/ 33749 w 732852"/>
                <a:gd name="connsiteY12" fmla="*/ 218514 h 237939"/>
                <a:gd name="connsiteX13" fmla="*/ 48216 w 732852"/>
                <a:gd name="connsiteY13" fmla="*/ 203952 h 237939"/>
                <a:gd name="connsiteX14" fmla="*/ 53032 w 732852"/>
                <a:gd name="connsiteY14" fmla="*/ 184527 h 237939"/>
                <a:gd name="connsiteX15" fmla="*/ 77140 w 732852"/>
                <a:gd name="connsiteY15" fmla="*/ 106835 h 237939"/>
                <a:gd name="connsiteX16" fmla="*/ 86781 w 732852"/>
                <a:gd name="connsiteY16" fmla="*/ 53413 h 237939"/>
                <a:gd name="connsiteX17" fmla="*/ 81965 w 732852"/>
                <a:gd name="connsiteY17" fmla="*/ 48559 h 237939"/>
                <a:gd name="connsiteX18" fmla="*/ 43391 w 732852"/>
                <a:gd name="connsiteY18" fmla="*/ 63130 h 237939"/>
                <a:gd name="connsiteX19" fmla="*/ 38575 w 732852"/>
                <a:gd name="connsiteY19" fmla="*/ 53413 h 237939"/>
                <a:gd name="connsiteX20" fmla="*/ 91607 w 732852"/>
                <a:gd name="connsiteY20" fmla="*/ 29133 h 237939"/>
                <a:gd name="connsiteX21" fmla="*/ 120540 w 732852"/>
                <a:gd name="connsiteY21" fmla="*/ 4854 h 237939"/>
                <a:gd name="connsiteX22" fmla="*/ 178388 w 732852"/>
                <a:gd name="connsiteY22" fmla="*/ 237939 h 237939"/>
                <a:gd name="connsiteX23" fmla="*/ 178388 w 732852"/>
                <a:gd name="connsiteY23" fmla="*/ 228231 h 237939"/>
                <a:gd name="connsiteX24" fmla="*/ 294102 w 732852"/>
                <a:gd name="connsiteY24" fmla="*/ 135968 h 237939"/>
                <a:gd name="connsiteX25" fmla="*/ 250712 w 732852"/>
                <a:gd name="connsiteY25" fmla="*/ 155393 h 237939"/>
                <a:gd name="connsiteX26" fmla="*/ 216962 w 732852"/>
                <a:gd name="connsiteY26" fmla="*/ 135968 h 237939"/>
                <a:gd name="connsiteX27" fmla="*/ 202496 w 732852"/>
                <a:gd name="connsiteY27" fmla="*/ 92263 h 237939"/>
                <a:gd name="connsiteX28" fmla="*/ 221788 w 732852"/>
                <a:gd name="connsiteY28" fmla="*/ 29133 h 237939"/>
                <a:gd name="connsiteX29" fmla="*/ 274820 w 732852"/>
                <a:gd name="connsiteY29" fmla="*/ 4854 h 237939"/>
                <a:gd name="connsiteX30" fmla="*/ 318210 w 732852"/>
                <a:gd name="connsiteY30" fmla="*/ 24279 h 237939"/>
                <a:gd name="connsiteX31" fmla="*/ 337502 w 732852"/>
                <a:gd name="connsiteY31" fmla="*/ 82555 h 237939"/>
                <a:gd name="connsiteX32" fmla="*/ 294102 w 732852"/>
                <a:gd name="connsiteY32" fmla="*/ 189381 h 237939"/>
                <a:gd name="connsiteX33" fmla="*/ 178388 w 732852"/>
                <a:gd name="connsiteY33" fmla="*/ 237939 h 237939"/>
                <a:gd name="connsiteX34" fmla="*/ 298928 w 732852"/>
                <a:gd name="connsiteY34" fmla="*/ 121397 h 237939"/>
                <a:gd name="connsiteX35" fmla="*/ 303753 w 732852"/>
                <a:gd name="connsiteY35" fmla="*/ 72838 h 237939"/>
                <a:gd name="connsiteX36" fmla="*/ 294102 w 732852"/>
                <a:gd name="connsiteY36" fmla="*/ 29133 h 237939"/>
                <a:gd name="connsiteX37" fmla="*/ 269994 w 732852"/>
                <a:gd name="connsiteY37" fmla="*/ 14571 h 237939"/>
                <a:gd name="connsiteX38" fmla="*/ 245896 w 732852"/>
                <a:gd name="connsiteY38" fmla="*/ 33997 h 237939"/>
                <a:gd name="connsiteX39" fmla="*/ 236245 w 732852"/>
                <a:gd name="connsiteY39" fmla="*/ 87409 h 237939"/>
                <a:gd name="connsiteX40" fmla="*/ 241070 w 732852"/>
                <a:gd name="connsiteY40" fmla="*/ 126251 h 237939"/>
                <a:gd name="connsiteX41" fmla="*/ 265178 w 732852"/>
                <a:gd name="connsiteY41" fmla="*/ 135968 h 237939"/>
                <a:gd name="connsiteX42" fmla="*/ 298928 w 732852"/>
                <a:gd name="connsiteY42" fmla="*/ 121397 h 237939"/>
                <a:gd name="connsiteX43" fmla="*/ 530357 w 732852"/>
                <a:gd name="connsiteY43" fmla="*/ 0 h 237939"/>
                <a:gd name="connsiteX44" fmla="*/ 544814 w 732852"/>
                <a:gd name="connsiteY44" fmla="*/ 0 h 237939"/>
                <a:gd name="connsiteX45" fmla="*/ 530357 w 732852"/>
                <a:gd name="connsiteY45" fmla="*/ 29133 h 237939"/>
                <a:gd name="connsiteX46" fmla="*/ 506249 w 732852"/>
                <a:gd name="connsiteY46" fmla="*/ 33997 h 237939"/>
                <a:gd name="connsiteX47" fmla="*/ 453207 w 732852"/>
                <a:gd name="connsiteY47" fmla="*/ 38851 h 237939"/>
                <a:gd name="connsiteX48" fmla="*/ 443566 w 732852"/>
                <a:gd name="connsiteY48" fmla="*/ 58267 h 237939"/>
                <a:gd name="connsiteX49" fmla="*/ 448392 w 732852"/>
                <a:gd name="connsiteY49" fmla="*/ 67984 h 237939"/>
                <a:gd name="connsiteX50" fmla="*/ 458033 w 732852"/>
                <a:gd name="connsiteY50" fmla="*/ 72838 h 237939"/>
                <a:gd name="connsiteX51" fmla="*/ 491782 w 732852"/>
                <a:gd name="connsiteY51" fmla="*/ 92263 h 237939"/>
                <a:gd name="connsiteX52" fmla="*/ 501423 w 732852"/>
                <a:gd name="connsiteY52" fmla="*/ 135968 h 237939"/>
                <a:gd name="connsiteX53" fmla="*/ 472500 w 732852"/>
                <a:gd name="connsiteY53" fmla="*/ 203952 h 237939"/>
                <a:gd name="connsiteX54" fmla="*/ 400176 w 732852"/>
                <a:gd name="connsiteY54" fmla="*/ 237939 h 237939"/>
                <a:gd name="connsiteX55" fmla="*/ 371252 w 732852"/>
                <a:gd name="connsiteY55" fmla="*/ 233085 h 237939"/>
                <a:gd name="connsiteX56" fmla="*/ 366426 w 732852"/>
                <a:gd name="connsiteY56" fmla="*/ 218514 h 237939"/>
                <a:gd name="connsiteX57" fmla="*/ 366426 w 732852"/>
                <a:gd name="connsiteY57" fmla="*/ 213660 h 237939"/>
                <a:gd name="connsiteX58" fmla="*/ 376068 w 732852"/>
                <a:gd name="connsiteY58" fmla="*/ 208806 h 237939"/>
                <a:gd name="connsiteX59" fmla="*/ 385709 w 732852"/>
                <a:gd name="connsiteY59" fmla="*/ 213660 h 237939"/>
                <a:gd name="connsiteX60" fmla="*/ 409817 w 732852"/>
                <a:gd name="connsiteY60" fmla="*/ 223368 h 237939"/>
                <a:gd name="connsiteX61" fmla="*/ 458033 w 732852"/>
                <a:gd name="connsiteY61" fmla="*/ 199088 h 237939"/>
                <a:gd name="connsiteX62" fmla="*/ 477315 w 732852"/>
                <a:gd name="connsiteY62" fmla="*/ 150530 h 237939"/>
                <a:gd name="connsiteX63" fmla="*/ 467674 w 732852"/>
                <a:gd name="connsiteY63" fmla="*/ 121397 h 237939"/>
                <a:gd name="connsiteX64" fmla="*/ 438750 w 732852"/>
                <a:gd name="connsiteY64" fmla="*/ 97117 h 237939"/>
                <a:gd name="connsiteX65" fmla="*/ 429109 w 732852"/>
                <a:gd name="connsiteY65" fmla="*/ 92263 h 237939"/>
                <a:gd name="connsiteX66" fmla="*/ 424283 w 732852"/>
                <a:gd name="connsiteY66" fmla="*/ 82555 h 237939"/>
                <a:gd name="connsiteX67" fmla="*/ 433925 w 732852"/>
                <a:gd name="connsiteY67" fmla="*/ 58267 h 237939"/>
                <a:gd name="connsiteX68" fmla="*/ 443566 w 732852"/>
                <a:gd name="connsiteY68" fmla="*/ 14571 h 237939"/>
                <a:gd name="connsiteX69" fmla="*/ 462858 w 732852"/>
                <a:gd name="connsiteY69" fmla="*/ 9708 h 237939"/>
                <a:gd name="connsiteX70" fmla="*/ 506249 w 732852"/>
                <a:gd name="connsiteY70" fmla="*/ 9708 h 237939"/>
                <a:gd name="connsiteX71" fmla="*/ 520715 w 732852"/>
                <a:gd name="connsiteY71" fmla="*/ 9708 h 237939"/>
                <a:gd name="connsiteX72" fmla="*/ 530357 w 732852"/>
                <a:gd name="connsiteY72" fmla="*/ 0 h 237939"/>
                <a:gd name="connsiteX73" fmla="*/ 732852 w 732852"/>
                <a:gd name="connsiteY73" fmla="*/ 4854 h 237939"/>
                <a:gd name="connsiteX74" fmla="*/ 728027 w 732852"/>
                <a:gd name="connsiteY74" fmla="*/ 14571 h 237939"/>
                <a:gd name="connsiteX75" fmla="*/ 612322 w 732852"/>
                <a:gd name="connsiteY75" fmla="*/ 106835 h 237939"/>
                <a:gd name="connsiteX76" fmla="*/ 655713 w 732852"/>
                <a:gd name="connsiteY76" fmla="*/ 92263 h 237939"/>
                <a:gd name="connsiteX77" fmla="*/ 694278 w 732852"/>
                <a:gd name="connsiteY77" fmla="*/ 106835 h 237939"/>
                <a:gd name="connsiteX78" fmla="*/ 703929 w 732852"/>
                <a:gd name="connsiteY78" fmla="*/ 150530 h 237939"/>
                <a:gd name="connsiteX79" fmla="*/ 684637 w 732852"/>
                <a:gd name="connsiteY79" fmla="*/ 213660 h 237939"/>
                <a:gd name="connsiteX80" fmla="*/ 631605 w 732852"/>
                <a:gd name="connsiteY80" fmla="*/ 237939 h 237939"/>
                <a:gd name="connsiteX81" fmla="*/ 588214 w 732852"/>
                <a:gd name="connsiteY81" fmla="*/ 218514 h 237939"/>
                <a:gd name="connsiteX82" fmla="*/ 573747 w 732852"/>
                <a:gd name="connsiteY82" fmla="*/ 160247 h 237939"/>
                <a:gd name="connsiteX83" fmla="*/ 593030 w 732852"/>
                <a:gd name="connsiteY83" fmla="*/ 87409 h 237939"/>
                <a:gd name="connsiteX84" fmla="*/ 646071 w 732852"/>
                <a:gd name="connsiteY84" fmla="*/ 29133 h 237939"/>
                <a:gd name="connsiteX85" fmla="*/ 732852 w 732852"/>
                <a:gd name="connsiteY85" fmla="*/ 4854 h 237939"/>
                <a:gd name="connsiteX86" fmla="*/ 612322 w 732852"/>
                <a:gd name="connsiteY86" fmla="*/ 121397 h 237939"/>
                <a:gd name="connsiteX87" fmla="*/ 607497 w 732852"/>
                <a:gd name="connsiteY87" fmla="*/ 174809 h 237939"/>
                <a:gd name="connsiteX88" fmla="*/ 612322 w 732852"/>
                <a:gd name="connsiteY88" fmla="*/ 213660 h 237939"/>
                <a:gd name="connsiteX89" fmla="*/ 636420 w 732852"/>
                <a:gd name="connsiteY89" fmla="*/ 228231 h 237939"/>
                <a:gd name="connsiteX90" fmla="*/ 665354 w 732852"/>
                <a:gd name="connsiteY90" fmla="*/ 208806 h 237939"/>
                <a:gd name="connsiteX91" fmla="*/ 670179 w 732852"/>
                <a:gd name="connsiteY91" fmla="*/ 160247 h 237939"/>
                <a:gd name="connsiteX92" fmla="*/ 665354 w 732852"/>
                <a:gd name="connsiteY92" fmla="*/ 121397 h 237939"/>
                <a:gd name="connsiteX93" fmla="*/ 646071 w 732852"/>
                <a:gd name="connsiteY93" fmla="*/ 106835 h 237939"/>
                <a:gd name="connsiteX94" fmla="*/ 612322 w 732852"/>
                <a:gd name="connsiteY94" fmla="*/ 121397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32852" h="237939">
                  <a:moveTo>
                    <a:pt x="120540" y="4854"/>
                  </a:moveTo>
                  <a:cubicBezTo>
                    <a:pt x="125356" y="4854"/>
                    <a:pt x="125356" y="4854"/>
                    <a:pt x="125356" y="4854"/>
                  </a:cubicBezTo>
                  <a:cubicBezTo>
                    <a:pt x="101248" y="106835"/>
                    <a:pt x="101248" y="106835"/>
                    <a:pt x="101248" y="106835"/>
                  </a:cubicBezTo>
                  <a:cubicBezTo>
                    <a:pt x="77140" y="199088"/>
                    <a:pt x="77140" y="199088"/>
                    <a:pt x="77140" y="199088"/>
                  </a:cubicBezTo>
                  <a:cubicBezTo>
                    <a:pt x="77140" y="208806"/>
                    <a:pt x="77140" y="213660"/>
                    <a:pt x="77140" y="218514"/>
                  </a:cubicBezTo>
                  <a:cubicBezTo>
                    <a:pt x="77140" y="218514"/>
                    <a:pt x="77140" y="223368"/>
                    <a:pt x="81965" y="223368"/>
                  </a:cubicBezTo>
                  <a:cubicBezTo>
                    <a:pt x="81965" y="223368"/>
                    <a:pt x="86781" y="223368"/>
                    <a:pt x="91607" y="223368"/>
                  </a:cubicBezTo>
                  <a:cubicBezTo>
                    <a:pt x="101248" y="223368"/>
                    <a:pt x="106073" y="228231"/>
                    <a:pt x="110889" y="228231"/>
                  </a:cubicBezTo>
                  <a:cubicBezTo>
                    <a:pt x="106073" y="237939"/>
                    <a:pt x="106073" y="237939"/>
                    <a:pt x="106073" y="237939"/>
                  </a:cubicBezTo>
                  <a:cubicBezTo>
                    <a:pt x="86781" y="233085"/>
                    <a:pt x="67499" y="233085"/>
                    <a:pt x="48216" y="233085"/>
                  </a:cubicBezTo>
                  <a:cubicBezTo>
                    <a:pt x="33749" y="233085"/>
                    <a:pt x="19283" y="233085"/>
                    <a:pt x="0" y="237939"/>
                  </a:cubicBezTo>
                  <a:cubicBezTo>
                    <a:pt x="4825" y="228231"/>
                    <a:pt x="4825" y="228231"/>
                    <a:pt x="4825" y="228231"/>
                  </a:cubicBezTo>
                  <a:cubicBezTo>
                    <a:pt x="19283" y="223368"/>
                    <a:pt x="28933" y="223368"/>
                    <a:pt x="33749" y="218514"/>
                  </a:cubicBezTo>
                  <a:cubicBezTo>
                    <a:pt x="38575" y="218514"/>
                    <a:pt x="43391" y="213660"/>
                    <a:pt x="48216" y="203952"/>
                  </a:cubicBezTo>
                  <a:cubicBezTo>
                    <a:pt x="53032" y="199088"/>
                    <a:pt x="53032" y="189381"/>
                    <a:pt x="53032" y="184527"/>
                  </a:cubicBezTo>
                  <a:cubicBezTo>
                    <a:pt x="77140" y="106835"/>
                    <a:pt x="77140" y="106835"/>
                    <a:pt x="77140" y="106835"/>
                  </a:cubicBezTo>
                  <a:cubicBezTo>
                    <a:pt x="81965" y="72838"/>
                    <a:pt x="86781" y="58267"/>
                    <a:pt x="86781" y="53413"/>
                  </a:cubicBezTo>
                  <a:cubicBezTo>
                    <a:pt x="86781" y="48559"/>
                    <a:pt x="81965" y="48559"/>
                    <a:pt x="81965" y="48559"/>
                  </a:cubicBezTo>
                  <a:cubicBezTo>
                    <a:pt x="77140" y="48559"/>
                    <a:pt x="62683" y="53413"/>
                    <a:pt x="43391" y="63130"/>
                  </a:cubicBezTo>
                  <a:cubicBezTo>
                    <a:pt x="38575" y="53413"/>
                    <a:pt x="38575" y="53413"/>
                    <a:pt x="38575" y="53413"/>
                  </a:cubicBezTo>
                  <a:cubicBezTo>
                    <a:pt x="62683" y="43705"/>
                    <a:pt x="81965" y="33997"/>
                    <a:pt x="91607" y="29133"/>
                  </a:cubicBezTo>
                  <a:cubicBezTo>
                    <a:pt x="101248" y="19425"/>
                    <a:pt x="110889" y="14571"/>
                    <a:pt x="120540" y="4854"/>
                  </a:cubicBezTo>
                  <a:close/>
                  <a:moveTo>
                    <a:pt x="178388" y="237939"/>
                  </a:moveTo>
                  <a:cubicBezTo>
                    <a:pt x="178388" y="228231"/>
                    <a:pt x="178388" y="228231"/>
                    <a:pt x="178388" y="228231"/>
                  </a:cubicBezTo>
                  <a:cubicBezTo>
                    <a:pt x="236245" y="223368"/>
                    <a:pt x="274820" y="194234"/>
                    <a:pt x="294102" y="135968"/>
                  </a:cubicBezTo>
                  <a:cubicBezTo>
                    <a:pt x="279645" y="145676"/>
                    <a:pt x="265178" y="155393"/>
                    <a:pt x="250712" y="155393"/>
                  </a:cubicBezTo>
                  <a:cubicBezTo>
                    <a:pt x="236245" y="155393"/>
                    <a:pt x="221788" y="150530"/>
                    <a:pt x="216962" y="135968"/>
                  </a:cubicBezTo>
                  <a:cubicBezTo>
                    <a:pt x="207321" y="126251"/>
                    <a:pt x="202496" y="111688"/>
                    <a:pt x="202496" y="92263"/>
                  </a:cubicBezTo>
                  <a:cubicBezTo>
                    <a:pt x="202496" y="67984"/>
                    <a:pt x="207321" y="48559"/>
                    <a:pt x="221788" y="29133"/>
                  </a:cubicBezTo>
                  <a:cubicBezTo>
                    <a:pt x="236245" y="14571"/>
                    <a:pt x="255537" y="4854"/>
                    <a:pt x="274820" y="4854"/>
                  </a:cubicBezTo>
                  <a:cubicBezTo>
                    <a:pt x="294102" y="4854"/>
                    <a:pt x="308569" y="14571"/>
                    <a:pt x="318210" y="24279"/>
                  </a:cubicBezTo>
                  <a:cubicBezTo>
                    <a:pt x="327852" y="38851"/>
                    <a:pt x="337502" y="58267"/>
                    <a:pt x="337502" y="82555"/>
                  </a:cubicBezTo>
                  <a:cubicBezTo>
                    <a:pt x="337502" y="121397"/>
                    <a:pt x="323036" y="160247"/>
                    <a:pt x="294102" y="189381"/>
                  </a:cubicBezTo>
                  <a:cubicBezTo>
                    <a:pt x="265178" y="223368"/>
                    <a:pt x="226604" y="237939"/>
                    <a:pt x="178388" y="237939"/>
                  </a:cubicBezTo>
                  <a:close/>
                  <a:moveTo>
                    <a:pt x="298928" y="121397"/>
                  </a:moveTo>
                  <a:cubicBezTo>
                    <a:pt x="298928" y="101971"/>
                    <a:pt x="303753" y="82555"/>
                    <a:pt x="303753" y="72838"/>
                  </a:cubicBezTo>
                  <a:cubicBezTo>
                    <a:pt x="303753" y="53413"/>
                    <a:pt x="298928" y="38851"/>
                    <a:pt x="294102" y="29133"/>
                  </a:cubicBezTo>
                  <a:cubicBezTo>
                    <a:pt x="289286" y="19425"/>
                    <a:pt x="279645" y="14571"/>
                    <a:pt x="269994" y="14571"/>
                  </a:cubicBezTo>
                  <a:cubicBezTo>
                    <a:pt x="260353" y="14571"/>
                    <a:pt x="250712" y="24279"/>
                    <a:pt x="245896" y="33997"/>
                  </a:cubicBezTo>
                  <a:cubicBezTo>
                    <a:pt x="236245" y="48559"/>
                    <a:pt x="236245" y="63130"/>
                    <a:pt x="236245" y="87409"/>
                  </a:cubicBezTo>
                  <a:cubicBezTo>
                    <a:pt x="236245" y="101971"/>
                    <a:pt x="236245" y="116543"/>
                    <a:pt x="241070" y="126251"/>
                  </a:cubicBezTo>
                  <a:cubicBezTo>
                    <a:pt x="250712" y="135968"/>
                    <a:pt x="255537" y="135968"/>
                    <a:pt x="265178" y="135968"/>
                  </a:cubicBezTo>
                  <a:cubicBezTo>
                    <a:pt x="274820" y="135968"/>
                    <a:pt x="284461" y="131114"/>
                    <a:pt x="298928" y="121397"/>
                  </a:cubicBezTo>
                  <a:close/>
                  <a:moveTo>
                    <a:pt x="530357" y="0"/>
                  </a:moveTo>
                  <a:cubicBezTo>
                    <a:pt x="544814" y="0"/>
                    <a:pt x="544814" y="0"/>
                    <a:pt x="544814" y="0"/>
                  </a:cubicBezTo>
                  <a:cubicBezTo>
                    <a:pt x="530357" y="29133"/>
                    <a:pt x="530357" y="29133"/>
                    <a:pt x="530357" y="29133"/>
                  </a:cubicBezTo>
                  <a:cubicBezTo>
                    <a:pt x="525531" y="33997"/>
                    <a:pt x="520715" y="33997"/>
                    <a:pt x="506249" y="33997"/>
                  </a:cubicBezTo>
                  <a:cubicBezTo>
                    <a:pt x="477315" y="33997"/>
                    <a:pt x="458033" y="33997"/>
                    <a:pt x="453207" y="38851"/>
                  </a:cubicBezTo>
                  <a:cubicBezTo>
                    <a:pt x="448392" y="48559"/>
                    <a:pt x="443566" y="53413"/>
                    <a:pt x="443566" y="58267"/>
                  </a:cubicBezTo>
                  <a:cubicBezTo>
                    <a:pt x="443566" y="63130"/>
                    <a:pt x="443566" y="63130"/>
                    <a:pt x="448392" y="67984"/>
                  </a:cubicBezTo>
                  <a:cubicBezTo>
                    <a:pt x="448392" y="67984"/>
                    <a:pt x="453207" y="67984"/>
                    <a:pt x="458033" y="72838"/>
                  </a:cubicBezTo>
                  <a:cubicBezTo>
                    <a:pt x="472500" y="77692"/>
                    <a:pt x="482141" y="82555"/>
                    <a:pt x="491782" y="92263"/>
                  </a:cubicBezTo>
                  <a:cubicBezTo>
                    <a:pt x="496607" y="106835"/>
                    <a:pt x="501423" y="116543"/>
                    <a:pt x="501423" y="135968"/>
                  </a:cubicBezTo>
                  <a:cubicBezTo>
                    <a:pt x="501423" y="160247"/>
                    <a:pt x="491782" y="184527"/>
                    <a:pt x="472500" y="203952"/>
                  </a:cubicBezTo>
                  <a:cubicBezTo>
                    <a:pt x="448392" y="228231"/>
                    <a:pt x="424283" y="237939"/>
                    <a:pt x="400176" y="237939"/>
                  </a:cubicBezTo>
                  <a:cubicBezTo>
                    <a:pt x="385709" y="237939"/>
                    <a:pt x="380893" y="237939"/>
                    <a:pt x="371252" y="233085"/>
                  </a:cubicBezTo>
                  <a:cubicBezTo>
                    <a:pt x="366426" y="228231"/>
                    <a:pt x="366426" y="223368"/>
                    <a:pt x="366426" y="218514"/>
                  </a:cubicBezTo>
                  <a:cubicBezTo>
                    <a:pt x="366426" y="218514"/>
                    <a:pt x="366426" y="213660"/>
                    <a:pt x="366426" y="213660"/>
                  </a:cubicBezTo>
                  <a:cubicBezTo>
                    <a:pt x="371252" y="208806"/>
                    <a:pt x="371252" y="208806"/>
                    <a:pt x="376068" y="208806"/>
                  </a:cubicBezTo>
                  <a:cubicBezTo>
                    <a:pt x="380893" y="208806"/>
                    <a:pt x="380893" y="208806"/>
                    <a:pt x="385709" y="213660"/>
                  </a:cubicBezTo>
                  <a:cubicBezTo>
                    <a:pt x="395360" y="218514"/>
                    <a:pt x="405001" y="223368"/>
                    <a:pt x="409817" y="223368"/>
                  </a:cubicBezTo>
                  <a:cubicBezTo>
                    <a:pt x="429109" y="223368"/>
                    <a:pt x="443566" y="213660"/>
                    <a:pt x="458033" y="199088"/>
                  </a:cubicBezTo>
                  <a:cubicBezTo>
                    <a:pt x="472500" y="184527"/>
                    <a:pt x="477315" y="169955"/>
                    <a:pt x="477315" y="150530"/>
                  </a:cubicBezTo>
                  <a:cubicBezTo>
                    <a:pt x="477315" y="140822"/>
                    <a:pt x="477315" y="126251"/>
                    <a:pt x="467674" y="121397"/>
                  </a:cubicBezTo>
                  <a:cubicBezTo>
                    <a:pt x="462858" y="111688"/>
                    <a:pt x="453207" y="101971"/>
                    <a:pt x="438750" y="97117"/>
                  </a:cubicBezTo>
                  <a:cubicBezTo>
                    <a:pt x="433925" y="92263"/>
                    <a:pt x="429109" y="92263"/>
                    <a:pt x="429109" y="92263"/>
                  </a:cubicBezTo>
                  <a:cubicBezTo>
                    <a:pt x="429109" y="87409"/>
                    <a:pt x="424283" y="87409"/>
                    <a:pt x="424283" y="82555"/>
                  </a:cubicBezTo>
                  <a:cubicBezTo>
                    <a:pt x="424283" y="77692"/>
                    <a:pt x="429109" y="67984"/>
                    <a:pt x="433925" y="58267"/>
                  </a:cubicBezTo>
                  <a:cubicBezTo>
                    <a:pt x="443566" y="14571"/>
                    <a:pt x="443566" y="14571"/>
                    <a:pt x="443566" y="14571"/>
                  </a:cubicBezTo>
                  <a:cubicBezTo>
                    <a:pt x="453207" y="14571"/>
                    <a:pt x="458033" y="9708"/>
                    <a:pt x="462858" y="9708"/>
                  </a:cubicBezTo>
                  <a:cubicBezTo>
                    <a:pt x="506249" y="9708"/>
                    <a:pt x="506249" y="9708"/>
                    <a:pt x="506249" y="9708"/>
                  </a:cubicBezTo>
                  <a:cubicBezTo>
                    <a:pt x="511065" y="9708"/>
                    <a:pt x="520715" y="9708"/>
                    <a:pt x="520715" y="9708"/>
                  </a:cubicBezTo>
                  <a:cubicBezTo>
                    <a:pt x="525531" y="9708"/>
                    <a:pt x="530357" y="4854"/>
                    <a:pt x="530357" y="0"/>
                  </a:cubicBezTo>
                  <a:close/>
                  <a:moveTo>
                    <a:pt x="732852" y="4854"/>
                  </a:moveTo>
                  <a:cubicBezTo>
                    <a:pt x="728027" y="14571"/>
                    <a:pt x="728027" y="14571"/>
                    <a:pt x="728027" y="14571"/>
                  </a:cubicBezTo>
                  <a:cubicBezTo>
                    <a:pt x="670179" y="19425"/>
                    <a:pt x="631605" y="48559"/>
                    <a:pt x="612322" y="106835"/>
                  </a:cubicBezTo>
                  <a:cubicBezTo>
                    <a:pt x="626779" y="97117"/>
                    <a:pt x="641246" y="92263"/>
                    <a:pt x="655713" y="92263"/>
                  </a:cubicBezTo>
                  <a:cubicBezTo>
                    <a:pt x="674995" y="92263"/>
                    <a:pt x="684637" y="97117"/>
                    <a:pt x="694278" y="106835"/>
                  </a:cubicBezTo>
                  <a:cubicBezTo>
                    <a:pt x="699103" y="116543"/>
                    <a:pt x="703929" y="131114"/>
                    <a:pt x="703929" y="150530"/>
                  </a:cubicBezTo>
                  <a:cubicBezTo>
                    <a:pt x="703929" y="174809"/>
                    <a:pt x="699103" y="194234"/>
                    <a:pt x="684637" y="213660"/>
                  </a:cubicBezTo>
                  <a:cubicBezTo>
                    <a:pt x="670179" y="228231"/>
                    <a:pt x="650887" y="237939"/>
                    <a:pt x="631605" y="237939"/>
                  </a:cubicBezTo>
                  <a:cubicBezTo>
                    <a:pt x="612322" y="237939"/>
                    <a:pt x="597855" y="233085"/>
                    <a:pt x="588214" y="218514"/>
                  </a:cubicBezTo>
                  <a:cubicBezTo>
                    <a:pt x="578573" y="203952"/>
                    <a:pt x="573747" y="184527"/>
                    <a:pt x="573747" y="160247"/>
                  </a:cubicBezTo>
                  <a:cubicBezTo>
                    <a:pt x="573747" y="135968"/>
                    <a:pt x="578573" y="111688"/>
                    <a:pt x="593030" y="87409"/>
                  </a:cubicBezTo>
                  <a:cubicBezTo>
                    <a:pt x="607497" y="63130"/>
                    <a:pt x="621963" y="43705"/>
                    <a:pt x="646071" y="29133"/>
                  </a:cubicBezTo>
                  <a:cubicBezTo>
                    <a:pt x="670179" y="14571"/>
                    <a:pt x="699103" y="4854"/>
                    <a:pt x="732852" y="4854"/>
                  </a:cubicBezTo>
                  <a:close/>
                  <a:moveTo>
                    <a:pt x="612322" y="121397"/>
                  </a:moveTo>
                  <a:cubicBezTo>
                    <a:pt x="607497" y="140822"/>
                    <a:pt x="607497" y="160247"/>
                    <a:pt x="607497" y="174809"/>
                  </a:cubicBezTo>
                  <a:cubicBezTo>
                    <a:pt x="607497" y="189381"/>
                    <a:pt x="607497" y="203952"/>
                    <a:pt x="612322" y="213660"/>
                  </a:cubicBezTo>
                  <a:cubicBezTo>
                    <a:pt x="621963" y="223368"/>
                    <a:pt x="626779" y="228231"/>
                    <a:pt x="636420" y="228231"/>
                  </a:cubicBezTo>
                  <a:cubicBezTo>
                    <a:pt x="646071" y="228231"/>
                    <a:pt x="655713" y="223368"/>
                    <a:pt x="665354" y="208806"/>
                  </a:cubicBezTo>
                  <a:cubicBezTo>
                    <a:pt x="670179" y="194234"/>
                    <a:pt x="670179" y="179673"/>
                    <a:pt x="670179" y="160247"/>
                  </a:cubicBezTo>
                  <a:cubicBezTo>
                    <a:pt x="670179" y="140822"/>
                    <a:pt x="670179" y="131114"/>
                    <a:pt x="665354" y="121397"/>
                  </a:cubicBezTo>
                  <a:cubicBezTo>
                    <a:pt x="660529" y="111688"/>
                    <a:pt x="655713" y="106835"/>
                    <a:pt x="646071" y="106835"/>
                  </a:cubicBezTo>
                  <a:cubicBezTo>
                    <a:pt x="636420" y="106835"/>
                    <a:pt x="621963" y="111688"/>
                    <a:pt x="612322" y="121397"/>
                  </a:cubicBezTo>
                  <a:close/>
                </a:path>
              </a:pathLst>
            </a:custGeom>
            <a:solidFill>
              <a:srgbClr val="FFFFFF"/>
            </a:solidFill>
            <a:ln w="9518" cap="flat">
              <a:solidFill>
                <a:srgbClr val="FFFFFF"/>
              </a:solidFill>
              <a:prstDash val="solid"/>
              <a:miter/>
            </a:ln>
          </p:spPr>
          <p:txBody>
            <a:bodyPr rtlCol="0" anchor="ctr"/>
            <a:lstStyle/>
            <a:p>
              <a:endParaRPr lang="zh-CN" altLang="en-US"/>
            </a:p>
          </p:txBody>
        </p:sp>
        <p:sp>
          <p:nvSpPr>
            <p:cNvPr id="91" name="任意多边形: 形状 90"/>
            <p:cNvSpPr/>
            <p:nvPr/>
          </p:nvSpPr>
          <p:spPr>
            <a:xfrm>
              <a:off x="812404" y="4077739"/>
              <a:ext cx="1178308" cy="1151408"/>
            </a:xfrm>
            <a:custGeom>
              <a:avLst/>
              <a:gdLst>
                <a:gd name="connsiteX0" fmla="*/ 125246 w 1178308"/>
                <a:gd name="connsiteY0" fmla="*/ 432350 h 1151408"/>
                <a:gd name="connsiteX1" fmla="*/ 120442 w 1178308"/>
                <a:gd name="connsiteY1" fmla="*/ 427534 h 1151408"/>
                <a:gd name="connsiteX2" fmla="*/ 38787 w 1178308"/>
                <a:gd name="connsiteY2" fmla="*/ 148098 h 1151408"/>
                <a:gd name="connsiteX3" fmla="*/ 783293 w 1178308"/>
                <a:gd name="connsiteY3" fmla="*/ 360083 h 1151408"/>
                <a:gd name="connsiteX4" fmla="*/ 845738 w 1178308"/>
                <a:gd name="connsiteY4" fmla="*/ 355268 h 1151408"/>
                <a:gd name="connsiteX5" fmla="*/ 403837 w 1178308"/>
                <a:gd name="connsiteY5" fmla="*/ 37286 h 1151408"/>
                <a:gd name="connsiteX6" fmla="*/ 91623 w 1178308"/>
                <a:gd name="connsiteY6" fmla="*/ 475712 h 1151408"/>
                <a:gd name="connsiteX7" fmla="*/ 298164 w 1178308"/>
                <a:gd name="connsiteY7" fmla="*/ 764789 h 1151408"/>
                <a:gd name="connsiteX8" fmla="*/ 749667 w 1178308"/>
                <a:gd name="connsiteY8" fmla="*/ 1102035 h 1151408"/>
                <a:gd name="connsiteX9" fmla="*/ 1114714 w 1178308"/>
                <a:gd name="connsiteY9" fmla="*/ 706970 h 1151408"/>
                <a:gd name="connsiteX10" fmla="*/ 1047472 w 1178308"/>
                <a:gd name="connsiteY10" fmla="*/ 706970 h 1151408"/>
                <a:gd name="connsiteX11" fmla="*/ 370212 w 1178308"/>
                <a:gd name="connsiteY11" fmla="*/ 721427 h 1151408"/>
                <a:gd name="connsiteX12" fmla="*/ 163671 w 1178308"/>
                <a:gd name="connsiteY12" fmla="*/ 398630 h 1151408"/>
                <a:gd name="connsiteX13" fmla="*/ 125246 w 1178308"/>
                <a:gd name="connsiteY13" fmla="*/ 432350 h 1151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308" h="1151408">
                  <a:moveTo>
                    <a:pt x="125246" y="432350"/>
                  </a:moveTo>
                  <a:cubicBezTo>
                    <a:pt x="125246" y="432350"/>
                    <a:pt x="120442" y="427534"/>
                    <a:pt x="120442" y="427534"/>
                  </a:cubicBezTo>
                  <a:cubicBezTo>
                    <a:pt x="77213" y="350442"/>
                    <a:pt x="38787" y="258902"/>
                    <a:pt x="38787" y="148098"/>
                  </a:cubicBezTo>
                  <a:cubicBezTo>
                    <a:pt x="77213" y="-184340"/>
                    <a:pt x="677619" y="268544"/>
                    <a:pt x="783293" y="360083"/>
                  </a:cubicBezTo>
                  <a:cubicBezTo>
                    <a:pt x="807306" y="355268"/>
                    <a:pt x="826522" y="355268"/>
                    <a:pt x="845738" y="355268"/>
                  </a:cubicBezTo>
                  <a:cubicBezTo>
                    <a:pt x="740064" y="225182"/>
                    <a:pt x="567149" y="95095"/>
                    <a:pt x="403837" y="37286"/>
                  </a:cubicBezTo>
                  <a:cubicBezTo>
                    <a:pt x="115639" y="-63896"/>
                    <a:pt x="-143737" y="27644"/>
                    <a:pt x="91623" y="475712"/>
                  </a:cubicBezTo>
                  <a:cubicBezTo>
                    <a:pt x="72410" y="673249"/>
                    <a:pt x="158865" y="750332"/>
                    <a:pt x="298164" y="764789"/>
                  </a:cubicBezTo>
                  <a:cubicBezTo>
                    <a:pt x="394224" y="856329"/>
                    <a:pt x="562343" y="1024952"/>
                    <a:pt x="749667" y="1102035"/>
                  </a:cubicBezTo>
                  <a:cubicBezTo>
                    <a:pt x="1028256" y="1212848"/>
                    <a:pt x="1306845" y="1159854"/>
                    <a:pt x="1114714" y="706970"/>
                  </a:cubicBezTo>
                  <a:cubicBezTo>
                    <a:pt x="1090701" y="706970"/>
                    <a:pt x="1071485" y="706970"/>
                    <a:pt x="1047472" y="706970"/>
                  </a:cubicBezTo>
                  <a:cubicBezTo>
                    <a:pt x="1398109" y="1367023"/>
                    <a:pt x="547933" y="1010495"/>
                    <a:pt x="370212" y="721427"/>
                  </a:cubicBezTo>
                  <a:cubicBezTo>
                    <a:pt x="567149" y="596157"/>
                    <a:pt x="399031" y="263728"/>
                    <a:pt x="163671" y="398630"/>
                  </a:cubicBezTo>
                  <a:cubicBezTo>
                    <a:pt x="149261" y="408261"/>
                    <a:pt x="134852" y="417893"/>
                    <a:pt x="125246" y="432350"/>
                  </a:cubicBezTo>
                  <a:close/>
                </a:path>
              </a:pathLst>
            </a:custGeom>
            <a:solidFill>
              <a:srgbClr val="F08300"/>
            </a:solidFill>
            <a:ln w="9518" cap="flat">
              <a:noFill/>
              <a:prstDash val="solid"/>
              <a:miter/>
            </a:ln>
          </p:spPr>
          <p:txBody>
            <a:bodyPr rtlCol="0" anchor="ctr"/>
            <a:lstStyle/>
            <a:p>
              <a:endParaRPr lang="zh-CN" altLang="en-US"/>
            </a:p>
          </p:txBody>
        </p:sp>
        <p:sp>
          <p:nvSpPr>
            <p:cNvPr id="92" name="任意多边形: 形状 91"/>
            <p:cNvSpPr/>
            <p:nvPr/>
          </p:nvSpPr>
          <p:spPr>
            <a:xfrm>
              <a:off x="973229" y="4521557"/>
              <a:ext cx="228421" cy="243056"/>
            </a:xfrm>
            <a:custGeom>
              <a:avLst/>
              <a:gdLst>
                <a:gd name="connsiteX0" fmla="*/ 228422 w 228421"/>
                <a:gd name="connsiteY0" fmla="*/ 142763 h 243056"/>
                <a:gd name="connsiteX1" fmla="*/ 223663 w 228421"/>
                <a:gd name="connsiteY1" fmla="*/ 95176 h 243056"/>
                <a:gd name="connsiteX2" fmla="*/ 214145 w 228421"/>
                <a:gd name="connsiteY2" fmla="*/ 52347 h 243056"/>
                <a:gd name="connsiteX3" fmla="*/ 114211 w 228421"/>
                <a:gd name="connsiteY3" fmla="*/ 0 h 243056"/>
                <a:gd name="connsiteX4" fmla="*/ 0 w 228421"/>
                <a:gd name="connsiteY4" fmla="*/ 123728 h 243056"/>
                <a:gd name="connsiteX5" fmla="*/ 114211 w 228421"/>
                <a:gd name="connsiteY5" fmla="*/ 242698 h 243056"/>
                <a:gd name="connsiteX6" fmla="*/ 218904 w 228421"/>
                <a:gd name="connsiteY6" fmla="*/ 171316 h 243056"/>
                <a:gd name="connsiteX7" fmla="*/ 157040 w 228421"/>
                <a:gd name="connsiteY7" fmla="*/ 171316 h 243056"/>
                <a:gd name="connsiteX8" fmla="*/ 114211 w 228421"/>
                <a:gd name="connsiteY8" fmla="*/ 199869 h 243056"/>
                <a:gd name="connsiteX9" fmla="*/ 71382 w 228421"/>
                <a:gd name="connsiteY9" fmla="*/ 142763 h 243056"/>
                <a:gd name="connsiteX10" fmla="*/ 228422 w 228421"/>
                <a:gd name="connsiteY10" fmla="*/ 142763 h 243056"/>
                <a:gd name="connsiteX11" fmla="*/ 71382 w 228421"/>
                <a:gd name="connsiteY11" fmla="*/ 95176 h 243056"/>
                <a:gd name="connsiteX12" fmla="*/ 114211 w 228421"/>
                <a:gd name="connsiteY12" fmla="*/ 42829 h 243056"/>
                <a:gd name="connsiteX13" fmla="*/ 152281 w 228421"/>
                <a:gd name="connsiteY13" fmla="*/ 95176 h 243056"/>
                <a:gd name="connsiteX14" fmla="*/ 71382 w 228421"/>
                <a:gd name="connsiteY14" fmla="*/ 95176 h 243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8421" h="243056">
                  <a:moveTo>
                    <a:pt x="228422" y="142763"/>
                  </a:moveTo>
                  <a:cubicBezTo>
                    <a:pt x="228422" y="123728"/>
                    <a:pt x="228422" y="109452"/>
                    <a:pt x="223663" y="95176"/>
                  </a:cubicBezTo>
                  <a:cubicBezTo>
                    <a:pt x="223663" y="80899"/>
                    <a:pt x="218904" y="66623"/>
                    <a:pt x="214145" y="52347"/>
                  </a:cubicBezTo>
                  <a:cubicBezTo>
                    <a:pt x="195110" y="19035"/>
                    <a:pt x="161799" y="0"/>
                    <a:pt x="114211" y="0"/>
                  </a:cubicBezTo>
                  <a:cubicBezTo>
                    <a:pt x="42829" y="4759"/>
                    <a:pt x="4759" y="42829"/>
                    <a:pt x="0" y="123728"/>
                  </a:cubicBezTo>
                  <a:cubicBezTo>
                    <a:pt x="0" y="204628"/>
                    <a:pt x="38070" y="247457"/>
                    <a:pt x="114211" y="242698"/>
                  </a:cubicBezTo>
                  <a:cubicBezTo>
                    <a:pt x="176075" y="242698"/>
                    <a:pt x="214145" y="218904"/>
                    <a:pt x="218904" y="171316"/>
                  </a:cubicBezTo>
                  <a:cubicBezTo>
                    <a:pt x="157040" y="171316"/>
                    <a:pt x="157040" y="171316"/>
                    <a:pt x="157040" y="171316"/>
                  </a:cubicBezTo>
                  <a:cubicBezTo>
                    <a:pt x="147522" y="190351"/>
                    <a:pt x="133246" y="199869"/>
                    <a:pt x="114211" y="199869"/>
                  </a:cubicBezTo>
                  <a:cubicBezTo>
                    <a:pt x="85658" y="199869"/>
                    <a:pt x="71382" y="180834"/>
                    <a:pt x="71382" y="142763"/>
                  </a:cubicBezTo>
                  <a:cubicBezTo>
                    <a:pt x="228422" y="142763"/>
                    <a:pt x="228422" y="142763"/>
                    <a:pt x="228422" y="142763"/>
                  </a:cubicBezTo>
                  <a:close/>
                  <a:moveTo>
                    <a:pt x="71382" y="95176"/>
                  </a:moveTo>
                  <a:cubicBezTo>
                    <a:pt x="71382" y="61864"/>
                    <a:pt x="85658" y="42829"/>
                    <a:pt x="114211" y="42829"/>
                  </a:cubicBezTo>
                  <a:cubicBezTo>
                    <a:pt x="138005" y="42829"/>
                    <a:pt x="152281" y="61864"/>
                    <a:pt x="152281" y="95176"/>
                  </a:cubicBezTo>
                  <a:lnTo>
                    <a:pt x="71382" y="95176"/>
                  </a:lnTo>
                  <a:close/>
                </a:path>
              </a:pathLst>
            </a:custGeom>
            <a:solidFill>
              <a:srgbClr val="FFFFFF"/>
            </a:solidFill>
            <a:ln w="9518" cap="flat">
              <a:noFill/>
              <a:prstDash val="solid"/>
              <a:miter/>
            </a:ln>
          </p:spPr>
          <p:txBody>
            <a:bodyPr rtlCol="0" anchor="ctr"/>
            <a:lstStyle/>
            <a:p>
              <a:endParaRPr lang="zh-CN" altLang="en-US"/>
            </a:p>
          </p:txBody>
        </p:sp>
        <p:sp>
          <p:nvSpPr>
            <p:cNvPr id="93" name="任意多边形: 形状 92"/>
            <p:cNvSpPr/>
            <p:nvPr/>
          </p:nvSpPr>
          <p:spPr>
            <a:xfrm>
              <a:off x="822627" y="4769014"/>
              <a:ext cx="902490" cy="447536"/>
            </a:xfrm>
            <a:custGeom>
              <a:avLst/>
              <a:gdLst>
                <a:gd name="connsiteX0" fmla="*/ 801595 w 902490"/>
                <a:gd name="connsiteY0" fmla="*/ 4806 h 447536"/>
                <a:gd name="connsiteX1" fmla="*/ 902490 w 902490"/>
                <a:gd name="connsiteY1" fmla="*/ 19225 h 447536"/>
                <a:gd name="connsiteX2" fmla="*/ 249071 w 902490"/>
                <a:gd name="connsiteY2" fmla="*/ 446945 h 447536"/>
                <a:gd name="connsiteX3" fmla="*/ 61696 w 902490"/>
                <a:gd name="connsiteY3" fmla="*/ 0 h 447536"/>
                <a:gd name="connsiteX4" fmla="*/ 109741 w 902490"/>
                <a:gd name="connsiteY4" fmla="*/ 43257 h 447536"/>
                <a:gd name="connsiteX5" fmla="*/ 119350 w 902490"/>
                <a:gd name="connsiteY5" fmla="*/ 398891 h 447536"/>
                <a:gd name="connsiteX6" fmla="*/ 801595 w 902490"/>
                <a:gd name="connsiteY6" fmla="*/ 4806 h 4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490" h="447536">
                  <a:moveTo>
                    <a:pt x="801595" y="4806"/>
                  </a:moveTo>
                  <a:cubicBezTo>
                    <a:pt x="844833" y="4806"/>
                    <a:pt x="854446" y="19225"/>
                    <a:pt x="902490" y="19225"/>
                  </a:cubicBezTo>
                  <a:cubicBezTo>
                    <a:pt x="782379" y="153785"/>
                    <a:pt x="494101" y="437342"/>
                    <a:pt x="249071" y="446945"/>
                  </a:cubicBezTo>
                  <a:cubicBezTo>
                    <a:pt x="80914" y="456558"/>
                    <a:pt x="-96854" y="350827"/>
                    <a:pt x="61696" y="0"/>
                  </a:cubicBezTo>
                  <a:cubicBezTo>
                    <a:pt x="85719" y="19225"/>
                    <a:pt x="85719" y="24032"/>
                    <a:pt x="109741" y="43257"/>
                  </a:cubicBezTo>
                  <a:cubicBezTo>
                    <a:pt x="-5568" y="235493"/>
                    <a:pt x="37673" y="350827"/>
                    <a:pt x="119350" y="398891"/>
                  </a:cubicBezTo>
                  <a:cubicBezTo>
                    <a:pt x="273094" y="485396"/>
                    <a:pt x="647848" y="221074"/>
                    <a:pt x="801595" y="4806"/>
                  </a:cubicBezTo>
                  <a:close/>
                </a:path>
              </a:pathLst>
            </a:custGeom>
            <a:solidFill>
              <a:srgbClr val="0068B7"/>
            </a:solidFill>
            <a:ln w="9518" cap="flat">
              <a:noFill/>
              <a:prstDash val="solid"/>
              <a:miter/>
            </a:ln>
          </p:spPr>
          <p:txBody>
            <a:bodyPr rtlCol="0" anchor="ctr"/>
            <a:lstStyle/>
            <a:p>
              <a:endParaRPr lang="zh-CN" altLang="en-US"/>
            </a:p>
          </p:txBody>
        </p:sp>
        <p:sp>
          <p:nvSpPr>
            <p:cNvPr id="94" name="任意多边形: 形状 93"/>
            <p:cNvSpPr/>
            <p:nvPr/>
          </p:nvSpPr>
          <p:spPr>
            <a:xfrm>
              <a:off x="1135028" y="4068101"/>
              <a:ext cx="829303" cy="377316"/>
            </a:xfrm>
            <a:custGeom>
              <a:avLst/>
              <a:gdLst>
                <a:gd name="connsiteX0" fmla="*/ 86553 w 829303"/>
                <a:gd name="connsiteY0" fmla="*/ 372558 h 377316"/>
                <a:gd name="connsiteX1" fmla="*/ 0 w 829303"/>
                <a:gd name="connsiteY1" fmla="*/ 363040 h 377316"/>
                <a:gd name="connsiteX2" fmla="*/ 355814 w 829303"/>
                <a:gd name="connsiteY2" fmla="*/ 77513 h 377316"/>
                <a:gd name="connsiteX3" fmla="*/ 562574 w 829303"/>
                <a:gd name="connsiteY3" fmla="*/ 1372 h 377316"/>
                <a:gd name="connsiteX4" fmla="*/ 783762 w 829303"/>
                <a:gd name="connsiteY4" fmla="*/ 377316 h 377316"/>
                <a:gd name="connsiteX5" fmla="*/ 735679 w 829303"/>
                <a:gd name="connsiteY5" fmla="*/ 353522 h 377316"/>
                <a:gd name="connsiteX6" fmla="*/ 673168 w 829303"/>
                <a:gd name="connsiteY6" fmla="*/ 34684 h 377316"/>
                <a:gd name="connsiteX7" fmla="*/ 86553 w 829303"/>
                <a:gd name="connsiteY7" fmla="*/ 372558 h 37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9303" h="377316">
                  <a:moveTo>
                    <a:pt x="86553" y="372558"/>
                  </a:moveTo>
                  <a:cubicBezTo>
                    <a:pt x="48083" y="372558"/>
                    <a:pt x="38470" y="358281"/>
                    <a:pt x="0" y="363040"/>
                  </a:cubicBezTo>
                  <a:cubicBezTo>
                    <a:pt x="67318" y="286899"/>
                    <a:pt x="201953" y="163171"/>
                    <a:pt x="355814" y="77513"/>
                  </a:cubicBezTo>
                  <a:cubicBezTo>
                    <a:pt x="423132" y="44202"/>
                    <a:pt x="490450" y="6131"/>
                    <a:pt x="562574" y="1372"/>
                  </a:cubicBezTo>
                  <a:cubicBezTo>
                    <a:pt x="711638" y="-12904"/>
                    <a:pt x="923204" y="82272"/>
                    <a:pt x="783762" y="377316"/>
                  </a:cubicBezTo>
                  <a:cubicBezTo>
                    <a:pt x="769333" y="358281"/>
                    <a:pt x="754914" y="367799"/>
                    <a:pt x="735679" y="353522"/>
                  </a:cubicBezTo>
                  <a:cubicBezTo>
                    <a:pt x="846273" y="153654"/>
                    <a:pt x="759721" y="34684"/>
                    <a:pt x="673168" y="34684"/>
                  </a:cubicBezTo>
                  <a:cubicBezTo>
                    <a:pt x="495256" y="34684"/>
                    <a:pt x="211566" y="182206"/>
                    <a:pt x="86553" y="372558"/>
                  </a:cubicBezTo>
                  <a:close/>
                </a:path>
              </a:pathLst>
            </a:custGeom>
            <a:solidFill>
              <a:srgbClr val="0068B7"/>
            </a:solidFill>
            <a:ln w="9518" cap="flat">
              <a:noFill/>
              <a:prstDash val="solid"/>
              <a:miter/>
            </a:ln>
          </p:spPr>
          <p:txBody>
            <a:bodyPr rtlCol="0" anchor="ctr"/>
            <a:lstStyle/>
            <a:p>
              <a:endParaRPr lang="zh-CN" altLang="en-US"/>
            </a:p>
          </p:txBody>
        </p:sp>
        <p:sp>
          <p:nvSpPr>
            <p:cNvPr id="95" name="任意多边形: 形状 94"/>
            <p:cNvSpPr/>
            <p:nvPr/>
          </p:nvSpPr>
          <p:spPr>
            <a:xfrm>
              <a:off x="621079" y="4531075"/>
              <a:ext cx="209386" cy="237939"/>
            </a:xfrm>
            <a:custGeom>
              <a:avLst/>
              <a:gdLst>
                <a:gd name="connsiteX0" fmla="*/ 159532 w 209386"/>
                <a:gd name="connsiteY0" fmla="*/ 0 h 237939"/>
                <a:gd name="connsiteX1" fmla="*/ 159532 w 209386"/>
                <a:gd name="connsiteY1" fmla="*/ 131114 h 237939"/>
                <a:gd name="connsiteX2" fmla="*/ 149562 w 209386"/>
                <a:gd name="connsiteY2" fmla="*/ 184527 h 237939"/>
                <a:gd name="connsiteX3" fmla="*/ 104693 w 209386"/>
                <a:gd name="connsiteY3" fmla="*/ 203952 h 237939"/>
                <a:gd name="connsiteX4" fmla="*/ 64810 w 209386"/>
                <a:gd name="connsiteY4" fmla="*/ 184527 h 237939"/>
                <a:gd name="connsiteX5" fmla="*/ 54839 w 209386"/>
                <a:gd name="connsiteY5" fmla="*/ 131114 h 237939"/>
                <a:gd name="connsiteX6" fmla="*/ 54839 w 209386"/>
                <a:gd name="connsiteY6" fmla="*/ 0 h 237939"/>
                <a:gd name="connsiteX7" fmla="*/ 0 w 209386"/>
                <a:gd name="connsiteY7" fmla="*/ 0 h 237939"/>
                <a:gd name="connsiteX8" fmla="*/ 0 w 209386"/>
                <a:gd name="connsiteY8" fmla="*/ 150530 h 237939"/>
                <a:gd name="connsiteX9" fmla="*/ 104693 w 209386"/>
                <a:gd name="connsiteY9" fmla="*/ 237939 h 237939"/>
                <a:gd name="connsiteX10" fmla="*/ 209386 w 209386"/>
                <a:gd name="connsiteY10" fmla="*/ 150530 h 237939"/>
                <a:gd name="connsiteX11" fmla="*/ 209386 w 209386"/>
                <a:gd name="connsiteY11" fmla="*/ 0 h 237939"/>
                <a:gd name="connsiteX12" fmla="*/ 159532 w 209386"/>
                <a:gd name="connsiteY12" fmla="*/ 0 h 237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386" h="237939">
                  <a:moveTo>
                    <a:pt x="159532" y="0"/>
                  </a:moveTo>
                  <a:cubicBezTo>
                    <a:pt x="159532" y="131114"/>
                    <a:pt x="159532" y="131114"/>
                    <a:pt x="159532" y="131114"/>
                  </a:cubicBezTo>
                  <a:cubicBezTo>
                    <a:pt x="159532" y="155393"/>
                    <a:pt x="154547" y="174809"/>
                    <a:pt x="149562" y="184527"/>
                  </a:cubicBezTo>
                  <a:cubicBezTo>
                    <a:pt x="139591" y="199088"/>
                    <a:pt x="124634" y="203952"/>
                    <a:pt x="104693" y="203952"/>
                  </a:cubicBezTo>
                  <a:cubicBezTo>
                    <a:pt x="84752" y="203952"/>
                    <a:pt x="69795" y="199088"/>
                    <a:pt x="64810" y="184527"/>
                  </a:cubicBezTo>
                  <a:cubicBezTo>
                    <a:pt x="54839" y="174809"/>
                    <a:pt x="49854" y="155393"/>
                    <a:pt x="54839" y="131114"/>
                  </a:cubicBezTo>
                  <a:cubicBezTo>
                    <a:pt x="54839" y="0"/>
                    <a:pt x="54839" y="0"/>
                    <a:pt x="54839" y="0"/>
                  </a:cubicBezTo>
                  <a:cubicBezTo>
                    <a:pt x="0" y="0"/>
                    <a:pt x="0" y="0"/>
                    <a:pt x="0" y="0"/>
                  </a:cubicBezTo>
                  <a:cubicBezTo>
                    <a:pt x="0" y="150530"/>
                    <a:pt x="0" y="150530"/>
                    <a:pt x="0" y="150530"/>
                  </a:cubicBezTo>
                  <a:cubicBezTo>
                    <a:pt x="0" y="208806"/>
                    <a:pt x="39883" y="237939"/>
                    <a:pt x="104693" y="237939"/>
                  </a:cubicBezTo>
                  <a:cubicBezTo>
                    <a:pt x="174488" y="237939"/>
                    <a:pt x="209386" y="208806"/>
                    <a:pt x="209386" y="150530"/>
                  </a:cubicBezTo>
                  <a:cubicBezTo>
                    <a:pt x="209386" y="0"/>
                    <a:pt x="209386" y="0"/>
                    <a:pt x="209386" y="0"/>
                  </a:cubicBezTo>
                  <a:lnTo>
                    <a:pt x="159532" y="0"/>
                  </a:lnTo>
                  <a:close/>
                </a:path>
              </a:pathLst>
            </a:custGeom>
            <a:solidFill>
              <a:srgbClr val="0068B7"/>
            </a:solidFill>
            <a:ln w="9518" cap="flat">
              <a:noFill/>
              <a:prstDash val="solid"/>
              <a:miter/>
            </a:ln>
          </p:spPr>
          <p:txBody>
            <a:bodyPr rtlCol="0" anchor="ctr"/>
            <a:lstStyle/>
            <a:p>
              <a:endParaRPr lang="zh-CN" altLang="en-US"/>
            </a:p>
          </p:txBody>
        </p:sp>
        <p:sp>
          <p:nvSpPr>
            <p:cNvPr id="96" name="任意多边形: 形状 95"/>
            <p:cNvSpPr/>
            <p:nvPr/>
          </p:nvSpPr>
          <p:spPr>
            <a:xfrm>
              <a:off x="1363449" y="4521557"/>
              <a:ext cx="199868" cy="256974"/>
            </a:xfrm>
            <a:custGeom>
              <a:avLst/>
              <a:gdLst>
                <a:gd name="connsiteX0" fmla="*/ 195224 w 199868"/>
                <a:gd name="connsiteY0" fmla="*/ 74761 h 256974"/>
                <a:gd name="connsiteX1" fmla="*/ 106911 w 199868"/>
                <a:gd name="connsiteY1" fmla="*/ 0 h 256974"/>
                <a:gd name="connsiteX2" fmla="*/ 4645 w 199868"/>
                <a:gd name="connsiteY2" fmla="*/ 79424 h 256974"/>
                <a:gd name="connsiteX3" fmla="*/ 88314 w 199868"/>
                <a:gd name="connsiteY3" fmla="*/ 149512 h 256974"/>
                <a:gd name="connsiteX4" fmla="*/ 97612 w 199868"/>
                <a:gd name="connsiteY4" fmla="*/ 154185 h 256974"/>
                <a:gd name="connsiteX5" fmla="*/ 144096 w 199868"/>
                <a:gd name="connsiteY5" fmla="*/ 186887 h 256974"/>
                <a:gd name="connsiteX6" fmla="*/ 92958 w 199868"/>
                <a:gd name="connsiteY6" fmla="*/ 219599 h 256974"/>
                <a:gd name="connsiteX7" fmla="*/ 51128 w 199868"/>
                <a:gd name="connsiteY7" fmla="*/ 172877 h 256974"/>
                <a:gd name="connsiteX8" fmla="*/ 0 w 199868"/>
                <a:gd name="connsiteY8" fmla="*/ 172877 h 256974"/>
                <a:gd name="connsiteX9" fmla="*/ 92958 w 199868"/>
                <a:gd name="connsiteY9" fmla="*/ 256974 h 256974"/>
                <a:gd name="connsiteX10" fmla="*/ 199869 w 199868"/>
                <a:gd name="connsiteY10" fmla="*/ 177550 h 256974"/>
                <a:gd name="connsiteX11" fmla="*/ 116200 w 199868"/>
                <a:gd name="connsiteY11" fmla="*/ 107463 h 256974"/>
                <a:gd name="connsiteX12" fmla="*/ 106911 w 199868"/>
                <a:gd name="connsiteY12" fmla="*/ 107463 h 256974"/>
                <a:gd name="connsiteX13" fmla="*/ 60427 w 199868"/>
                <a:gd name="connsiteY13" fmla="*/ 70087 h 256974"/>
                <a:gd name="connsiteX14" fmla="*/ 102257 w 199868"/>
                <a:gd name="connsiteY14" fmla="*/ 37375 h 256974"/>
                <a:gd name="connsiteX15" fmla="*/ 144096 w 199868"/>
                <a:gd name="connsiteY15" fmla="*/ 74761 h 256974"/>
                <a:gd name="connsiteX16" fmla="*/ 195224 w 199868"/>
                <a:gd name="connsiteY16" fmla="*/ 74761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868" h="256974">
                  <a:moveTo>
                    <a:pt x="195224" y="74761"/>
                  </a:moveTo>
                  <a:cubicBezTo>
                    <a:pt x="190570" y="28029"/>
                    <a:pt x="162684" y="0"/>
                    <a:pt x="106911" y="0"/>
                  </a:cubicBezTo>
                  <a:cubicBezTo>
                    <a:pt x="41830" y="4673"/>
                    <a:pt x="9299" y="28029"/>
                    <a:pt x="4645" y="79424"/>
                  </a:cubicBezTo>
                  <a:cubicBezTo>
                    <a:pt x="4645" y="112136"/>
                    <a:pt x="32541" y="135492"/>
                    <a:pt x="88314" y="149512"/>
                  </a:cubicBezTo>
                  <a:cubicBezTo>
                    <a:pt x="88314" y="149512"/>
                    <a:pt x="92958" y="149512"/>
                    <a:pt x="97612" y="154185"/>
                  </a:cubicBezTo>
                  <a:cubicBezTo>
                    <a:pt x="130143" y="158858"/>
                    <a:pt x="144096" y="168204"/>
                    <a:pt x="144096" y="186887"/>
                  </a:cubicBezTo>
                  <a:cubicBezTo>
                    <a:pt x="144096" y="210253"/>
                    <a:pt x="125499" y="219599"/>
                    <a:pt x="92958" y="219599"/>
                  </a:cubicBezTo>
                  <a:cubicBezTo>
                    <a:pt x="65072" y="219599"/>
                    <a:pt x="51128" y="200906"/>
                    <a:pt x="51128" y="172877"/>
                  </a:cubicBezTo>
                  <a:cubicBezTo>
                    <a:pt x="0" y="172877"/>
                    <a:pt x="0" y="172877"/>
                    <a:pt x="0" y="172877"/>
                  </a:cubicBezTo>
                  <a:cubicBezTo>
                    <a:pt x="0" y="228945"/>
                    <a:pt x="27886" y="256974"/>
                    <a:pt x="92958" y="256974"/>
                  </a:cubicBezTo>
                  <a:cubicBezTo>
                    <a:pt x="162684" y="252301"/>
                    <a:pt x="199869" y="228945"/>
                    <a:pt x="199869" y="177550"/>
                  </a:cubicBezTo>
                  <a:cubicBezTo>
                    <a:pt x="199869" y="140165"/>
                    <a:pt x="171982" y="116809"/>
                    <a:pt x="116200" y="107463"/>
                  </a:cubicBezTo>
                  <a:cubicBezTo>
                    <a:pt x="111555" y="107463"/>
                    <a:pt x="106911" y="107463"/>
                    <a:pt x="106911" y="107463"/>
                  </a:cubicBezTo>
                  <a:cubicBezTo>
                    <a:pt x="74370" y="102790"/>
                    <a:pt x="60427" y="88770"/>
                    <a:pt x="60427" y="70087"/>
                  </a:cubicBezTo>
                  <a:cubicBezTo>
                    <a:pt x="65072" y="51395"/>
                    <a:pt x="74370" y="42049"/>
                    <a:pt x="102257" y="37375"/>
                  </a:cubicBezTo>
                  <a:cubicBezTo>
                    <a:pt x="130143" y="37375"/>
                    <a:pt x="139442" y="51395"/>
                    <a:pt x="144096" y="74761"/>
                  </a:cubicBezTo>
                  <a:lnTo>
                    <a:pt x="195224" y="74761"/>
                  </a:lnTo>
                  <a:close/>
                </a:path>
              </a:pathLst>
            </a:custGeom>
            <a:solidFill>
              <a:srgbClr val="0068B7"/>
            </a:solidFill>
            <a:ln w="9518" cap="flat">
              <a:noFill/>
              <a:prstDash val="solid"/>
              <a:miter/>
            </a:ln>
          </p:spPr>
          <p:txBody>
            <a:bodyPr rtlCol="0" anchor="ctr"/>
            <a:lstStyle/>
            <a:p>
              <a:endParaRPr lang="zh-CN" altLang="en-US"/>
            </a:p>
          </p:txBody>
        </p:sp>
        <p:sp>
          <p:nvSpPr>
            <p:cNvPr id="97" name="任意多边形: 形状 96"/>
            <p:cNvSpPr/>
            <p:nvPr/>
          </p:nvSpPr>
          <p:spPr>
            <a:xfrm>
              <a:off x="1620424" y="4521557"/>
              <a:ext cx="209386" cy="256974"/>
            </a:xfrm>
            <a:custGeom>
              <a:avLst/>
              <a:gdLst>
                <a:gd name="connsiteX0" fmla="*/ 0 w 209386"/>
                <a:gd name="connsiteY0" fmla="*/ 44390 h 256974"/>
                <a:gd name="connsiteX1" fmla="*/ 79101 w 209386"/>
                <a:gd name="connsiteY1" fmla="*/ 44390 h 256974"/>
                <a:gd name="connsiteX2" fmla="*/ 79101 w 209386"/>
                <a:gd name="connsiteY2" fmla="*/ 256974 h 256974"/>
                <a:gd name="connsiteX3" fmla="*/ 130286 w 209386"/>
                <a:gd name="connsiteY3" fmla="*/ 256974 h 256974"/>
                <a:gd name="connsiteX4" fmla="*/ 130286 w 209386"/>
                <a:gd name="connsiteY4" fmla="*/ 44390 h 256974"/>
                <a:gd name="connsiteX5" fmla="*/ 209386 w 209386"/>
                <a:gd name="connsiteY5" fmla="*/ 44390 h 256974"/>
                <a:gd name="connsiteX6" fmla="*/ 209386 w 209386"/>
                <a:gd name="connsiteY6" fmla="*/ 0 h 256974"/>
                <a:gd name="connsiteX7" fmla="*/ 0 w 209386"/>
                <a:gd name="connsiteY7" fmla="*/ 0 h 256974"/>
                <a:gd name="connsiteX8" fmla="*/ 0 w 209386"/>
                <a:gd name="connsiteY8" fmla="*/ 44390 h 25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86" h="256974">
                  <a:moveTo>
                    <a:pt x="0" y="44390"/>
                  </a:moveTo>
                  <a:lnTo>
                    <a:pt x="79101" y="44390"/>
                  </a:lnTo>
                  <a:lnTo>
                    <a:pt x="79101" y="256974"/>
                  </a:lnTo>
                  <a:lnTo>
                    <a:pt x="130286" y="256974"/>
                  </a:lnTo>
                  <a:lnTo>
                    <a:pt x="130286" y="44390"/>
                  </a:lnTo>
                  <a:lnTo>
                    <a:pt x="209386" y="44390"/>
                  </a:lnTo>
                  <a:lnTo>
                    <a:pt x="209386" y="0"/>
                  </a:lnTo>
                  <a:lnTo>
                    <a:pt x="0" y="0"/>
                  </a:lnTo>
                  <a:lnTo>
                    <a:pt x="0" y="44390"/>
                  </a:lnTo>
                  <a:close/>
                </a:path>
              </a:pathLst>
            </a:custGeom>
            <a:solidFill>
              <a:srgbClr val="0068B7"/>
            </a:solidFill>
            <a:ln w="9518" cap="flat">
              <a:noFill/>
              <a:prstDash val="solid"/>
              <a:miter/>
            </a:ln>
          </p:spPr>
          <p:txBody>
            <a:bodyPr rtlCol="0" anchor="ctr"/>
            <a:lstStyle/>
            <a:p>
              <a:endParaRPr lang="zh-CN" altLang="en-US"/>
            </a:p>
          </p:txBody>
        </p:sp>
        <p:sp>
          <p:nvSpPr>
            <p:cNvPr id="98" name="任意多边形: 形状 97"/>
            <p:cNvSpPr/>
            <p:nvPr/>
          </p:nvSpPr>
          <p:spPr>
            <a:xfrm>
              <a:off x="1886915" y="4502522"/>
              <a:ext cx="218903" cy="247456"/>
            </a:xfrm>
            <a:custGeom>
              <a:avLst/>
              <a:gdLst>
                <a:gd name="connsiteX0" fmla="*/ 218904 w 218903"/>
                <a:gd name="connsiteY0" fmla="*/ 82489 h 247456"/>
                <a:gd name="connsiteX1" fmla="*/ 107016 w 218903"/>
                <a:gd name="connsiteY1" fmla="*/ 0 h 247456"/>
                <a:gd name="connsiteX2" fmla="*/ 0 w 218903"/>
                <a:gd name="connsiteY2" fmla="*/ 126155 h 247456"/>
                <a:gd name="connsiteX3" fmla="*/ 107016 w 218903"/>
                <a:gd name="connsiteY3" fmla="*/ 247457 h 247456"/>
                <a:gd name="connsiteX4" fmla="*/ 218904 w 218903"/>
                <a:gd name="connsiteY4" fmla="*/ 169822 h 247456"/>
                <a:gd name="connsiteX5" fmla="*/ 160533 w 218903"/>
                <a:gd name="connsiteY5" fmla="*/ 169822 h 247456"/>
                <a:gd name="connsiteX6" fmla="*/ 107016 w 218903"/>
                <a:gd name="connsiteY6" fmla="*/ 213489 h 247456"/>
                <a:gd name="connsiteX7" fmla="*/ 58371 w 218903"/>
                <a:gd name="connsiteY7" fmla="*/ 126155 h 247456"/>
                <a:gd name="connsiteX8" fmla="*/ 107016 w 218903"/>
                <a:gd name="connsiteY8" fmla="*/ 38813 h 247456"/>
                <a:gd name="connsiteX9" fmla="*/ 160533 w 218903"/>
                <a:gd name="connsiteY9" fmla="*/ 82489 h 247456"/>
                <a:gd name="connsiteX10" fmla="*/ 218904 w 218903"/>
                <a:gd name="connsiteY10" fmla="*/ 82489 h 24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8903" h="247456">
                  <a:moveTo>
                    <a:pt x="218904" y="82489"/>
                  </a:moveTo>
                  <a:cubicBezTo>
                    <a:pt x="214040" y="29114"/>
                    <a:pt x="179987" y="0"/>
                    <a:pt x="107016" y="0"/>
                  </a:cubicBezTo>
                  <a:cubicBezTo>
                    <a:pt x="38917" y="4854"/>
                    <a:pt x="4863" y="43667"/>
                    <a:pt x="0" y="126155"/>
                  </a:cubicBezTo>
                  <a:cubicBezTo>
                    <a:pt x="4863" y="208644"/>
                    <a:pt x="38917" y="247457"/>
                    <a:pt x="107016" y="247457"/>
                  </a:cubicBezTo>
                  <a:cubicBezTo>
                    <a:pt x="179987" y="247457"/>
                    <a:pt x="214040" y="223196"/>
                    <a:pt x="218904" y="169822"/>
                  </a:cubicBezTo>
                  <a:cubicBezTo>
                    <a:pt x="160533" y="169822"/>
                    <a:pt x="160533" y="169822"/>
                    <a:pt x="160533" y="169822"/>
                  </a:cubicBezTo>
                  <a:cubicBezTo>
                    <a:pt x="160533" y="198936"/>
                    <a:pt x="141069" y="213489"/>
                    <a:pt x="107016" y="213489"/>
                  </a:cubicBezTo>
                  <a:cubicBezTo>
                    <a:pt x="77835" y="213489"/>
                    <a:pt x="63235" y="184384"/>
                    <a:pt x="58371" y="126155"/>
                  </a:cubicBezTo>
                  <a:cubicBezTo>
                    <a:pt x="63235" y="67927"/>
                    <a:pt x="77835" y="38813"/>
                    <a:pt x="107016" y="38813"/>
                  </a:cubicBezTo>
                  <a:cubicBezTo>
                    <a:pt x="141069" y="38813"/>
                    <a:pt x="155669" y="53375"/>
                    <a:pt x="160533" y="82489"/>
                  </a:cubicBezTo>
                  <a:lnTo>
                    <a:pt x="218904" y="82489"/>
                  </a:lnTo>
                  <a:close/>
                </a:path>
              </a:pathLst>
            </a:custGeom>
            <a:solidFill>
              <a:srgbClr val="0068B7"/>
            </a:solidFill>
            <a:ln w="9518" cap="flat">
              <a:noFill/>
              <a:prstDash val="solid"/>
              <a:miter/>
            </a:ln>
          </p:spPr>
          <p:txBody>
            <a:bodyPr rtlCol="0" anchor="ctr"/>
            <a:lstStyle/>
            <a:p>
              <a:endParaRPr lang="zh-CN" altLang="en-US"/>
            </a:p>
          </p:txBody>
        </p:sp>
      </p:grpSp>
      <p:sp>
        <p:nvSpPr>
          <p:cNvPr id="249" name="文本框 248"/>
          <p:cNvSpPr txBox="1"/>
          <p:nvPr userDrawn="1"/>
        </p:nvSpPr>
        <p:spPr>
          <a:xfrm>
            <a:off x="4403487" y="223235"/>
            <a:ext cx="3854148" cy="1446550"/>
          </a:xfrm>
          <a:prstGeom prst="rect">
            <a:avLst/>
          </a:prstGeom>
          <a:noFill/>
        </p:spPr>
        <p:txBody>
          <a:bodyPr wrap="square" rtlCol="0">
            <a:spAutoFit/>
          </a:bodyPr>
          <a:lstStyle/>
          <a:p>
            <a:pPr algn="ctr"/>
            <a:r>
              <a:rPr lang="zh-CN" altLang="en-US" sz="8800" spc="4000" baseline="0" dirty="0">
                <a:solidFill>
                  <a:schemeClr val="accent1"/>
                </a:solidFill>
                <a:latin typeface="思源宋体 CN Medium" panose="02020500000000000000" pitchFamily="18" charset="-122"/>
                <a:ea typeface="思源宋体 CN Medium" panose="02020500000000000000" pitchFamily="18" charset="-122"/>
              </a:rPr>
              <a:t>目录</a:t>
            </a:r>
          </a:p>
        </p:txBody>
      </p:sp>
      <p:cxnSp>
        <p:nvCxnSpPr>
          <p:cNvPr id="168" name="直接连接符 167"/>
          <p:cNvCxnSpPr/>
          <p:nvPr userDrawn="1"/>
        </p:nvCxnSpPr>
        <p:spPr>
          <a:xfrm>
            <a:off x="2285783" y="992856"/>
            <a:ext cx="2150673" cy="0"/>
          </a:xfrm>
          <a:prstGeom prst="line">
            <a:avLst/>
          </a:prstGeom>
          <a:ln w="25400" cap="rnd">
            <a:gradFill>
              <a:gsLst>
                <a:gs pos="0">
                  <a:schemeClr val="accent1">
                    <a:alpha val="0"/>
                  </a:schemeClr>
                </a:gs>
                <a:gs pos="100000">
                  <a:schemeClr val="accent1"/>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userDrawn="1"/>
        </p:nvCxnSpPr>
        <p:spPr>
          <a:xfrm>
            <a:off x="7864603" y="992856"/>
            <a:ext cx="2150673" cy="0"/>
          </a:xfrm>
          <a:prstGeom prst="line">
            <a:avLst/>
          </a:prstGeom>
          <a:ln w="25400" cap="rnd">
            <a:gradFill>
              <a:gsLst>
                <a:gs pos="100000">
                  <a:schemeClr val="accent1">
                    <a:alpha val="0"/>
                  </a:schemeClr>
                </a:gs>
                <a:gs pos="0">
                  <a:schemeClr val="accent1"/>
                </a:gs>
              </a:gsLst>
              <a:lin ang="0" scaled="0"/>
            </a:gradFill>
            <a:round/>
            <a:headEnd w="lg" len="lg"/>
            <a:tailEnd w="sm" len="sm"/>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底1">
    <p:spTree>
      <p:nvGrpSpPr>
        <p:cNvPr id="1" name=""/>
        <p:cNvGrpSpPr/>
        <p:nvPr/>
      </p:nvGrpSpPr>
      <p:grpSpPr>
        <a:xfrm>
          <a:off x="0" y="0"/>
          <a:ext cx="0" cy="0"/>
          <a:chOff x="0" y="0"/>
          <a:chExt cx="0" cy="0"/>
        </a:xfrm>
      </p:grpSpPr>
      <p:sp>
        <p:nvSpPr>
          <p:cNvPr id="6" name="箭头: 五边形 5"/>
          <p:cNvSpPr/>
          <p:nvPr userDrawn="1"/>
        </p:nvSpPr>
        <p:spPr>
          <a:xfrm>
            <a:off x="0" y="966712"/>
            <a:ext cx="3323968" cy="4047248"/>
          </a:xfrm>
          <a:prstGeom prst="homePlate">
            <a:avLst>
              <a:gd name="adj" fmla="val 25789"/>
            </a:avLst>
          </a:prstGeom>
          <a:solidFill>
            <a:schemeClr val="accent1">
              <a:alpha val="4000"/>
            </a:schemeClr>
          </a:solidFill>
          <a:ln>
            <a:solidFill>
              <a:schemeClr val="accent1">
                <a:shade val="50000"/>
                <a:alpha val="1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五边形 6"/>
          <p:cNvSpPr/>
          <p:nvPr userDrawn="1"/>
        </p:nvSpPr>
        <p:spPr>
          <a:xfrm>
            <a:off x="0" y="1238120"/>
            <a:ext cx="2878158" cy="3504432"/>
          </a:xfrm>
          <a:prstGeom prst="homePlate">
            <a:avLst>
              <a:gd name="adj" fmla="val 25789"/>
            </a:avLst>
          </a:prstGeom>
          <a:solidFill>
            <a:schemeClr val="accent1">
              <a:alpha val="8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五边形 7"/>
          <p:cNvSpPr/>
          <p:nvPr userDrawn="1"/>
        </p:nvSpPr>
        <p:spPr>
          <a:xfrm>
            <a:off x="0" y="1584960"/>
            <a:ext cx="2520778" cy="2810752"/>
          </a:xfrm>
          <a:prstGeom prst="homePlate">
            <a:avLst>
              <a:gd name="adj" fmla="val 25789"/>
            </a:avLst>
          </a:prstGeom>
          <a:solidFill>
            <a:schemeClr val="accent1"/>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五边形 8"/>
          <p:cNvSpPr/>
          <p:nvPr userDrawn="1"/>
        </p:nvSpPr>
        <p:spPr>
          <a:xfrm flipH="1">
            <a:off x="8868032" y="966712"/>
            <a:ext cx="3323968" cy="4047248"/>
          </a:xfrm>
          <a:prstGeom prst="homePlate">
            <a:avLst>
              <a:gd name="adj" fmla="val 25789"/>
            </a:avLst>
          </a:prstGeom>
          <a:solidFill>
            <a:schemeClr val="accent1">
              <a:alpha val="4000"/>
            </a:schemeClr>
          </a:solidFill>
          <a:ln>
            <a:solidFill>
              <a:schemeClr val="accent1">
                <a:shade val="50000"/>
                <a:alpha val="1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五边形 9"/>
          <p:cNvSpPr/>
          <p:nvPr userDrawn="1"/>
        </p:nvSpPr>
        <p:spPr>
          <a:xfrm flipH="1">
            <a:off x="9313842" y="1238120"/>
            <a:ext cx="2878158" cy="3504432"/>
          </a:xfrm>
          <a:prstGeom prst="homePlate">
            <a:avLst>
              <a:gd name="adj" fmla="val 25789"/>
            </a:avLst>
          </a:prstGeom>
          <a:solidFill>
            <a:schemeClr val="accent1">
              <a:alpha val="8000"/>
            </a:schemeClr>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五边形 10"/>
          <p:cNvSpPr/>
          <p:nvPr userDrawn="1"/>
        </p:nvSpPr>
        <p:spPr>
          <a:xfrm flipH="1">
            <a:off x="9671222" y="1584960"/>
            <a:ext cx="2520778" cy="2810752"/>
          </a:xfrm>
          <a:prstGeom prst="homePlate">
            <a:avLst>
              <a:gd name="adj" fmla="val 25789"/>
            </a:avLst>
          </a:prstGeom>
          <a:solidFill>
            <a:schemeClr val="accent1"/>
          </a:solid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descr="图片包含 游戏机, 白色, 黑色, 大&#10;&#10;描述已自动生成"/>
          <p:cNvPicPr>
            <a:picLocks noChangeAspect="1"/>
          </p:cNvPicPr>
          <p:nvPr userDrawn="1"/>
        </p:nvPicPr>
        <p:blipFill rotWithShape="1">
          <a:blip r:embed="rId2" cstate="email">
            <a:alphaModFix amt="52000"/>
            <a:extLst>
              <a:ext uri="{28A0092B-C50C-407E-A947-70E740481C1C}">
                <a14:useLocalDpi xmlns:a14="http://schemas.microsoft.com/office/drawing/2010/main" val="0"/>
              </a:ext>
            </a:extLst>
          </a:blip>
          <a:srcRect b="17605"/>
          <a:stretch>
            <a:fillRect/>
          </a:stretch>
        </p:blipFill>
        <p:spPr>
          <a:xfrm>
            <a:off x="0" y="4206543"/>
            <a:ext cx="12192000" cy="2651458"/>
          </a:xfrm>
          <a:prstGeom prst="rect">
            <a:avLst/>
          </a:prstGeom>
        </p:spPr>
      </p:pic>
      <p:pic>
        <p:nvPicPr>
          <p:cNvPr id="16" name="图片 15" descr="一些文字和图案&#10;&#10;描述已自动生成"/>
          <p:cNvPicPr>
            <a:picLocks noChangeAspect="1"/>
          </p:cNvPicPr>
          <p:nvPr userDrawn="1"/>
        </p:nvPicPr>
        <p:blipFill rotWithShape="1">
          <a:blip r:embed="rId3" cstate="email">
            <a:alphaModFix amt="15000"/>
            <a:duotone>
              <a:schemeClr val="accent5">
                <a:shade val="45000"/>
                <a:satMod val="135000"/>
              </a:schemeClr>
              <a:prstClr val="white"/>
            </a:duotone>
            <a:extLst>
              <a:ext uri="{28A0092B-C50C-407E-A947-70E740481C1C}">
                <a14:useLocalDpi xmlns:a14="http://schemas.microsoft.com/office/drawing/2010/main" val="0"/>
              </a:ext>
            </a:extLst>
          </a:blip>
          <a:srcRect l="15788" t="3892" r="14167" b="52613"/>
          <a:stretch>
            <a:fillRect/>
          </a:stretch>
        </p:blipFill>
        <p:spPr>
          <a:xfrm>
            <a:off x="-274442" y="1641664"/>
            <a:ext cx="2764740" cy="2651459"/>
          </a:xfrm>
          <a:prstGeom prst="rect">
            <a:avLst/>
          </a:prstGeom>
        </p:spPr>
      </p:pic>
      <p:pic>
        <p:nvPicPr>
          <p:cNvPr id="17" name="图片 16" descr="一些文字和图案&#10;&#10;描述已自动生成"/>
          <p:cNvPicPr>
            <a:picLocks noChangeAspect="1"/>
          </p:cNvPicPr>
          <p:nvPr userDrawn="1"/>
        </p:nvPicPr>
        <p:blipFill rotWithShape="1">
          <a:blip r:embed="rId3" cstate="email">
            <a:alphaModFix amt="15000"/>
            <a:duotone>
              <a:schemeClr val="accent5">
                <a:shade val="45000"/>
                <a:satMod val="135000"/>
              </a:schemeClr>
              <a:prstClr val="white"/>
            </a:duotone>
            <a:extLst>
              <a:ext uri="{28A0092B-C50C-407E-A947-70E740481C1C}">
                <a14:useLocalDpi xmlns:a14="http://schemas.microsoft.com/office/drawing/2010/main" val="0"/>
              </a:ext>
            </a:extLst>
          </a:blip>
          <a:srcRect l="15788" t="3892" r="14167" b="52613"/>
          <a:stretch>
            <a:fillRect/>
          </a:stretch>
        </p:blipFill>
        <p:spPr>
          <a:xfrm flipH="1">
            <a:off x="9671222" y="1641664"/>
            <a:ext cx="2764740" cy="2651459"/>
          </a:xfrm>
          <a:prstGeom prst="rect">
            <a:avLst/>
          </a:prstGeom>
        </p:spPr>
      </p:pic>
      <p:grpSp>
        <p:nvGrpSpPr>
          <p:cNvPr id="2" name="图形 11"/>
          <p:cNvGrpSpPr/>
          <p:nvPr/>
        </p:nvGrpSpPr>
        <p:grpSpPr>
          <a:xfrm>
            <a:off x="4693892" y="455738"/>
            <a:ext cx="2455535" cy="560262"/>
            <a:chOff x="4693892" y="455738"/>
            <a:chExt cx="2455535" cy="560262"/>
          </a:xfrm>
          <a:solidFill>
            <a:srgbClr val="000000"/>
          </a:solidFill>
        </p:grpSpPr>
        <p:sp>
          <p:nvSpPr>
            <p:cNvPr id="3" name="任意多边形: 形状 2"/>
            <p:cNvSpPr/>
            <p:nvPr/>
          </p:nvSpPr>
          <p:spPr>
            <a:xfrm>
              <a:off x="4693892" y="455738"/>
              <a:ext cx="556423" cy="560262"/>
            </a:xfrm>
            <a:custGeom>
              <a:avLst/>
              <a:gdLst>
                <a:gd name="connsiteX0" fmla="*/ 0 w 556423"/>
                <a:gd name="connsiteY0" fmla="*/ 280131 h 560262"/>
                <a:gd name="connsiteX1" fmla="*/ 278212 w 556423"/>
                <a:gd name="connsiteY1" fmla="*/ 0 h 560262"/>
                <a:gd name="connsiteX2" fmla="*/ 556423 w 556423"/>
                <a:gd name="connsiteY2" fmla="*/ 280131 h 560262"/>
                <a:gd name="connsiteX3" fmla="*/ 278212 w 556423"/>
                <a:gd name="connsiteY3" fmla="*/ 560262 h 560262"/>
                <a:gd name="connsiteX4" fmla="*/ 0 w 556423"/>
                <a:gd name="connsiteY4" fmla="*/ 280131 h 560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423" h="560262">
                  <a:moveTo>
                    <a:pt x="0" y="280131"/>
                  </a:moveTo>
                  <a:cubicBezTo>
                    <a:pt x="0" y="125418"/>
                    <a:pt x="124560" y="0"/>
                    <a:pt x="278212" y="0"/>
                  </a:cubicBezTo>
                  <a:cubicBezTo>
                    <a:pt x="431863" y="0"/>
                    <a:pt x="556423" y="125418"/>
                    <a:pt x="556423" y="280131"/>
                  </a:cubicBezTo>
                  <a:cubicBezTo>
                    <a:pt x="556423" y="434844"/>
                    <a:pt x="431863" y="560262"/>
                    <a:pt x="278212" y="560262"/>
                  </a:cubicBezTo>
                  <a:cubicBezTo>
                    <a:pt x="124560" y="560262"/>
                    <a:pt x="0" y="434844"/>
                    <a:pt x="0" y="280131"/>
                  </a:cubicBezTo>
                  <a:close/>
                </a:path>
              </a:pathLst>
            </a:custGeom>
            <a:solidFill>
              <a:schemeClr val="accent1"/>
            </a:solidFill>
            <a:ln w="1918" cap="flat">
              <a:noFill/>
              <a:prstDash val="solid"/>
              <a:miter/>
            </a:ln>
          </p:spPr>
          <p:txBody>
            <a:bodyPr rtlCol="0" anchor="ctr"/>
            <a:lstStyle/>
            <a:p>
              <a:endParaRPr lang="zh-CN" altLang="en-US"/>
            </a:p>
          </p:txBody>
        </p:sp>
        <p:sp>
          <p:nvSpPr>
            <p:cNvPr id="4" name="任意多边形: 形状 3"/>
            <p:cNvSpPr/>
            <p:nvPr/>
          </p:nvSpPr>
          <p:spPr>
            <a:xfrm>
              <a:off x="4785990" y="547835"/>
              <a:ext cx="372227" cy="376066"/>
            </a:xfrm>
            <a:custGeom>
              <a:avLst/>
              <a:gdLst>
                <a:gd name="connsiteX0" fmla="*/ 0 w 372227"/>
                <a:gd name="connsiteY0" fmla="*/ 188033 h 376066"/>
                <a:gd name="connsiteX1" fmla="*/ 186114 w 372227"/>
                <a:gd name="connsiteY1" fmla="*/ 0 h 376066"/>
                <a:gd name="connsiteX2" fmla="*/ 372228 w 372227"/>
                <a:gd name="connsiteY2" fmla="*/ 188033 h 376066"/>
                <a:gd name="connsiteX3" fmla="*/ 186114 w 372227"/>
                <a:gd name="connsiteY3" fmla="*/ 376066 h 376066"/>
                <a:gd name="connsiteX4" fmla="*/ 0 w 372227"/>
                <a:gd name="connsiteY4" fmla="*/ 188033 h 376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227" h="376066">
                  <a:moveTo>
                    <a:pt x="0" y="188033"/>
                  </a:moveTo>
                  <a:cubicBezTo>
                    <a:pt x="0" y="84185"/>
                    <a:pt x="83326" y="0"/>
                    <a:pt x="186114" y="0"/>
                  </a:cubicBezTo>
                  <a:cubicBezTo>
                    <a:pt x="288903" y="0"/>
                    <a:pt x="372228" y="84185"/>
                    <a:pt x="372228" y="188033"/>
                  </a:cubicBezTo>
                  <a:cubicBezTo>
                    <a:pt x="372228" y="291881"/>
                    <a:pt x="288903" y="376066"/>
                    <a:pt x="186114" y="376066"/>
                  </a:cubicBezTo>
                  <a:cubicBezTo>
                    <a:pt x="83326" y="376066"/>
                    <a:pt x="0" y="291881"/>
                    <a:pt x="0" y="188033"/>
                  </a:cubicBezTo>
                  <a:close/>
                </a:path>
              </a:pathLst>
            </a:custGeom>
            <a:solidFill>
              <a:srgbClr val="FFFFFF"/>
            </a:solidFill>
            <a:ln w="1918" cap="flat">
              <a:noFill/>
              <a:prstDash val="solid"/>
              <a:miter/>
            </a:ln>
          </p:spPr>
          <p:txBody>
            <a:bodyPr rtlCol="0" anchor="ctr"/>
            <a:lstStyle/>
            <a:p>
              <a:endParaRPr lang="zh-CN" altLang="en-US"/>
            </a:p>
          </p:txBody>
        </p:sp>
        <p:sp>
          <p:nvSpPr>
            <p:cNvPr id="5" name="任意多边形: 形状 4"/>
            <p:cNvSpPr/>
            <p:nvPr/>
          </p:nvSpPr>
          <p:spPr>
            <a:xfrm>
              <a:off x="4703486" y="716681"/>
              <a:ext cx="67154" cy="44584"/>
            </a:xfrm>
            <a:custGeom>
              <a:avLst/>
              <a:gdLst>
                <a:gd name="connsiteX0" fmla="*/ 23984 w 67154"/>
                <a:gd name="connsiteY0" fmla="*/ 40170 h 44584"/>
                <a:gd name="connsiteX1" fmla="*/ 28781 w 67154"/>
                <a:gd name="connsiteY1" fmla="*/ 42129 h 44584"/>
                <a:gd name="connsiteX2" fmla="*/ 33577 w 67154"/>
                <a:gd name="connsiteY2" fmla="*/ 44090 h 44584"/>
                <a:gd name="connsiteX3" fmla="*/ 50846 w 67154"/>
                <a:gd name="connsiteY3" fmla="*/ 33313 h 44584"/>
                <a:gd name="connsiteX4" fmla="*/ 58520 w 67154"/>
                <a:gd name="connsiteY4" fmla="*/ 33313 h 44584"/>
                <a:gd name="connsiteX5" fmla="*/ 65236 w 67154"/>
                <a:gd name="connsiteY5" fmla="*/ 25475 h 44584"/>
                <a:gd name="connsiteX6" fmla="*/ 67155 w 67154"/>
                <a:gd name="connsiteY6" fmla="*/ 9797 h 44584"/>
                <a:gd name="connsiteX7" fmla="*/ 64276 w 67154"/>
                <a:gd name="connsiteY7" fmla="*/ 5879 h 44584"/>
                <a:gd name="connsiteX8" fmla="*/ 58520 w 67154"/>
                <a:gd name="connsiteY8" fmla="*/ 4898 h 44584"/>
                <a:gd name="connsiteX9" fmla="*/ 57561 w 67154"/>
                <a:gd name="connsiteY9" fmla="*/ 16656 h 44584"/>
                <a:gd name="connsiteX10" fmla="*/ 52764 w 67154"/>
                <a:gd name="connsiteY10" fmla="*/ 26453 h 44584"/>
                <a:gd name="connsiteX11" fmla="*/ 49886 w 67154"/>
                <a:gd name="connsiteY11" fmla="*/ 12736 h 44584"/>
                <a:gd name="connsiteX12" fmla="*/ 39333 w 67154"/>
                <a:gd name="connsiteY12" fmla="*/ 10777 h 44584"/>
                <a:gd name="connsiteX13" fmla="*/ 30699 w 67154"/>
                <a:gd name="connsiteY13" fmla="*/ 0 h 44584"/>
                <a:gd name="connsiteX14" fmla="*/ 16309 w 67154"/>
                <a:gd name="connsiteY14" fmla="*/ 10777 h 44584"/>
                <a:gd name="connsiteX15" fmla="*/ 0 w 67154"/>
                <a:gd name="connsiteY15" fmla="*/ 18615 h 44584"/>
                <a:gd name="connsiteX16" fmla="*/ 14390 w 67154"/>
                <a:gd name="connsiteY16" fmla="*/ 19596 h 44584"/>
                <a:gd name="connsiteX17" fmla="*/ 26862 w 67154"/>
                <a:gd name="connsiteY17" fmla="*/ 33313 h 44584"/>
                <a:gd name="connsiteX18" fmla="*/ 41252 w 67154"/>
                <a:gd name="connsiteY18" fmla="*/ 35272 h 44584"/>
                <a:gd name="connsiteX19" fmla="*/ 23984 w 67154"/>
                <a:gd name="connsiteY19" fmla="*/ 40170 h 44584"/>
                <a:gd name="connsiteX20" fmla="*/ 22065 w 67154"/>
                <a:gd name="connsiteY20" fmla="*/ 15676 h 44584"/>
                <a:gd name="connsiteX21" fmla="*/ 23024 w 67154"/>
                <a:gd name="connsiteY21" fmla="*/ 10777 h 44584"/>
                <a:gd name="connsiteX22" fmla="*/ 28781 w 67154"/>
                <a:gd name="connsiteY22" fmla="*/ 7838 h 44584"/>
                <a:gd name="connsiteX23" fmla="*/ 34537 w 67154"/>
                <a:gd name="connsiteY23" fmla="*/ 13717 h 44584"/>
                <a:gd name="connsiteX24" fmla="*/ 34537 w 67154"/>
                <a:gd name="connsiteY24" fmla="*/ 18615 h 44584"/>
                <a:gd name="connsiteX25" fmla="*/ 27821 w 67154"/>
                <a:gd name="connsiteY25" fmla="*/ 18615 h 44584"/>
                <a:gd name="connsiteX26" fmla="*/ 22065 w 67154"/>
                <a:gd name="connsiteY26" fmla="*/ 15676 h 44584"/>
                <a:gd name="connsiteX27" fmla="*/ 37415 w 67154"/>
                <a:gd name="connsiteY27" fmla="*/ 23514 h 44584"/>
                <a:gd name="connsiteX28" fmla="*/ 37415 w 67154"/>
                <a:gd name="connsiteY28" fmla="*/ 19596 h 44584"/>
                <a:gd name="connsiteX29" fmla="*/ 39333 w 67154"/>
                <a:gd name="connsiteY29" fmla="*/ 20574 h 44584"/>
                <a:gd name="connsiteX30" fmla="*/ 39333 w 67154"/>
                <a:gd name="connsiteY30" fmla="*/ 22535 h 44584"/>
                <a:gd name="connsiteX31" fmla="*/ 37415 w 67154"/>
                <a:gd name="connsiteY31" fmla="*/ 23514 h 44584"/>
                <a:gd name="connsiteX32" fmla="*/ 42211 w 67154"/>
                <a:gd name="connsiteY32" fmla="*/ 23514 h 44584"/>
                <a:gd name="connsiteX33" fmla="*/ 42211 w 67154"/>
                <a:gd name="connsiteY33" fmla="*/ 19596 h 44584"/>
                <a:gd name="connsiteX34" fmla="*/ 44130 w 67154"/>
                <a:gd name="connsiteY34" fmla="*/ 17635 h 44584"/>
                <a:gd name="connsiteX35" fmla="*/ 44130 w 67154"/>
                <a:gd name="connsiteY35" fmla="*/ 21555 h 44584"/>
                <a:gd name="connsiteX36" fmla="*/ 42211 w 67154"/>
                <a:gd name="connsiteY36" fmla="*/ 23514 h 4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7154" h="44584">
                  <a:moveTo>
                    <a:pt x="23984" y="40170"/>
                  </a:moveTo>
                  <a:cubicBezTo>
                    <a:pt x="23984" y="41150"/>
                    <a:pt x="25902" y="41150"/>
                    <a:pt x="28781" y="42129"/>
                  </a:cubicBezTo>
                  <a:cubicBezTo>
                    <a:pt x="29740" y="43109"/>
                    <a:pt x="31659" y="44090"/>
                    <a:pt x="33577" y="44090"/>
                  </a:cubicBezTo>
                  <a:cubicBezTo>
                    <a:pt x="44130" y="46049"/>
                    <a:pt x="47008" y="42129"/>
                    <a:pt x="50846" y="33313"/>
                  </a:cubicBezTo>
                  <a:cubicBezTo>
                    <a:pt x="53724" y="33313"/>
                    <a:pt x="55642" y="33313"/>
                    <a:pt x="58520" y="33313"/>
                  </a:cubicBezTo>
                  <a:cubicBezTo>
                    <a:pt x="61398" y="31352"/>
                    <a:pt x="63317" y="28414"/>
                    <a:pt x="65236" y="25475"/>
                  </a:cubicBezTo>
                  <a:cubicBezTo>
                    <a:pt x="65236" y="19596"/>
                    <a:pt x="65236" y="14697"/>
                    <a:pt x="67155" y="9797"/>
                  </a:cubicBezTo>
                  <a:cubicBezTo>
                    <a:pt x="66195" y="8818"/>
                    <a:pt x="65236" y="6857"/>
                    <a:pt x="64276" y="5879"/>
                  </a:cubicBezTo>
                  <a:cubicBezTo>
                    <a:pt x="63317" y="5879"/>
                    <a:pt x="60439" y="5879"/>
                    <a:pt x="58520" y="4898"/>
                  </a:cubicBezTo>
                  <a:cubicBezTo>
                    <a:pt x="57561" y="10777"/>
                    <a:pt x="57561" y="13717"/>
                    <a:pt x="57561" y="16656"/>
                  </a:cubicBezTo>
                  <a:cubicBezTo>
                    <a:pt x="59480" y="23514"/>
                    <a:pt x="57561" y="27434"/>
                    <a:pt x="52764" y="26453"/>
                  </a:cubicBezTo>
                  <a:cubicBezTo>
                    <a:pt x="53724" y="22535"/>
                    <a:pt x="53724" y="19596"/>
                    <a:pt x="49886" y="12736"/>
                  </a:cubicBezTo>
                  <a:cubicBezTo>
                    <a:pt x="46049" y="13717"/>
                    <a:pt x="42211" y="12736"/>
                    <a:pt x="39333" y="10777"/>
                  </a:cubicBezTo>
                  <a:cubicBezTo>
                    <a:pt x="36455" y="6857"/>
                    <a:pt x="33577" y="3920"/>
                    <a:pt x="30699" y="0"/>
                  </a:cubicBezTo>
                  <a:cubicBezTo>
                    <a:pt x="24943" y="2939"/>
                    <a:pt x="21106" y="6857"/>
                    <a:pt x="16309" y="10777"/>
                  </a:cubicBezTo>
                  <a:cubicBezTo>
                    <a:pt x="8634" y="8818"/>
                    <a:pt x="2878" y="12736"/>
                    <a:pt x="0" y="18615"/>
                  </a:cubicBezTo>
                  <a:cubicBezTo>
                    <a:pt x="6715" y="17635"/>
                    <a:pt x="11512" y="16656"/>
                    <a:pt x="14390" y="19596"/>
                  </a:cubicBezTo>
                  <a:cubicBezTo>
                    <a:pt x="18228" y="25475"/>
                    <a:pt x="22065" y="30373"/>
                    <a:pt x="26862" y="33313"/>
                  </a:cubicBezTo>
                  <a:cubicBezTo>
                    <a:pt x="31659" y="31352"/>
                    <a:pt x="36455" y="29393"/>
                    <a:pt x="41252" y="35272"/>
                  </a:cubicBezTo>
                  <a:cubicBezTo>
                    <a:pt x="35496" y="39191"/>
                    <a:pt x="25902" y="38211"/>
                    <a:pt x="23984" y="40170"/>
                  </a:cubicBezTo>
                  <a:close/>
                  <a:moveTo>
                    <a:pt x="22065" y="15676"/>
                  </a:moveTo>
                  <a:cubicBezTo>
                    <a:pt x="23024" y="13717"/>
                    <a:pt x="22065" y="12736"/>
                    <a:pt x="23024" y="10777"/>
                  </a:cubicBezTo>
                  <a:cubicBezTo>
                    <a:pt x="24943" y="6857"/>
                    <a:pt x="27821" y="5879"/>
                    <a:pt x="28781" y="7838"/>
                  </a:cubicBezTo>
                  <a:cubicBezTo>
                    <a:pt x="30699" y="9797"/>
                    <a:pt x="32618" y="11758"/>
                    <a:pt x="34537" y="13717"/>
                  </a:cubicBezTo>
                  <a:cubicBezTo>
                    <a:pt x="35496" y="15676"/>
                    <a:pt x="35496" y="16656"/>
                    <a:pt x="34537" y="18615"/>
                  </a:cubicBezTo>
                  <a:cubicBezTo>
                    <a:pt x="32618" y="18615"/>
                    <a:pt x="29740" y="18615"/>
                    <a:pt x="27821" y="18615"/>
                  </a:cubicBezTo>
                  <a:cubicBezTo>
                    <a:pt x="24943" y="18615"/>
                    <a:pt x="23024" y="17635"/>
                    <a:pt x="22065" y="15676"/>
                  </a:cubicBezTo>
                  <a:close/>
                  <a:moveTo>
                    <a:pt x="37415" y="23514"/>
                  </a:moveTo>
                  <a:cubicBezTo>
                    <a:pt x="37415" y="22535"/>
                    <a:pt x="38374" y="20574"/>
                    <a:pt x="37415" y="19596"/>
                  </a:cubicBezTo>
                  <a:cubicBezTo>
                    <a:pt x="38374" y="19596"/>
                    <a:pt x="38374" y="20574"/>
                    <a:pt x="39333" y="20574"/>
                  </a:cubicBezTo>
                  <a:cubicBezTo>
                    <a:pt x="39333" y="21555"/>
                    <a:pt x="39333" y="21555"/>
                    <a:pt x="39333" y="22535"/>
                  </a:cubicBezTo>
                  <a:cubicBezTo>
                    <a:pt x="39333" y="23514"/>
                    <a:pt x="38374" y="23514"/>
                    <a:pt x="37415" y="23514"/>
                  </a:cubicBezTo>
                  <a:close/>
                  <a:moveTo>
                    <a:pt x="42211" y="23514"/>
                  </a:moveTo>
                  <a:cubicBezTo>
                    <a:pt x="42211" y="21555"/>
                    <a:pt x="42211" y="20574"/>
                    <a:pt x="42211" y="19596"/>
                  </a:cubicBezTo>
                  <a:cubicBezTo>
                    <a:pt x="43171" y="18615"/>
                    <a:pt x="44130" y="18615"/>
                    <a:pt x="44130" y="17635"/>
                  </a:cubicBezTo>
                  <a:cubicBezTo>
                    <a:pt x="44130" y="18615"/>
                    <a:pt x="44130" y="20574"/>
                    <a:pt x="44130" y="21555"/>
                  </a:cubicBezTo>
                  <a:cubicBezTo>
                    <a:pt x="43171" y="22535"/>
                    <a:pt x="43171" y="22535"/>
                    <a:pt x="42211" y="23514"/>
                  </a:cubicBezTo>
                  <a:close/>
                </a:path>
              </a:pathLst>
            </a:custGeom>
            <a:solidFill>
              <a:srgbClr val="FFFFFF"/>
            </a:solidFill>
            <a:ln w="1918" cap="flat">
              <a:noFill/>
              <a:prstDash val="solid"/>
              <a:miter/>
            </a:ln>
          </p:spPr>
          <p:txBody>
            <a:bodyPr rtlCol="0" anchor="ctr"/>
            <a:lstStyle/>
            <a:p>
              <a:endParaRPr lang="zh-CN" altLang="en-US"/>
            </a:p>
          </p:txBody>
        </p:sp>
        <p:sp>
          <p:nvSpPr>
            <p:cNvPr id="13" name="任意多边形: 形状 12"/>
            <p:cNvSpPr/>
            <p:nvPr/>
          </p:nvSpPr>
          <p:spPr>
            <a:xfrm>
              <a:off x="4751453" y="591966"/>
              <a:ext cx="47967" cy="44130"/>
            </a:xfrm>
            <a:custGeom>
              <a:avLst/>
              <a:gdLst>
                <a:gd name="connsiteX0" fmla="*/ 0 w 47967"/>
                <a:gd name="connsiteY0" fmla="*/ 14711 h 44130"/>
                <a:gd name="connsiteX1" fmla="*/ 959 w 47967"/>
                <a:gd name="connsiteY1" fmla="*/ 9806 h 44130"/>
                <a:gd name="connsiteX2" fmla="*/ 1919 w 47967"/>
                <a:gd name="connsiteY2" fmla="*/ 3922 h 44130"/>
                <a:gd name="connsiteX3" fmla="*/ 7675 w 47967"/>
                <a:gd name="connsiteY3" fmla="*/ 0 h 44130"/>
                <a:gd name="connsiteX4" fmla="*/ 11512 w 47967"/>
                <a:gd name="connsiteY4" fmla="*/ 980 h 44130"/>
                <a:gd name="connsiteX5" fmla="*/ 23024 w 47967"/>
                <a:gd name="connsiteY5" fmla="*/ 17652 h 44130"/>
                <a:gd name="connsiteX6" fmla="*/ 31659 w 47967"/>
                <a:gd name="connsiteY6" fmla="*/ 7846 h 44130"/>
                <a:gd name="connsiteX7" fmla="*/ 38374 w 47967"/>
                <a:gd name="connsiteY7" fmla="*/ 1961 h 44130"/>
                <a:gd name="connsiteX8" fmla="*/ 42211 w 47967"/>
                <a:gd name="connsiteY8" fmla="*/ 4904 h 44130"/>
                <a:gd name="connsiteX9" fmla="*/ 37415 w 47967"/>
                <a:gd name="connsiteY9" fmla="*/ 11767 h 44130"/>
                <a:gd name="connsiteX10" fmla="*/ 47968 w 47967"/>
                <a:gd name="connsiteY10" fmla="*/ 27459 h 44130"/>
                <a:gd name="connsiteX11" fmla="*/ 41252 w 47967"/>
                <a:gd name="connsiteY11" fmla="*/ 37265 h 44130"/>
                <a:gd name="connsiteX12" fmla="*/ 36455 w 47967"/>
                <a:gd name="connsiteY12" fmla="*/ 44130 h 44130"/>
                <a:gd name="connsiteX13" fmla="*/ 24943 w 47967"/>
                <a:gd name="connsiteY13" fmla="*/ 39226 h 44130"/>
                <a:gd name="connsiteX14" fmla="*/ 18228 w 47967"/>
                <a:gd name="connsiteY14" fmla="*/ 38246 h 44130"/>
                <a:gd name="connsiteX15" fmla="*/ 23984 w 47967"/>
                <a:gd name="connsiteY15" fmla="*/ 25498 h 44130"/>
                <a:gd name="connsiteX16" fmla="*/ 20146 w 47967"/>
                <a:gd name="connsiteY16" fmla="*/ 24517 h 44130"/>
                <a:gd name="connsiteX17" fmla="*/ 12472 w 47967"/>
                <a:gd name="connsiteY17" fmla="*/ 12748 h 44130"/>
                <a:gd name="connsiteX18" fmla="*/ 7675 w 47967"/>
                <a:gd name="connsiteY18" fmla="*/ 11767 h 44130"/>
                <a:gd name="connsiteX19" fmla="*/ 0 w 47967"/>
                <a:gd name="connsiteY19" fmla="*/ 14711 h 44130"/>
                <a:gd name="connsiteX20" fmla="*/ 25902 w 47967"/>
                <a:gd name="connsiteY20" fmla="*/ 35304 h 44130"/>
                <a:gd name="connsiteX21" fmla="*/ 39333 w 47967"/>
                <a:gd name="connsiteY21" fmla="*/ 27459 h 44130"/>
                <a:gd name="connsiteX22" fmla="*/ 33577 w 47967"/>
                <a:gd name="connsiteY22" fmla="*/ 21574 h 44130"/>
                <a:gd name="connsiteX23" fmla="*/ 25902 w 47967"/>
                <a:gd name="connsiteY23" fmla="*/ 35304 h 4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967" h="44130">
                  <a:moveTo>
                    <a:pt x="0" y="14711"/>
                  </a:moveTo>
                  <a:cubicBezTo>
                    <a:pt x="0" y="12748"/>
                    <a:pt x="959" y="11767"/>
                    <a:pt x="959" y="9806"/>
                  </a:cubicBezTo>
                  <a:cubicBezTo>
                    <a:pt x="959" y="7846"/>
                    <a:pt x="959" y="5885"/>
                    <a:pt x="1919" y="3922"/>
                  </a:cubicBezTo>
                  <a:cubicBezTo>
                    <a:pt x="2878" y="980"/>
                    <a:pt x="4797" y="0"/>
                    <a:pt x="7675" y="0"/>
                  </a:cubicBezTo>
                  <a:cubicBezTo>
                    <a:pt x="8634" y="0"/>
                    <a:pt x="10553" y="0"/>
                    <a:pt x="11512" y="980"/>
                  </a:cubicBezTo>
                  <a:cubicBezTo>
                    <a:pt x="16309" y="5885"/>
                    <a:pt x="20146" y="10787"/>
                    <a:pt x="23024" y="17652"/>
                  </a:cubicBezTo>
                  <a:cubicBezTo>
                    <a:pt x="26862" y="15691"/>
                    <a:pt x="28781" y="10787"/>
                    <a:pt x="31659" y="7846"/>
                  </a:cubicBezTo>
                  <a:cubicBezTo>
                    <a:pt x="32618" y="6865"/>
                    <a:pt x="35496" y="2941"/>
                    <a:pt x="38374" y="1961"/>
                  </a:cubicBezTo>
                  <a:cubicBezTo>
                    <a:pt x="40293" y="980"/>
                    <a:pt x="41252" y="1961"/>
                    <a:pt x="42211" y="4904"/>
                  </a:cubicBezTo>
                  <a:cubicBezTo>
                    <a:pt x="42211" y="5885"/>
                    <a:pt x="38374" y="10787"/>
                    <a:pt x="37415" y="11767"/>
                  </a:cubicBezTo>
                  <a:cubicBezTo>
                    <a:pt x="41252" y="16672"/>
                    <a:pt x="45089" y="18633"/>
                    <a:pt x="47968" y="27459"/>
                  </a:cubicBezTo>
                  <a:cubicBezTo>
                    <a:pt x="46049" y="30400"/>
                    <a:pt x="44130" y="34324"/>
                    <a:pt x="41252" y="37265"/>
                  </a:cubicBezTo>
                  <a:cubicBezTo>
                    <a:pt x="39333" y="39226"/>
                    <a:pt x="38374" y="42169"/>
                    <a:pt x="36455" y="44130"/>
                  </a:cubicBezTo>
                  <a:cubicBezTo>
                    <a:pt x="32618" y="40208"/>
                    <a:pt x="28781" y="39226"/>
                    <a:pt x="24943" y="39226"/>
                  </a:cubicBezTo>
                  <a:cubicBezTo>
                    <a:pt x="23024" y="40208"/>
                    <a:pt x="20146" y="40208"/>
                    <a:pt x="18228" y="38246"/>
                  </a:cubicBezTo>
                  <a:cubicBezTo>
                    <a:pt x="17268" y="34324"/>
                    <a:pt x="21106" y="29420"/>
                    <a:pt x="23984" y="25498"/>
                  </a:cubicBezTo>
                  <a:cubicBezTo>
                    <a:pt x="23024" y="25498"/>
                    <a:pt x="22065" y="24517"/>
                    <a:pt x="20146" y="24517"/>
                  </a:cubicBezTo>
                  <a:cubicBezTo>
                    <a:pt x="17268" y="21574"/>
                    <a:pt x="15350" y="17652"/>
                    <a:pt x="12472" y="12748"/>
                  </a:cubicBezTo>
                  <a:cubicBezTo>
                    <a:pt x="11512" y="14711"/>
                    <a:pt x="7675" y="13730"/>
                    <a:pt x="7675" y="11767"/>
                  </a:cubicBezTo>
                  <a:cubicBezTo>
                    <a:pt x="6715" y="9806"/>
                    <a:pt x="3837" y="13730"/>
                    <a:pt x="0" y="14711"/>
                  </a:cubicBezTo>
                  <a:close/>
                  <a:moveTo>
                    <a:pt x="25902" y="35304"/>
                  </a:moveTo>
                  <a:cubicBezTo>
                    <a:pt x="30699" y="37265"/>
                    <a:pt x="35496" y="34324"/>
                    <a:pt x="39333" y="27459"/>
                  </a:cubicBezTo>
                  <a:cubicBezTo>
                    <a:pt x="39333" y="24517"/>
                    <a:pt x="36455" y="22556"/>
                    <a:pt x="33577" y="21574"/>
                  </a:cubicBezTo>
                  <a:cubicBezTo>
                    <a:pt x="29740" y="25498"/>
                    <a:pt x="28781" y="29420"/>
                    <a:pt x="25902" y="35304"/>
                  </a:cubicBezTo>
                  <a:close/>
                </a:path>
              </a:pathLst>
            </a:custGeom>
            <a:solidFill>
              <a:srgbClr val="FFFFFF"/>
            </a:solidFill>
            <a:ln w="1918" cap="flat">
              <a:noFill/>
              <a:prstDash val="solid"/>
              <a:miter/>
            </a:ln>
          </p:spPr>
          <p:txBody>
            <a:bodyPr rtlCol="0" anchor="ctr"/>
            <a:lstStyle/>
            <a:p>
              <a:endParaRPr lang="zh-CN" altLang="en-US"/>
            </a:p>
          </p:txBody>
        </p:sp>
        <p:sp>
          <p:nvSpPr>
            <p:cNvPr id="15" name="任意多边形: 形状 14"/>
            <p:cNvSpPr/>
            <p:nvPr/>
          </p:nvSpPr>
          <p:spPr>
            <a:xfrm>
              <a:off x="5141538" y="600230"/>
              <a:ext cx="56972" cy="54835"/>
            </a:xfrm>
            <a:custGeom>
              <a:avLst/>
              <a:gdLst>
                <a:gd name="connsiteX0" fmla="*/ 49419 w 56972"/>
                <a:gd name="connsiteY0" fmla="*/ 3184 h 54835"/>
                <a:gd name="connsiteX1" fmla="*/ 35259 w 56972"/>
                <a:gd name="connsiteY1" fmla="*/ 8846 h 54835"/>
                <a:gd name="connsiteX2" fmla="*/ 23929 w 56972"/>
                <a:gd name="connsiteY2" fmla="*/ 10734 h 54835"/>
                <a:gd name="connsiteX3" fmla="*/ 22041 w 56972"/>
                <a:gd name="connsiteY3" fmla="*/ 3184 h 54835"/>
                <a:gd name="connsiteX4" fmla="*/ 12599 w 56972"/>
                <a:gd name="connsiteY4" fmla="*/ 354 h 54835"/>
                <a:gd name="connsiteX5" fmla="*/ 14487 w 56972"/>
                <a:gd name="connsiteY5" fmla="*/ 6016 h 54835"/>
                <a:gd name="connsiteX6" fmla="*/ 17319 w 56972"/>
                <a:gd name="connsiteY6" fmla="*/ 15452 h 54835"/>
                <a:gd name="connsiteX7" fmla="*/ 4101 w 56972"/>
                <a:gd name="connsiteY7" fmla="*/ 13564 h 54835"/>
                <a:gd name="connsiteX8" fmla="*/ 14487 w 56972"/>
                <a:gd name="connsiteY8" fmla="*/ 28663 h 54835"/>
                <a:gd name="connsiteX9" fmla="*/ 32425 w 56972"/>
                <a:gd name="connsiteY9" fmla="*/ 25831 h 54835"/>
                <a:gd name="connsiteX10" fmla="*/ 48475 w 56972"/>
                <a:gd name="connsiteY10" fmla="*/ 41873 h 54835"/>
                <a:gd name="connsiteX11" fmla="*/ 48475 w 56972"/>
                <a:gd name="connsiteY11" fmla="*/ 32437 h 54835"/>
                <a:gd name="connsiteX12" fmla="*/ 42811 w 56972"/>
                <a:gd name="connsiteY12" fmla="*/ 28663 h 54835"/>
                <a:gd name="connsiteX13" fmla="*/ 37147 w 56972"/>
                <a:gd name="connsiteY13" fmla="*/ 23944 h 54835"/>
                <a:gd name="connsiteX14" fmla="*/ 51309 w 56972"/>
                <a:gd name="connsiteY14" fmla="*/ 17338 h 54835"/>
                <a:gd name="connsiteX15" fmla="*/ 56973 w 56972"/>
                <a:gd name="connsiteY15" fmla="*/ 7902 h 54835"/>
                <a:gd name="connsiteX16" fmla="*/ 49419 w 56972"/>
                <a:gd name="connsiteY16" fmla="*/ 3184 h 54835"/>
                <a:gd name="connsiteX17" fmla="*/ 18263 w 56972"/>
                <a:gd name="connsiteY17" fmla="*/ 31493 h 54835"/>
                <a:gd name="connsiteX18" fmla="*/ 22985 w 56972"/>
                <a:gd name="connsiteY18" fmla="*/ 52253 h 54835"/>
                <a:gd name="connsiteX19" fmla="*/ 16375 w 56972"/>
                <a:gd name="connsiteY19" fmla="*/ 52253 h 54835"/>
                <a:gd name="connsiteX20" fmla="*/ 14487 w 56972"/>
                <a:gd name="connsiteY20" fmla="*/ 43761 h 54835"/>
                <a:gd name="connsiteX21" fmla="*/ 18263 w 56972"/>
                <a:gd name="connsiteY21" fmla="*/ 31493 h 54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6972" h="54835">
                  <a:moveTo>
                    <a:pt x="49419" y="3184"/>
                  </a:moveTo>
                  <a:cubicBezTo>
                    <a:pt x="44699" y="6016"/>
                    <a:pt x="39979" y="6958"/>
                    <a:pt x="35259" y="8846"/>
                  </a:cubicBezTo>
                  <a:cubicBezTo>
                    <a:pt x="31481" y="10734"/>
                    <a:pt x="27705" y="11676"/>
                    <a:pt x="23929" y="10734"/>
                  </a:cubicBezTo>
                  <a:cubicBezTo>
                    <a:pt x="22985" y="8846"/>
                    <a:pt x="22041" y="6016"/>
                    <a:pt x="22041" y="3184"/>
                  </a:cubicBezTo>
                  <a:cubicBezTo>
                    <a:pt x="22041" y="354"/>
                    <a:pt x="16375" y="-590"/>
                    <a:pt x="12599" y="354"/>
                  </a:cubicBezTo>
                  <a:cubicBezTo>
                    <a:pt x="12599" y="1298"/>
                    <a:pt x="15431" y="2240"/>
                    <a:pt x="14487" y="6016"/>
                  </a:cubicBezTo>
                  <a:cubicBezTo>
                    <a:pt x="13543" y="9790"/>
                    <a:pt x="15431" y="13564"/>
                    <a:pt x="17319" y="15452"/>
                  </a:cubicBezTo>
                  <a:cubicBezTo>
                    <a:pt x="12599" y="16394"/>
                    <a:pt x="8823" y="15452"/>
                    <a:pt x="4101" y="13564"/>
                  </a:cubicBezTo>
                  <a:cubicBezTo>
                    <a:pt x="-2507" y="12620"/>
                    <a:pt x="-2507" y="16394"/>
                    <a:pt x="14487" y="28663"/>
                  </a:cubicBezTo>
                  <a:cubicBezTo>
                    <a:pt x="21097" y="29607"/>
                    <a:pt x="26761" y="27719"/>
                    <a:pt x="32425" y="25831"/>
                  </a:cubicBezTo>
                  <a:cubicBezTo>
                    <a:pt x="38091" y="32437"/>
                    <a:pt x="45643" y="40929"/>
                    <a:pt x="48475" y="41873"/>
                  </a:cubicBezTo>
                  <a:cubicBezTo>
                    <a:pt x="50365" y="39987"/>
                    <a:pt x="48475" y="35269"/>
                    <a:pt x="48475" y="32437"/>
                  </a:cubicBezTo>
                  <a:cubicBezTo>
                    <a:pt x="46587" y="30549"/>
                    <a:pt x="44699" y="29607"/>
                    <a:pt x="42811" y="28663"/>
                  </a:cubicBezTo>
                  <a:cubicBezTo>
                    <a:pt x="39979" y="26775"/>
                    <a:pt x="37147" y="25831"/>
                    <a:pt x="37147" y="23944"/>
                  </a:cubicBezTo>
                  <a:cubicBezTo>
                    <a:pt x="42811" y="21113"/>
                    <a:pt x="47531" y="21113"/>
                    <a:pt x="51309" y="17338"/>
                  </a:cubicBezTo>
                  <a:cubicBezTo>
                    <a:pt x="54141" y="14508"/>
                    <a:pt x="55085" y="11676"/>
                    <a:pt x="56973" y="7902"/>
                  </a:cubicBezTo>
                  <a:cubicBezTo>
                    <a:pt x="55085" y="5072"/>
                    <a:pt x="52253" y="6958"/>
                    <a:pt x="49419" y="3184"/>
                  </a:cubicBezTo>
                  <a:close/>
                  <a:moveTo>
                    <a:pt x="18263" y="31493"/>
                  </a:moveTo>
                  <a:cubicBezTo>
                    <a:pt x="22985" y="38099"/>
                    <a:pt x="26761" y="45647"/>
                    <a:pt x="22985" y="52253"/>
                  </a:cubicBezTo>
                  <a:cubicBezTo>
                    <a:pt x="20153" y="56971"/>
                    <a:pt x="18263" y="54141"/>
                    <a:pt x="16375" y="52253"/>
                  </a:cubicBezTo>
                  <a:cubicBezTo>
                    <a:pt x="14487" y="49423"/>
                    <a:pt x="12599" y="45647"/>
                    <a:pt x="14487" y="43761"/>
                  </a:cubicBezTo>
                  <a:cubicBezTo>
                    <a:pt x="16375" y="39987"/>
                    <a:pt x="15431" y="35269"/>
                    <a:pt x="18263" y="31493"/>
                  </a:cubicBezTo>
                  <a:close/>
                </a:path>
              </a:pathLst>
            </a:custGeom>
            <a:solidFill>
              <a:srgbClr val="FFFFFF"/>
            </a:solidFill>
            <a:ln w="1918" cap="flat">
              <a:noFill/>
              <a:prstDash val="solid"/>
              <a:miter/>
            </a:ln>
          </p:spPr>
          <p:txBody>
            <a:bodyPr rtlCol="0" anchor="ctr"/>
            <a:lstStyle/>
            <a:p>
              <a:endParaRPr lang="zh-CN" altLang="en-US"/>
            </a:p>
          </p:txBody>
        </p:sp>
        <p:sp>
          <p:nvSpPr>
            <p:cNvPr id="18" name="任意多边形: 形状 17"/>
            <p:cNvSpPr/>
            <p:nvPr/>
          </p:nvSpPr>
          <p:spPr>
            <a:xfrm>
              <a:off x="5171206" y="714763"/>
              <a:ext cx="74886" cy="45864"/>
            </a:xfrm>
            <a:custGeom>
              <a:avLst/>
              <a:gdLst>
                <a:gd name="connsiteX0" fmla="*/ 63424 w 74886"/>
                <a:gd name="connsiteY0" fmla="*/ 2878 h 45864"/>
                <a:gd name="connsiteX1" fmla="*/ 51624 w 74886"/>
                <a:gd name="connsiteY1" fmla="*/ 7675 h 45864"/>
                <a:gd name="connsiteX2" fmla="*/ 53591 w 74886"/>
                <a:gd name="connsiteY2" fmla="*/ 12472 h 45864"/>
                <a:gd name="connsiteX3" fmla="*/ 57524 w 74886"/>
                <a:gd name="connsiteY3" fmla="*/ 12472 h 45864"/>
                <a:gd name="connsiteX4" fmla="*/ 61457 w 74886"/>
                <a:gd name="connsiteY4" fmla="*/ 11512 h 45864"/>
                <a:gd name="connsiteX5" fmla="*/ 63424 w 74886"/>
                <a:gd name="connsiteY5" fmla="*/ 2878 h 45864"/>
                <a:gd name="connsiteX6" fmla="*/ 62442 w 74886"/>
                <a:gd name="connsiteY6" fmla="*/ 23984 h 45864"/>
                <a:gd name="connsiteX7" fmla="*/ 65391 w 74886"/>
                <a:gd name="connsiteY7" fmla="*/ 17268 h 45864"/>
                <a:gd name="connsiteX8" fmla="*/ 57524 w 74886"/>
                <a:gd name="connsiteY8" fmla="*/ 19187 h 45864"/>
                <a:gd name="connsiteX9" fmla="*/ 62442 w 74886"/>
                <a:gd name="connsiteY9" fmla="*/ 23984 h 45864"/>
                <a:gd name="connsiteX10" fmla="*/ 73257 w 74886"/>
                <a:gd name="connsiteY10" fmla="*/ 34537 h 45864"/>
                <a:gd name="connsiteX11" fmla="*/ 56540 w 74886"/>
                <a:gd name="connsiteY11" fmla="*/ 28781 h 45864"/>
                <a:gd name="connsiteX12" fmla="*/ 62442 w 74886"/>
                <a:gd name="connsiteY12" fmla="*/ 40293 h 45864"/>
                <a:gd name="connsiteX13" fmla="*/ 69324 w 74886"/>
                <a:gd name="connsiteY13" fmla="*/ 44130 h 45864"/>
                <a:gd name="connsiteX14" fmla="*/ 73257 w 74886"/>
                <a:gd name="connsiteY14" fmla="*/ 34537 h 45864"/>
                <a:gd name="connsiteX15" fmla="*/ 29008 w 74886"/>
                <a:gd name="connsiteY15" fmla="*/ 0 h 45864"/>
                <a:gd name="connsiteX16" fmla="*/ 40808 w 74886"/>
                <a:gd name="connsiteY16" fmla="*/ 0 h 45864"/>
                <a:gd name="connsiteX17" fmla="*/ 51624 w 74886"/>
                <a:gd name="connsiteY17" fmla="*/ 32618 h 45864"/>
                <a:gd name="connsiteX18" fmla="*/ 45724 w 74886"/>
                <a:gd name="connsiteY18" fmla="*/ 36455 h 45864"/>
                <a:gd name="connsiteX19" fmla="*/ 39824 w 74886"/>
                <a:gd name="connsiteY19" fmla="*/ 31659 h 45864"/>
                <a:gd name="connsiteX20" fmla="*/ 23108 w 74886"/>
                <a:gd name="connsiteY20" fmla="*/ 29740 h 45864"/>
                <a:gd name="connsiteX21" fmla="*/ 23108 w 74886"/>
                <a:gd name="connsiteY21" fmla="*/ 36455 h 45864"/>
                <a:gd name="connsiteX22" fmla="*/ 25073 w 74886"/>
                <a:gd name="connsiteY22" fmla="*/ 43171 h 45864"/>
                <a:gd name="connsiteX23" fmla="*/ 19175 w 74886"/>
                <a:gd name="connsiteY23" fmla="*/ 44130 h 45864"/>
                <a:gd name="connsiteX24" fmla="*/ 16224 w 74886"/>
                <a:gd name="connsiteY24" fmla="*/ 33577 h 45864"/>
                <a:gd name="connsiteX25" fmla="*/ 14257 w 74886"/>
                <a:gd name="connsiteY25" fmla="*/ 34537 h 45864"/>
                <a:gd name="connsiteX26" fmla="*/ 2457 w 74886"/>
                <a:gd name="connsiteY26" fmla="*/ 28781 h 45864"/>
                <a:gd name="connsiteX27" fmla="*/ 8357 w 74886"/>
                <a:gd name="connsiteY27" fmla="*/ 13431 h 45864"/>
                <a:gd name="connsiteX28" fmla="*/ 19175 w 74886"/>
                <a:gd name="connsiteY28" fmla="*/ 8634 h 45864"/>
                <a:gd name="connsiteX29" fmla="*/ 21142 w 74886"/>
                <a:gd name="connsiteY29" fmla="*/ 23984 h 45864"/>
                <a:gd name="connsiteX30" fmla="*/ 34906 w 74886"/>
                <a:gd name="connsiteY30" fmla="*/ 27821 h 45864"/>
                <a:gd name="connsiteX31" fmla="*/ 29008 w 74886"/>
                <a:gd name="connsiteY31" fmla="*/ 20146 h 45864"/>
                <a:gd name="connsiteX32" fmla="*/ 24091 w 74886"/>
                <a:gd name="connsiteY32" fmla="*/ 15350 h 45864"/>
                <a:gd name="connsiteX33" fmla="*/ 41791 w 74886"/>
                <a:gd name="connsiteY33" fmla="*/ 27821 h 45864"/>
                <a:gd name="connsiteX34" fmla="*/ 34906 w 74886"/>
                <a:gd name="connsiteY34" fmla="*/ 10553 h 45864"/>
                <a:gd name="connsiteX35" fmla="*/ 32942 w 74886"/>
                <a:gd name="connsiteY35" fmla="*/ 7675 h 45864"/>
                <a:gd name="connsiteX36" fmla="*/ 29008 w 74886"/>
                <a:gd name="connsiteY36" fmla="*/ 0 h 45864"/>
                <a:gd name="connsiteX37" fmla="*/ 12291 w 74886"/>
                <a:gd name="connsiteY37" fmla="*/ 16309 h 45864"/>
                <a:gd name="connsiteX38" fmla="*/ 7375 w 74886"/>
                <a:gd name="connsiteY38" fmla="*/ 19187 h 45864"/>
                <a:gd name="connsiteX39" fmla="*/ 8357 w 74886"/>
                <a:gd name="connsiteY39" fmla="*/ 25903 h 45864"/>
                <a:gd name="connsiteX40" fmla="*/ 13275 w 74886"/>
                <a:gd name="connsiteY40" fmla="*/ 26862 h 45864"/>
                <a:gd name="connsiteX41" fmla="*/ 12291 w 74886"/>
                <a:gd name="connsiteY41" fmla="*/ 16309 h 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4886" h="45864">
                  <a:moveTo>
                    <a:pt x="63424" y="2878"/>
                  </a:moveTo>
                  <a:cubicBezTo>
                    <a:pt x="58508" y="959"/>
                    <a:pt x="55557" y="3837"/>
                    <a:pt x="51624" y="7675"/>
                  </a:cubicBezTo>
                  <a:cubicBezTo>
                    <a:pt x="51624" y="10553"/>
                    <a:pt x="51624" y="12472"/>
                    <a:pt x="53591" y="12472"/>
                  </a:cubicBezTo>
                  <a:cubicBezTo>
                    <a:pt x="54573" y="13431"/>
                    <a:pt x="56540" y="12472"/>
                    <a:pt x="57524" y="12472"/>
                  </a:cubicBezTo>
                  <a:cubicBezTo>
                    <a:pt x="59491" y="12472"/>
                    <a:pt x="60475" y="12472"/>
                    <a:pt x="61457" y="11512"/>
                  </a:cubicBezTo>
                  <a:cubicBezTo>
                    <a:pt x="65391" y="9594"/>
                    <a:pt x="67357" y="1919"/>
                    <a:pt x="63424" y="2878"/>
                  </a:cubicBezTo>
                  <a:close/>
                  <a:moveTo>
                    <a:pt x="62442" y="23984"/>
                  </a:moveTo>
                  <a:cubicBezTo>
                    <a:pt x="64406" y="22065"/>
                    <a:pt x="67357" y="21106"/>
                    <a:pt x="65391" y="17268"/>
                  </a:cubicBezTo>
                  <a:cubicBezTo>
                    <a:pt x="61457" y="15350"/>
                    <a:pt x="58508" y="18228"/>
                    <a:pt x="57524" y="19187"/>
                  </a:cubicBezTo>
                  <a:cubicBezTo>
                    <a:pt x="55557" y="21106"/>
                    <a:pt x="57524" y="21106"/>
                    <a:pt x="62442" y="23984"/>
                  </a:cubicBezTo>
                  <a:close/>
                  <a:moveTo>
                    <a:pt x="73257" y="34537"/>
                  </a:moveTo>
                  <a:cubicBezTo>
                    <a:pt x="66373" y="32618"/>
                    <a:pt x="62442" y="30699"/>
                    <a:pt x="56540" y="28781"/>
                  </a:cubicBezTo>
                  <a:cubicBezTo>
                    <a:pt x="61457" y="32618"/>
                    <a:pt x="61457" y="36455"/>
                    <a:pt x="62442" y="40293"/>
                  </a:cubicBezTo>
                  <a:cubicBezTo>
                    <a:pt x="66373" y="45090"/>
                    <a:pt x="68342" y="46049"/>
                    <a:pt x="69324" y="44130"/>
                  </a:cubicBezTo>
                  <a:cubicBezTo>
                    <a:pt x="73257" y="41252"/>
                    <a:pt x="77191" y="38374"/>
                    <a:pt x="73257" y="34537"/>
                  </a:cubicBezTo>
                  <a:close/>
                  <a:moveTo>
                    <a:pt x="29008" y="0"/>
                  </a:moveTo>
                  <a:cubicBezTo>
                    <a:pt x="32942" y="0"/>
                    <a:pt x="36873" y="959"/>
                    <a:pt x="40808" y="0"/>
                  </a:cubicBezTo>
                  <a:cubicBezTo>
                    <a:pt x="48675" y="8634"/>
                    <a:pt x="50642" y="17268"/>
                    <a:pt x="51624" y="32618"/>
                  </a:cubicBezTo>
                  <a:cubicBezTo>
                    <a:pt x="50642" y="34537"/>
                    <a:pt x="47691" y="36455"/>
                    <a:pt x="45724" y="36455"/>
                  </a:cubicBezTo>
                  <a:cubicBezTo>
                    <a:pt x="42775" y="35496"/>
                    <a:pt x="42775" y="33577"/>
                    <a:pt x="39824" y="31659"/>
                  </a:cubicBezTo>
                  <a:cubicBezTo>
                    <a:pt x="34906" y="33577"/>
                    <a:pt x="29008" y="31659"/>
                    <a:pt x="23108" y="29740"/>
                  </a:cubicBezTo>
                  <a:cubicBezTo>
                    <a:pt x="21142" y="30699"/>
                    <a:pt x="21142" y="33577"/>
                    <a:pt x="23108" y="36455"/>
                  </a:cubicBezTo>
                  <a:cubicBezTo>
                    <a:pt x="24091" y="38374"/>
                    <a:pt x="26057" y="41252"/>
                    <a:pt x="25073" y="43171"/>
                  </a:cubicBezTo>
                  <a:cubicBezTo>
                    <a:pt x="22124" y="47968"/>
                    <a:pt x="19175" y="45090"/>
                    <a:pt x="19175" y="44130"/>
                  </a:cubicBezTo>
                  <a:cubicBezTo>
                    <a:pt x="17206" y="39333"/>
                    <a:pt x="16224" y="34537"/>
                    <a:pt x="16224" y="33577"/>
                  </a:cubicBezTo>
                  <a:cubicBezTo>
                    <a:pt x="15240" y="33577"/>
                    <a:pt x="15240" y="34537"/>
                    <a:pt x="14257" y="34537"/>
                  </a:cubicBezTo>
                  <a:cubicBezTo>
                    <a:pt x="7375" y="34537"/>
                    <a:pt x="3442" y="31659"/>
                    <a:pt x="2457" y="28781"/>
                  </a:cubicBezTo>
                  <a:cubicBezTo>
                    <a:pt x="-1476" y="21106"/>
                    <a:pt x="-1476" y="14390"/>
                    <a:pt x="8357" y="13431"/>
                  </a:cubicBezTo>
                  <a:cubicBezTo>
                    <a:pt x="12291" y="6715"/>
                    <a:pt x="16224" y="4797"/>
                    <a:pt x="19175" y="8634"/>
                  </a:cubicBezTo>
                  <a:cubicBezTo>
                    <a:pt x="16224" y="11512"/>
                    <a:pt x="18191" y="17268"/>
                    <a:pt x="21142" y="23984"/>
                  </a:cubicBezTo>
                  <a:cubicBezTo>
                    <a:pt x="25073" y="24943"/>
                    <a:pt x="29991" y="26862"/>
                    <a:pt x="34906" y="27821"/>
                  </a:cubicBezTo>
                  <a:cubicBezTo>
                    <a:pt x="33924" y="25903"/>
                    <a:pt x="33924" y="21106"/>
                    <a:pt x="29008" y="20146"/>
                  </a:cubicBezTo>
                  <a:cubicBezTo>
                    <a:pt x="24091" y="20146"/>
                    <a:pt x="24091" y="16309"/>
                    <a:pt x="24091" y="15350"/>
                  </a:cubicBezTo>
                  <a:cubicBezTo>
                    <a:pt x="32942" y="9594"/>
                    <a:pt x="35891" y="24943"/>
                    <a:pt x="41791" y="27821"/>
                  </a:cubicBezTo>
                  <a:cubicBezTo>
                    <a:pt x="44740" y="23984"/>
                    <a:pt x="40808" y="18228"/>
                    <a:pt x="34906" y="10553"/>
                  </a:cubicBezTo>
                  <a:cubicBezTo>
                    <a:pt x="34906" y="9594"/>
                    <a:pt x="33924" y="7675"/>
                    <a:pt x="32942" y="7675"/>
                  </a:cubicBezTo>
                  <a:cubicBezTo>
                    <a:pt x="28024" y="7675"/>
                    <a:pt x="23108" y="959"/>
                    <a:pt x="29008" y="0"/>
                  </a:cubicBezTo>
                  <a:close/>
                  <a:moveTo>
                    <a:pt x="12291" y="16309"/>
                  </a:moveTo>
                  <a:cubicBezTo>
                    <a:pt x="10324" y="15350"/>
                    <a:pt x="9340" y="16309"/>
                    <a:pt x="7375" y="19187"/>
                  </a:cubicBezTo>
                  <a:cubicBezTo>
                    <a:pt x="6391" y="20146"/>
                    <a:pt x="7375" y="23024"/>
                    <a:pt x="8357" y="25903"/>
                  </a:cubicBezTo>
                  <a:cubicBezTo>
                    <a:pt x="11308" y="26862"/>
                    <a:pt x="11308" y="26862"/>
                    <a:pt x="13275" y="26862"/>
                  </a:cubicBezTo>
                  <a:cubicBezTo>
                    <a:pt x="13275" y="23984"/>
                    <a:pt x="12291" y="20146"/>
                    <a:pt x="12291" y="16309"/>
                  </a:cubicBezTo>
                  <a:close/>
                </a:path>
              </a:pathLst>
            </a:custGeom>
            <a:solidFill>
              <a:srgbClr val="FFFFFF"/>
            </a:solidFill>
            <a:ln w="1918" cap="flat">
              <a:noFill/>
              <a:prstDash val="solid"/>
              <a:miter/>
            </a:ln>
          </p:spPr>
          <p:txBody>
            <a:bodyPr rtlCol="0" anchor="ctr"/>
            <a:lstStyle/>
            <a:p>
              <a:endParaRPr lang="zh-CN" altLang="en-US"/>
            </a:p>
          </p:txBody>
        </p:sp>
        <p:sp>
          <p:nvSpPr>
            <p:cNvPr id="19" name="任意多边形: 形状 18"/>
            <p:cNvSpPr/>
            <p:nvPr/>
          </p:nvSpPr>
          <p:spPr>
            <a:xfrm>
              <a:off x="4853144" y="479922"/>
              <a:ext cx="58505" cy="73669"/>
            </a:xfrm>
            <a:custGeom>
              <a:avLst/>
              <a:gdLst>
                <a:gd name="connsiteX0" fmla="*/ 11701 w 58505"/>
                <a:gd name="connsiteY0" fmla="*/ 9551 h 73669"/>
                <a:gd name="connsiteX1" fmla="*/ 9751 w 58505"/>
                <a:gd name="connsiteY1" fmla="*/ 32867 h 73669"/>
                <a:gd name="connsiteX2" fmla="*/ 0 w 58505"/>
                <a:gd name="connsiteY2" fmla="*/ 45496 h 73669"/>
                <a:gd name="connsiteX3" fmla="*/ 1950 w 58505"/>
                <a:gd name="connsiteY3" fmla="*/ 51325 h 73669"/>
                <a:gd name="connsiteX4" fmla="*/ 8776 w 58505"/>
                <a:gd name="connsiteY4" fmla="*/ 44525 h 73669"/>
                <a:gd name="connsiteX5" fmla="*/ 6826 w 58505"/>
                <a:gd name="connsiteY5" fmla="*/ 62983 h 73669"/>
                <a:gd name="connsiteX6" fmla="*/ 11701 w 58505"/>
                <a:gd name="connsiteY6" fmla="*/ 66870 h 73669"/>
                <a:gd name="connsiteX7" fmla="*/ 20477 w 58505"/>
                <a:gd name="connsiteY7" fmla="*/ 56183 h 73669"/>
                <a:gd name="connsiteX8" fmla="*/ 23402 w 58505"/>
                <a:gd name="connsiteY8" fmla="*/ 63956 h 73669"/>
                <a:gd name="connsiteX9" fmla="*/ 19501 w 58505"/>
                <a:gd name="connsiteY9" fmla="*/ 65897 h 73669"/>
                <a:gd name="connsiteX10" fmla="*/ 28277 w 58505"/>
                <a:gd name="connsiteY10" fmla="*/ 69785 h 73669"/>
                <a:gd name="connsiteX11" fmla="*/ 22427 w 58505"/>
                <a:gd name="connsiteY11" fmla="*/ 51325 h 73669"/>
                <a:gd name="connsiteX12" fmla="*/ 27302 w 58505"/>
                <a:gd name="connsiteY12" fmla="*/ 30925 h 73669"/>
                <a:gd name="connsiteX13" fmla="*/ 26327 w 58505"/>
                <a:gd name="connsiteY13" fmla="*/ 28010 h 73669"/>
                <a:gd name="connsiteX14" fmla="*/ 24377 w 58505"/>
                <a:gd name="connsiteY14" fmla="*/ 30925 h 73669"/>
                <a:gd name="connsiteX15" fmla="*/ 17551 w 58505"/>
                <a:gd name="connsiteY15" fmla="*/ 42581 h 73669"/>
                <a:gd name="connsiteX16" fmla="*/ 16576 w 58505"/>
                <a:gd name="connsiteY16" fmla="*/ 34810 h 73669"/>
                <a:gd name="connsiteX17" fmla="*/ 13651 w 58505"/>
                <a:gd name="connsiteY17" fmla="*/ 29952 h 73669"/>
                <a:gd name="connsiteX18" fmla="*/ 14626 w 58505"/>
                <a:gd name="connsiteY18" fmla="*/ 16352 h 73669"/>
                <a:gd name="connsiteX19" fmla="*/ 11701 w 58505"/>
                <a:gd name="connsiteY19" fmla="*/ 9551 h 73669"/>
                <a:gd name="connsiteX20" fmla="*/ 33153 w 58505"/>
                <a:gd name="connsiteY20" fmla="*/ 807 h 73669"/>
                <a:gd name="connsiteX21" fmla="*/ 48754 w 58505"/>
                <a:gd name="connsiteY21" fmla="*/ 21209 h 73669"/>
                <a:gd name="connsiteX22" fmla="*/ 54604 w 58505"/>
                <a:gd name="connsiteY22" fmla="*/ 30925 h 73669"/>
                <a:gd name="connsiteX23" fmla="*/ 58505 w 58505"/>
                <a:gd name="connsiteY23" fmla="*/ 73670 h 73669"/>
                <a:gd name="connsiteX24" fmla="*/ 44853 w 58505"/>
                <a:gd name="connsiteY24" fmla="*/ 44525 h 73669"/>
                <a:gd name="connsiteX25" fmla="*/ 36077 w 58505"/>
                <a:gd name="connsiteY25" fmla="*/ 47439 h 73669"/>
                <a:gd name="connsiteX26" fmla="*/ 32178 w 58505"/>
                <a:gd name="connsiteY26" fmla="*/ 45496 h 73669"/>
                <a:gd name="connsiteX27" fmla="*/ 35103 w 58505"/>
                <a:gd name="connsiteY27" fmla="*/ 33839 h 73669"/>
                <a:gd name="connsiteX28" fmla="*/ 31202 w 58505"/>
                <a:gd name="connsiteY28" fmla="*/ 34810 h 73669"/>
                <a:gd name="connsiteX29" fmla="*/ 28277 w 58505"/>
                <a:gd name="connsiteY29" fmla="*/ 25096 h 73669"/>
                <a:gd name="connsiteX30" fmla="*/ 27302 w 58505"/>
                <a:gd name="connsiteY30" fmla="*/ 19267 h 73669"/>
                <a:gd name="connsiteX31" fmla="*/ 37052 w 58505"/>
                <a:gd name="connsiteY31" fmla="*/ 16352 h 73669"/>
                <a:gd name="connsiteX32" fmla="*/ 33153 w 58505"/>
                <a:gd name="connsiteY32" fmla="*/ 807 h 73669"/>
                <a:gd name="connsiteX33" fmla="*/ 14626 w 58505"/>
                <a:gd name="connsiteY33" fmla="*/ 48410 h 73669"/>
                <a:gd name="connsiteX34" fmla="*/ 16576 w 58505"/>
                <a:gd name="connsiteY34" fmla="*/ 49383 h 73669"/>
                <a:gd name="connsiteX35" fmla="*/ 15601 w 58505"/>
                <a:gd name="connsiteY35" fmla="*/ 51325 h 73669"/>
                <a:gd name="connsiteX36" fmla="*/ 12676 w 58505"/>
                <a:gd name="connsiteY36" fmla="*/ 51325 h 73669"/>
                <a:gd name="connsiteX37" fmla="*/ 14626 w 58505"/>
                <a:gd name="connsiteY37" fmla="*/ 48410 h 73669"/>
                <a:gd name="connsiteX38" fmla="*/ 33153 w 58505"/>
                <a:gd name="connsiteY38" fmla="*/ 28010 h 73669"/>
                <a:gd name="connsiteX39" fmla="*/ 39978 w 58505"/>
                <a:gd name="connsiteY39" fmla="*/ 27038 h 73669"/>
                <a:gd name="connsiteX40" fmla="*/ 36077 w 58505"/>
                <a:gd name="connsiteY40" fmla="*/ 24123 h 73669"/>
                <a:gd name="connsiteX41" fmla="*/ 33153 w 58505"/>
                <a:gd name="connsiteY41" fmla="*/ 28010 h 73669"/>
                <a:gd name="connsiteX42" fmla="*/ 38029 w 58505"/>
                <a:gd name="connsiteY42" fmla="*/ 39667 h 73669"/>
                <a:gd name="connsiteX43" fmla="*/ 42904 w 58505"/>
                <a:gd name="connsiteY43" fmla="*/ 35781 h 73669"/>
                <a:gd name="connsiteX44" fmla="*/ 39978 w 58505"/>
                <a:gd name="connsiteY44" fmla="*/ 33839 h 73669"/>
                <a:gd name="connsiteX45" fmla="*/ 38029 w 58505"/>
                <a:gd name="connsiteY45" fmla="*/ 39667 h 7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505" h="73669">
                  <a:moveTo>
                    <a:pt x="11701" y="9551"/>
                  </a:moveTo>
                  <a:cubicBezTo>
                    <a:pt x="7801" y="14409"/>
                    <a:pt x="7801" y="23152"/>
                    <a:pt x="9751" y="32867"/>
                  </a:cubicBezTo>
                  <a:cubicBezTo>
                    <a:pt x="8776" y="33839"/>
                    <a:pt x="975" y="39667"/>
                    <a:pt x="0" y="45496"/>
                  </a:cubicBezTo>
                  <a:cubicBezTo>
                    <a:pt x="0" y="49383"/>
                    <a:pt x="0" y="52297"/>
                    <a:pt x="1950" y="51325"/>
                  </a:cubicBezTo>
                  <a:cubicBezTo>
                    <a:pt x="3900" y="49383"/>
                    <a:pt x="5851" y="47439"/>
                    <a:pt x="8776" y="44525"/>
                  </a:cubicBezTo>
                  <a:cubicBezTo>
                    <a:pt x="9751" y="50354"/>
                    <a:pt x="8776" y="56183"/>
                    <a:pt x="6826" y="62983"/>
                  </a:cubicBezTo>
                  <a:cubicBezTo>
                    <a:pt x="7801" y="67841"/>
                    <a:pt x="9751" y="67841"/>
                    <a:pt x="11701" y="66870"/>
                  </a:cubicBezTo>
                  <a:cubicBezTo>
                    <a:pt x="14626" y="62983"/>
                    <a:pt x="17551" y="60068"/>
                    <a:pt x="20477" y="56183"/>
                  </a:cubicBezTo>
                  <a:cubicBezTo>
                    <a:pt x="21452" y="59097"/>
                    <a:pt x="22427" y="62012"/>
                    <a:pt x="23402" y="63956"/>
                  </a:cubicBezTo>
                  <a:cubicBezTo>
                    <a:pt x="22427" y="66870"/>
                    <a:pt x="20477" y="65897"/>
                    <a:pt x="19501" y="65897"/>
                  </a:cubicBezTo>
                  <a:cubicBezTo>
                    <a:pt x="19501" y="69785"/>
                    <a:pt x="25352" y="71726"/>
                    <a:pt x="28277" y="69785"/>
                  </a:cubicBezTo>
                  <a:cubicBezTo>
                    <a:pt x="28277" y="63956"/>
                    <a:pt x="25352" y="58126"/>
                    <a:pt x="22427" y="51325"/>
                  </a:cubicBezTo>
                  <a:cubicBezTo>
                    <a:pt x="23402" y="45496"/>
                    <a:pt x="26327" y="36752"/>
                    <a:pt x="27302" y="30925"/>
                  </a:cubicBezTo>
                  <a:cubicBezTo>
                    <a:pt x="27302" y="28981"/>
                    <a:pt x="25352" y="29952"/>
                    <a:pt x="26327" y="28010"/>
                  </a:cubicBezTo>
                  <a:cubicBezTo>
                    <a:pt x="25352" y="28981"/>
                    <a:pt x="23402" y="29952"/>
                    <a:pt x="24377" y="30925"/>
                  </a:cubicBezTo>
                  <a:cubicBezTo>
                    <a:pt x="24377" y="34810"/>
                    <a:pt x="19501" y="45496"/>
                    <a:pt x="17551" y="42581"/>
                  </a:cubicBezTo>
                  <a:cubicBezTo>
                    <a:pt x="17551" y="39667"/>
                    <a:pt x="16576" y="36752"/>
                    <a:pt x="16576" y="34810"/>
                  </a:cubicBezTo>
                  <a:cubicBezTo>
                    <a:pt x="15601" y="32867"/>
                    <a:pt x="14626" y="31896"/>
                    <a:pt x="13651" y="29952"/>
                  </a:cubicBezTo>
                  <a:cubicBezTo>
                    <a:pt x="12676" y="25096"/>
                    <a:pt x="13651" y="21209"/>
                    <a:pt x="14626" y="16352"/>
                  </a:cubicBezTo>
                  <a:cubicBezTo>
                    <a:pt x="16576" y="10523"/>
                    <a:pt x="17551" y="4694"/>
                    <a:pt x="11701" y="9551"/>
                  </a:cubicBezTo>
                  <a:close/>
                  <a:moveTo>
                    <a:pt x="33153" y="807"/>
                  </a:moveTo>
                  <a:cubicBezTo>
                    <a:pt x="38029" y="-3078"/>
                    <a:pt x="43879" y="7609"/>
                    <a:pt x="48754" y="21209"/>
                  </a:cubicBezTo>
                  <a:cubicBezTo>
                    <a:pt x="55579" y="20238"/>
                    <a:pt x="59480" y="27038"/>
                    <a:pt x="54604" y="30925"/>
                  </a:cubicBezTo>
                  <a:cubicBezTo>
                    <a:pt x="55579" y="46468"/>
                    <a:pt x="57530" y="58126"/>
                    <a:pt x="58505" y="73670"/>
                  </a:cubicBezTo>
                  <a:cubicBezTo>
                    <a:pt x="53630" y="63956"/>
                    <a:pt x="44853" y="57154"/>
                    <a:pt x="44853" y="44525"/>
                  </a:cubicBezTo>
                  <a:cubicBezTo>
                    <a:pt x="41927" y="44525"/>
                    <a:pt x="39003" y="46468"/>
                    <a:pt x="36077" y="47439"/>
                  </a:cubicBezTo>
                  <a:cubicBezTo>
                    <a:pt x="34128" y="49383"/>
                    <a:pt x="32178" y="48410"/>
                    <a:pt x="32178" y="45496"/>
                  </a:cubicBezTo>
                  <a:cubicBezTo>
                    <a:pt x="30227" y="41610"/>
                    <a:pt x="32178" y="39667"/>
                    <a:pt x="35103" y="33839"/>
                  </a:cubicBezTo>
                  <a:cubicBezTo>
                    <a:pt x="34128" y="33839"/>
                    <a:pt x="32178" y="34810"/>
                    <a:pt x="31202" y="34810"/>
                  </a:cubicBezTo>
                  <a:cubicBezTo>
                    <a:pt x="28277" y="32867"/>
                    <a:pt x="29252" y="28010"/>
                    <a:pt x="28277" y="25096"/>
                  </a:cubicBezTo>
                  <a:cubicBezTo>
                    <a:pt x="28277" y="23152"/>
                    <a:pt x="27302" y="22181"/>
                    <a:pt x="27302" y="19267"/>
                  </a:cubicBezTo>
                  <a:cubicBezTo>
                    <a:pt x="30227" y="17323"/>
                    <a:pt x="33153" y="17323"/>
                    <a:pt x="37052" y="16352"/>
                  </a:cubicBezTo>
                  <a:cubicBezTo>
                    <a:pt x="36077" y="11494"/>
                    <a:pt x="35103" y="5665"/>
                    <a:pt x="33153" y="807"/>
                  </a:cubicBezTo>
                  <a:close/>
                  <a:moveTo>
                    <a:pt x="14626" y="48410"/>
                  </a:moveTo>
                  <a:cubicBezTo>
                    <a:pt x="15601" y="48410"/>
                    <a:pt x="16576" y="48410"/>
                    <a:pt x="16576" y="49383"/>
                  </a:cubicBezTo>
                  <a:cubicBezTo>
                    <a:pt x="17551" y="50354"/>
                    <a:pt x="16576" y="51325"/>
                    <a:pt x="15601" y="51325"/>
                  </a:cubicBezTo>
                  <a:cubicBezTo>
                    <a:pt x="14626" y="52297"/>
                    <a:pt x="13651" y="52297"/>
                    <a:pt x="12676" y="51325"/>
                  </a:cubicBezTo>
                  <a:cubicBezTo>
                    <a:pt x="12676" y="50354"/>
                    <a:pt x="13651" y="49383"/>
                    <a:pt x="14626" y="48410"/>
                  </a:cubicBezTo>
                  <a:close/>
                  <a:moveTo>
                    <a:pt x="33153" y="28010"/>
                  </a:moveTo>
                  <a:cubicBezTo>
                    <a:pt x="35103" y="28981"/>
                    <a:pt x="38029" y="28981"/>
                    <a:pt x="39978" y="27038"/>
                  </a:cubicBezTo>
                  <a:cubicBezTo>
                    <a:pt x="39978" y="25096"/>
                    <a:pt x="39003" y="24123"/>
                    <a:pt x="36077" y="24123"/>
                  </a:cubicBezTo>
                  <a:cubicBezTo>
                    <a:pt x="33153" y="25096"/>
                    <a:pt x="32178" y="26067"/>
                    <a:pt x="33153" y="28010"/>
                  </a:cubicBezTo>
                  <a:close/>
                  <a:moveTo>
                    <a:pt x="38029" y="39667"/>
                  </a:moveTo>
                  <a:cubicBezTo>
                    <a:pt x="39978" y="40639"/>
                    <a:pt x="39978" y="37725"/>
                    <a:pt x="42904" y="35781"/>
                  </a:cubicBezTo>
                  <a:cubicBezTo>
                    <a:pt x="41927" y="32867"/>
                    <a:pt x="39978" y="33839"/>
                    <a:pt x="39978" y="33839"/>
                  </a:cubicBezTo>
                  <a:cubicBezTo>
                    <a:pt x="37052" y="34810"/>
                    <a:pt x="36077" y="36752"/>
                    <a:pt x="38029" y="39667"/>
                  </a:cubicBezTo>
                  <a:close/>
                </a:path>
              </a:pathLst>
            </a:custGeom>
            <a:solidFill>
              <a:srgbClr val="FFFFFF"/>
            </a:solidFill>
            <a:ln w="1918" cap="flat">
              <a:noFill/>
              <a:prstDash val="solid"/>
              <a:miter/>
            </a:ln>
          </p:spPr>
          <p:txBody>
            <a:bodyPr rtlCol="0" anchor="ctr"/>
            <a:lstStyle/>
            <a:p>
              <a:endParaRPr lang="zh-CN" altLang="en-US"/>
            </a:p>
          </p:txBody>
        </p:sp>
        <p:sp>
          <p:nvSpPr>
            <p:cNvPr id="20" name="任意多边形: 形状 19"/>
            <p:cNvSpPr/>
            <p:nvPr/>
          </p:nvSpPr>
          <p:spPr>
            <a:xfrm>
              <a:off x="5021990" y="494112"/>
              <a:ext cx="70991" cy="63317"/>
            </a:xfrm>
            <a:custGeom>
              <a:avLst/>
              <a:gdLst>
                <a:gd name="connsiteX0" fmla="*/ 30567 w 70991"/>
                <a:gd name="connsiteY0" fmla="*/ 946 h 63317"/>
                <a:gd name="connsiteX1" fmla="*/ 22677 w 70991"/>
                <a:gd name="connsiteY1" fmla="*/ 11340 h 63317"/>
                <a:gd name="connsiteX2" fmla="*/ 13803 w 70991"/>
                <a:gd name="connsiteY2" fmla="*/ 10396 h 63317"/>
                <a:gd name="connsiteX3" fmla="*/ 18734 w 70991"/>
                <a:gd name="connsiteY3" fmla="*/ 18901 h 63317"/>
                <a:gd name="connsiteX4" fmla="*/ 12819 w 70991"/>
                <a:gd name="connsiteY4" fmla="*/ 31187 h 63317"/>
                <a:gd name="connsiteX5" fmla="*/ 9860 w 70991"/>
                <a:gd name="connsiteY5" fmla="*/ 32131 h 63317"/>
                <a:gd name="connsiteX6" fmla="*/ 0 w 70991"/>
                <a:gd name="connsiteY6" fmla="*/ 33077 h 63317"/>
                <a:gd name="connsiteX7" fmla="*/ 3945 w 70991"/>
                <a:gd name="connsiteY7" fmla="*/ 43472 h 63317"/>
                <a:gd name="connsiteX8" fmla="*/ 9860 w 70991"/>
                <a:gd name="connsiteY8" fmla="*/ 39692 h 63317"/>
                <a:gd name="connsiteX9" fmla="*/ 11833 w 70991"/>
                <a:gd name="connsiteY9" fmla="*/ 45362 h 63317"/>
                <a:gd name="connsiteX10" fmla="*/ 17748 w 70991"/>
                <a:gd name="connsiteY10" fmla="*/ 42526 h 63317"/>
                <a:gd name="connsiteX11" fmla="*/ 18734 w 70991"/>
                <a:gd name="connsiteY11" fmla="*/ 33077 h 63317"/>
                <a:gd name="connsiteX12" fmla="*/ 35496 w 70991"/>
                <a:gd name="connsiteY12" fmla="*/ 19845 h 63317"/>
                <a:gd name="connsiteX13" fmla="*/ 41411 w 70991"/>
                <a:gd name="connsiteY13" fmla="*/ 26461 h 63317"/>
                <a:gd name="connsiteX14" fmla="*/ 35496 w 70991"/>
                <a:gd name="connsiteY14" fmla="*/ 29297 h 63317"/>
                <a:gd name="connsiteX15" fmla="*/ 30567 w 70991"/>
                <a:gd name="connsiteY15" fmla="*/ 28351 h 63317"/>
                <a:gd name="connsiteX16" fmla="*/ 28594 w 70991"/>
                <a:gd name="connsiteY16" fmla="*/ 34966 h 63317"/>
                <a:gd name="connsiteX17" fmla="*/ 38455 w 70991"/>
                <a:gd name="connsiteY17" fmla="*/ 45362 h 63317"/>
                <a:gd name="connsiteX18" fmla="*/ 27608 w 70991"/>
                <a:gd name="connsiteY18" fmla="*/ 43472 h 63317"/>
                <a:gd name="connsiteX19" fmla="*/ 25636 w 70991"/>
                <a:gd name="connsiteY19" fmla="*/ 34021 h 63317"/>
                <a:gd name="connsiteX20" fmla="*/ 19720 w 70991"/>
                <a:gd name="connsiteY20" fmla="*/ 46306 h 63317"/>
                <a:gd name="connsiteX21" fmla="*/ 43384 w 70991"/>
                <a:gd name="connsiteY21" fmla="*/ 51032 h 63317"/>
                <a:gd name="connsiteX22" fmla="*/ 47329 w 70991"/>
                <a:gd name="connsiteY22" fmla="*/ 59537 h 63317"/>
                <a:gd name="connsiteX23" fmla="*/ 70992 w 70991"/>
                <a:gd name="connsiteY23" fmla="*/ 63317 h 63317"/>
                <a:gd name="connsiteX24" fmla="*/ 70006 w 70991"/>
                <a:gd name="connsiteY24" fmla="*/ 61427 h 63317"/>
                <a:gd name="connsiteX25" fmla="*/ 58173 w 70991"/>
                <a:gd name="connsiteY25" fmla="*/ 53868 h 63317"/>
                <a:gd name="connsiteX26" fmla="*/ 50285 w 70991"/>
                <a:gd name="connsiteY26" fmla="*/ 46306 h 63317"/>
                <a:gd name="connsiteX27" fmla="*/ 58173 w 70991"/>
                <a:gd name="connsiteY27" fmla="*/ 27407 h 63317"/>
                <a:gd name="connsiteX28" fmla="*/ 49299 w 70991"/>
                <a:gd name="connsiteY28" fmla="*/ 27407 h 63317"/>
                <a:gd name="connsiteX29" fmla="*/ 57189 w 70991"/>
                <a:gd name="connsiteY29" fmla="*/ 23625 h 63317"/>
                <a:gd name="connsiteX30" fmla="*/ 65077 w 70991"/>
                <a:gd name="connsiteY30" fmla="*/ 20791 h 63317"/>
                <a:gd name="connsiteX31" fmla="*/ 67047 w 70991"/>
                <a:gd name="connsiteY31" fmla="*/ 12285 h 63317"/>
                <a:gd name="connsiteX32" fmla="*/ 54230 w 70991"/>
                <a:gd name="connsiteY32" fmla="*/ 16065 h 63317"/>
                <a:gd name="connsiteX33" fmla="*/ 55216 w 70991"/>
                <a:gd name="connsiteY33" fmla="*/ 0 h 63317"/>
                <a:gd name="connsiteX34" fmla="*/ 47329 w 70991"/>
                <a:gd name="connsiteY34" fmla="*/ 15121 h 63317"/>
                <a:gd name="connsiteX35" fmla="*/ 34510 w 70991"/>
                <a:gd name="connsiteY35" fmla="*/ 17955 h 63317"/>
                <a:gd name="connsiteX36" fmla="*/ 23663 w 70991"/>
                <a:gd name="connsiteY36" fmla="*/ 23625 h 63317"/>
                <a:gd name="connsiteX37" fmla="*/ 28594 w 70991"/>
                <a:gd name="connsiteY37" fmla="*/ 15121 h 63317"/>
                <a:gd name="connsiteX38" fmla="*/ 30567 w 70991"/>
                <a:gd name="connsiteY38" fmla="*/ 946 h 63317"/>
                <a:gd name="connsiteX39" fmla="*/ 42398 w 70991"/>
                <a:gd name="connsiteY39" fmla="*/ 35911 h 63317"/>
                <a:gd name="connsiteX40" fmla="*/ 50285 w 70991"/>
                <a:gd name="connsiteY40" fmla="*/ 33077 h 63317"/>
                <a:gd name="connsiteX41" fmla="*/ 45356 w 70991"/>
                <a:gd name="connsiteY41" fmla="*/ 41582 h 63317"/>
                <a:gd name="connsiteX42" fmla="*/ 42398 w 70991"/>
                <a:gd name="connsiteY42" fmla="*/ 35911 h 6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70991" h="63317">
                  <a:moveTo>
                    <a:pt x="30567" y="946"/>
                  </a:moveTo>
                  <a:cubicBezTo>
                    <a:pt x="27608" y="3780"/>
                    <a:pt x="25636" y="7560"/>
                    <a:pt x="22677" y="11340"/>
                  </a:cubicBezTo>
                  <a:cubicBezTo>
                    <a:pt x="21693" y="15121"/>
                    <a:pt x="17748" y="13231"/>
                    <a:pt x="13803" y="10396"/>
                  </a:cubicBezTo>
                  <a:cubicBezTo>
                    <a:pt x="13803" y="14175"/>
                    <a:pt x="14789" y="16065"/>
                    <a:pt x="18734" y="18901"/>
                  </a:cubicBezTo>
                  <a:cubicBezTo>
                    <a:pt x="16762" y="23625"/>
                    <a:pt x="14789" y="28351"/>
                    <a:pt x="12819" y="31187"/>
                  </a:cubicBezTo>
                  <a:cubicBezTo>
                    <a:pt x="11833" y="32131"/>
                    <a:pt x="10846" y="32131"/>
                    <a:pt x="9860" y="32131"/>
                  </a:cubicBezTo>
                  <a:cubicBezTo>
                    <a:pt x="5915" y="34021"/>
                    <a:pt x="3945" y="34021"/>
                    <a:pt x="0" y="33077"/>
                  </a:cubicBezTo>
                  <a:cubicBezTo>
                    <a:pt x="986" y="40636"/>
                    <a:pt x="0" y="41582"/>
                    <a:pt x="3945" y="43472"/>
                  </a:cubicBezTo>
                  <a:cubicBezTo>
                    <a:pt x="5915" y="41582"/>
                    <a:pt x="8874" y="41582"/>
                    <a:pt x="9860" y="39692"/>
                  </a:cubicBezTo>
                  <a:cubicBezTo>
                    <a:pt x="9860" y="41582"/>
                    <a:pt x="11833" y="43472"/>
                    <a:pt x="11833" y="45362"/>
                  </a:cubicBezTo>
                  <a:cubicBezTo>
                    <a:pt x="13803" y="45362"/>
                    <a:pt x="15776" y="45362"/>
                    <a:pt x="17748" y="42526"/>
                  </a:cubicBezTo>
                  <a:cubicBezTo>
                    <a:pt x="17748" y="39692"/>
                    <a:pt x="18734" y="35911"/>
                    <a:pt x="18734" y="33077"/>
                  </a:cubicBezTo>
                  <a:cubicBezTo>
                    <a:pt x="24650" y="31187"/>
                    <a:pt x="29581" y="26461"/>
                    <a:pt x="35496" y="19845"/>
                  </a:cubicBezTo>
                  <a:cubicBezTo>
                    <a:pt x="36482" y="21735"/>
                    <a:pt x="38455" y="24571"/>
                    <a:pt x="41411" y="26461"/>
                  </a:cubicBezTo>
                  <a:cubicBezTo>
                    <a:pt x="39441" y="27407"/>
                    <a:pt x="37468" y="28351"/>
                    <a:pt x="35496" y="29297"/>
                  </a:cubicBezTo>
                  <a:cubicBezTo>
                    <a:pt x="33524" y="29297"/>
                    <a:pt x="32537" y="28351"/>
                    <a:pt x="30567" y="28351"/>
                  </a:cubicBezTo>
                  <a:cubicBezTo>
                    <a:pt x="30567" y="31187"/>
                    <a:pt x="28594" y="32131"/>
                    <a:pt x="28594" y="34966"/>
                  </a:cubicBezTo>
                  <a:cubicBezTo>
                    <a:pt x="31551" y="38746"/>
                    <a:pt x="35496" y="41582"/>
                    <a:pt x="38455" y="45362"/>
                  </a:cubicBezTo>
                  <a:cubicBezTo>
                    <a:pt x="34510" y="45362"/>
                    <a:pt x="29581" y="45362"/>
                    <a:pt x="27608" y="43472"/>
                  </a:cubicBezTo>
                  <a:cubicBezTo>
                    <a:pt x="25636" y="41582"/>
                    <a:pt x="25636" y="37800"/>
                    <a:pt x="25636" y="34021"/>
                  </a:cubicBezTo>
                  <a:cubicBezTo>
                    <a:pt x="23663" y="35911"/>
                    <a:pt x="20707" y="42526"/>
                    <a:pt x="19720" y="46306"/>
                  </a:cubicBezTo>
                  <a:cubicBezTo>
                    <a:pt x="26622" y="50086"/>
                    <a:pt x="34510" y="51978"/>
                    <a:pt x="43384" y="51032"/>
                  </a:cubicBezTo>
                  <a:cubicBezTo>
                    <a:pt x="46342" y="52922"/>
                    <a:pt x="44370" y="57648"/>
                    <a:pt x="47329" y="59537"/>
                  </a:cubicBezTo>
                  <a:cubicBezTo>
                    <a:pt x="52258" y="62371"/>
                    <a:pt x="66063" y="60481"/>
                    <a:pt x="70992" y="63317"/>
                  </a:cubicBezTo>
                  <a:cubicBezTo>
                    <a:pt x="70992" y="62371"/>
                    <a:pt x="70992" y="62371"/>
                    <a:pt x="70006" y="61427"/>
                  </a:cubicBezTo>
                  <a:cubicBezTo>
                    <a:pt x="66063" y="59537"/>
                    <a:pt x="61132" y="57648"/>
                    <a:pt x="58173" y="53868"/>
                  </a:cubicBezTo>
                  <a:cubicBezTo>
                    <a:pt x="54230" y="51032"/>
                    <a:pt x="52258" y="48196"/>
                    <a:pt x="50285" y="46306"/>
                  </a:cubicBezTo>
                  <a:cubicBezTo>
                    <a:pt x="56203" y="40636"/>
                    <a:pt x="62118" y="31187"/>
                    <a:pt x="58173" y="27407"/>
                  </a:cubicBezTo>
                  <a:cubicBezTo>
                    <a:pt x="57189" y="26461"/>
                    <a:pt x="53244" y="28351"/>
                    <a:pt x="49299" y="27407"/>
                  </a:cubicBezTo>
                  <a:cubicBezTo>
                    <a:pt x="50285" y="25517"/>
                    <a:pt x="52258" y="22681"/>
                    <a:pt x="57189" y="23625"/>
                  </a:cubicBezTo>
                  <a:cubicBezTo>
                    <a:pt x="60146" y="24571"/>
                    <a:pt x="62118" y="21735"/>
                    <a:pt x="65077" y="20791"/>
                  </a:cubicBezTo>
                  <a:cubicBezTo>
                    <a:pt x="66063" y="17955"/>
                    <a:pt x="68033" y="15121"/>
                    <a:pt x="67047" y="12285"/>
                  </a:cubicBezTo>
                  <a:cubicBezTo>
                    <a:pt x="62118" y="15121"/>
                    <a:pt x="58173" y="16065"/>
                    <a:pt x="54230" y="16065"/>
                  </a:cubicBezTo>
                  <a:cubicBezTo>
                    <a:pt x="58173" y="10396"/>
                    <a:pt x="58173" y="4726"/>
                    <a:pt x="55216" y="0"/>
                  </a:cubicBezTo>
                  <a:cubicBezTo>
                    <a:pt x="50285" y="5670"/>
                    <a:pt x="47329" y="11340"/>
                    <a:pt x="47329" y="15121"/>
                  </a:cubicBezTo>
                  <a:cubicBezTo>
                    <a:pt x="41411" y="19845"/>
                    <a:pt x="38455" y="16065"/>
                    <a:pt x="34510" y="17955"/>
                  </a:cubicBezTo>
                  <a:cubicBezTo>
                    <a:pt x="31551" y="18901"/>
                    <a:pt x="28594" y="21735"/>
                    <a:pt x="23663" y="23625"/>
                  </a:cubicBezTo>
                  <a:cubicBezTo>
                    <a:pt x="21693" y="20791"/>
                    <a:pt x="22677" y="18901"/>
                    <a:pt x="28594" y="15121"/>
                  </a:cubicBezTo>
                  <a:cubicBezTo>
                    <a:pt x="34510" y="12285"/>
                    <a:pt x="36482" y="1890"/>
                    <a:pt x="30567" y="946"/>
                  </a:cubicBezTo>
                  <a:close/>
                  <a:moveTo>
                    <a:pt x="42398" y="35911"/>
                  </a:moveTo>
                  <a:cubicBezTo>
                    <a:pt x="44370" y="34966"/>
                    <a:pt x="47329" y="34021"/>
                    <a:pt x="50285" y="33077"/>
                  </a:cubicBezTo>
                  <a:cubicBezTo>
                    <a:pt x="51272" y="36856"/>
                    <a:pt x="47329" y="37800"/>
                    <a:pt x="45356" y="41582"/>
                  </a:cubicBezTo>
                  <a:cubicBezTo>
                    <a:pt x="41411" y="39692"/>
                    <a:pt x="40425" y="37800"/>
                    <a:pt x="42398" y="35911"/>
                  </a:cubicBezTo>
                  <a:close/>
                </a:path>
              </a:pathLst>
            </a:custGeom>
            <a:solidFill>
              <a:srgbClr val="FFFFFF"/>
            </a:solidFill>
            <a:ln w="1918" cap="flat">
              <a:noFill/>
              <a:prstDash val="solid"/>
              <a:miter/>
            </a:ln>
          </p:spPr>
          <p:txBody>
            <a:bodyPr rtlCol="0" anchor="ctr"/>
            <a:lstStyle/>
            <a:p>
              <a:endParaRPr lang="zh-CN" altLang="en-US"/>
            </a:p>
          </p:txBody>
        </p:sp>
        <p:sp>
          <p:nvSpPr>
            <p:cNvPr id="21" name="任意多边形: 形状 20"/>
            <p:cNvSpPr/>
            <p:nvPr/>
          </p:nvSpPr>
          <p:spPr>
            <a:xfrm>
              <a:off x="4905909" y="945967"/>
              <a:ext cx="147739" cy="47967"/>
            </a:xfrm>
            <a:custGeom>
              <a:avLst/>
              <a:gdLst>
                <a:gd name="connsiteX0" fmla="*/ 24300 w 147739"/>
                <a:gd name="connsiteY0" fmla="*/ 979 h 47967"/>
                <a:gd name="connsiteX1" fmla="*/ 25271 w 147739"/>
                <a:gd name="connsiteY1" fmla="*/ 979 h 47967"/>
                <a:gd name="connsiteX2" fmla="*/ 20411 w 147739"/>
                <a:gd name="connsiteY2" fmla="*/ 21537 h 47967"/>
                <a:gd name="connsiteX3" fmla="*/ 15551 w 147739"/>
                <a:gd name="connsiteY3" fmla="*/ 40135 h 47967"/>
                <a:gd name="connsiteX4" fmla="*/ 15551 w 147739"/>
                <a:gd name="connsiteY4" fmla="*/ 44052 h 47967"/>
                <a:gd name="connsiteX5" fmla="*/ 16524 w 147739"/>
                <a:gd name="connsiteY5" fmla="*/ 45030 h 47967"/>
                <a:gd name="connsiteX6" fmla="*/ 18467 w 147739"/>
                <a:gd name="connsiteY6" fmla="*/ 45030 h 47967"/>
                <a:gd name="connsiteX7" fmla="*/ 22355 w 147739"/>
                <a:gd name="connsiteY7" fmla="*/ 46011 h 47967"/>
                <a:gd name="connsiteX8" fmla="*/ 21384 w 147739"/>
                <a:gd name="connsiteY8" fmla="*/ 47968 h 47967"/>
                <a:gd name="connsiteX9" fmla="*/ 9720 w 147739"/>
                <a:gd name="connsiteY9" fmla="*/ 46989 h 47967"/>
                <a:gd name="connsiteX10" fmla="*/ 0 w 147739"/>
                <a:gd name="connsiteY10" fmla="*/ 47968 h 47967"/>
                <a:gd name="connsiteX11" fmla="*/ 973 w 147739"/>
                <a:gd name="connsiteY11" fmla="*/ 46011 h 47967"/>
                <a:gd name="connsiteX12" fmla="*/ 6804 w 147739"/>
                <a:gd name="connsiteY12" fmla="*/ 44052 h 47967"/>
                <a:gd name="connsiteX13" fmla="*/ 9720 w 147739"/>
                <a:gd name="connsiteY13" fmla="*/ 41116 h 47967"/>
                <a:gd name="connsiteX14" fmla="*/ 10691 w 147739"/>
                <a:gd name="connsiteY14" fmla="*/ 37200 h 47967"/>
                <a:gd name="connsiteX15" fmla="*/ 15551 w 147739"/>
                <a:gd name="connsiteY15" fmla="*/ 21537 h 47967"/>
                <a:gd name="connsiteX16" fmla="*/ 17495 w 147739"/>
                <a:gd name="connsiteY16" fmla="*/ 10768 h 47967"/>
                <a:gd name="connsiteX17" fmla="*/ 16524 w 147739"/>
                <a:gd name="connsiteY17" fmla="*/ 9789 h 47967"/>
                <a:gd name="connsiteX18" fmla="*/ 8747 w 147739"/>
                <a:gd name="connsiteY18" fmla="*/ 12727 h 47967"/>
                <a:gd name="connsiteX19" fmla="*/ 7776 w 147739"/>
                <a:gd name="connsiteY19" fmla="*/ 10768 h 47967"/>
                <a:gd name="connsiteX20" fmla="*/ 18467 w 147739"/>
                <a:gd name="connsiteY20" fmla="*/ 5873 h 47967"/>
                <a:gd name="connsiteX21" fmla="*/ 24300 w 147739"/>
                <a:gd name="connsiteY21" fmla="*/ 979 h 47967"/>
                <a:gd name="connsiteX22" fmla="*/ 35962 w 147739"/>
                <a:gd name="connsiteY22" fmla="*/ 47968 h 47967"/>
                <a:gd name="connsiteX23" fmla="*/ 35962 w 147739"/>
                <a:gd name="connsiteY23" fmla="*/ 46011 h 47967"/>
                <a:gd name="connsiteX24" fmla="*/ 59290 w 147739"/>
                <a:gd name="connsiteY24" fmla="*/ 27411 h 47967"/>
                <a:gd name="connsiteX25" fmla="*/ 50542 w 147739"/>
                <a:gd name="connsiteY25" fmla="*/ 31327 h 47967"/>
                <a:gd name="connsiteX26" fmla="*/ 43739 w 147739"/>
                <a:gd name="connsiteY26" fmla="*/ 27411 h 47967"/>
                <a:gd name="connsiteX27" fmla="*/ 40822 w 147739"/>
                <a:gd name="connsiteY27" fmla="*/ 18600 h 47967"/>
                <a:gd name="connsiteX28" fmla="*/ 44711 w 147739"/>
                <a:gd name="connsiteY28" fmla="*/ 5873 h 47967"/>
                <a:gd name="connsiteX29" fmla="*/ 55402 w 147739"/>
                <a:gd name="connsiteY29" fmla="*/ 979 h 47967"/>
                <a:gd name="connsiteX30" fmla="*/ 64150 w 147739"/>
                <a:gd name="connsiteY30" fmla="*/ 4895 h 47967"/>
                <a:gd name="connsiteX31" fmla="*/ 68039 w 147739"/>
                <a:gd name="connsiteY31" fmla="*/ 16643 h 47967"/>
                <a:gd name="connsiteX32" fmla="*/ 59290 w 147739"/>
                <a:gd name="connsiteY32" fmla="*/ 38178 h 47967"/>
                <a:gd name="connsiteX33" fmla="*/ 35962 w 147739"/>
                <a:gd name="connsiteY33" fmla="*/ 47968 h 47967"/>
                <a:gd name="connsiteX34" fmla="*/ 60263 w 147739"/>
                <a:gd name="connsiteY34" fmla="*/ 24473 h 47967"/>
                <a:gd name="connsiteX35" fmla="*/ 61235 w 147739"/>
                <a:gd name="connsiteY35" fmla="*/ 14684 h 47967"/>
                <a:gd name="connsiteX36" fmla="*/ 59290 w 147739"/>
                <a:gd name="connsiteY36" fmla="*/ 5873 h 47967"/>
                <a:gd name="connsiteX37" fmla="*/ 54430 w 147739"/>
                <a:gd name="connsiteY37" fmla="*/ 2938 h 47967"/>
                <a:gd name="connsiteX38" fmla="*/ 49572 w 147739"/>
                <a:gd name="connsiteY38" fmla="*/ 6854 h 47967"/>
                <a:gd name="connsiteX39" fmla="*/ 47626 w 147739"/>
                <a:gd name="connsiteY39" fmla="*/ 17621 h 47967"/>
                <a:gd name="connsiteX40" fmla="*/ 48599 w 147739"/>
                <a:gd name="connsiteY40" fmla="*/ 25452 h 47967"/>
                <a:gd name="connsiteX41" fmla="*/ 53459 w 147739"/>
                <a:gd name="connsiteY41" fmla="*/ 27411 h 47967"/>
                <a:gd name="connsiteX42" fmla="*/ 60263 w 147739"/>
                <a:gd name="connsiteY42" fmla="*/ 24473 h 47967"/>
                <a:gd name="connsiteX43" fmla="*/ 106918 w 147739"/>
                <a:gd name="connsiteY43" fmla="*/ 0 h 47967"/>
                <a:gd name="connsiteX44" fmla="*/ 109832 w 147739"/>
                <a:gd name="connsiteY44" fmla="*/ 0 h 47967"/>
                <a:gd name="connsiteX45" fmla="*/ 106918 w 147739"/>
                <a:gd name="connsiteY45" fmla="*/ 5873 h 47967"/>
                <a:gd name="connsiteX46" fmla="*/ 102058 w 147739"/>
                <a:gd name="connsiteY46" fmla="*/ 6854 h 47967"/>
                <a:gd name="connsiteX47" fmla="*/ 91365 w 147739"/>
                <a:gd name="connsiteY47" fmla="*/ 7832 h 47967"/>
                <a:gd name="connsiteX48" fmla="*/ 89421 w 147739"/>
                <a:gd name="connsiteY48" fmla="*/ 11746 h 47967"/>
                <a:gd name="connsiteX49" fmla="*/ 90394 w 147739"/>
                <a:gd name="connsiteY49" fmla="*/ 13705 h 47967"/>
                <a:gd name="connsiteX50" fmla="*/ 92337 w 147739"/>
                <a:gd name="connsiteY50" fmla="*/ 14684 h 47967"/>
                <a:gd name="connsiteX51" fmla="*/ 99141 w 147739"/>
                <a:gd name="connsiteY51" fmla="*/ 18600 h 47967"/>
                <a:gd name="connsiteX52" fmla="*/ 101085 w 147739"/>
                <a:gd name="connsiteY52" fmla="*/ 27411 h 47967"/>
                <a:gd name="connsiteX53" fmla="*/ 95254 w 147739"/>
                <a:gd name="connsiteY53" fmla="*/ 41116 h 47967"/>
                <a:gd name="connsiteX54" fmla="*/ 80674 w 147739"/>
                <a:gd name="connsiteY54" fmla="*/ 47968 h 47967"/>
                <a:gd name="connsiteX55" fmla="*/ 74843 w 147739"/>
                <a:gd name="connsiteY55" fmla="*/ 46989 h 47967"/>
                <a:gd name="connsiteX56" fmla="*/ 73870 w 147739"/>
                <a:gd name="connsiteY56" fmla="*/ 44052 h 47967"/>
                <a:gd name="connsiteX57" fmla="*/ 73870 w 147739"/>
                <a:gd name="connsiteY57" fmla="*/ 43073 h 47967"/>
                <a:gd name="connsiteX58" fmla="*/ 75814 w 147739"/>
                <a:gd name="connsiteY58" fmla="*/ 42094 h 47967"/>
                <a:gd name="connsiteX59" fmla="*/ 77757 w 147739"/>
                <a:gd name="connsiteY59" fmla="*/ 43073 h 47967"/>
                <a:gd name="connsiteX60" fmla="*/ 82617 w 147739"/>
                <a:gd name="connsiteY60" fmla="*/ 45030 h 47967"/>
                <a:gd name="connsiteX61" fmla="*/ 92337 w 147739"/>
                <a:gd name="connsiteY61" fmla="*/ 40135 h 47967"/>
                <a:gd name="connsiteX62" fmla="*/ 96225 w 147739"/>
                <a:gd name="connsiteY62" fmla="*/ 30346 h 47967"/>
                <a:gd name="connsiteX63" fmla="*/ 94281 w 147739"/>
                <a:gd name="connsiteY63" fmla="*/ 24473 h 47967"/>
                <a:gd name="connsiteX64" fmla="*/ 88450 w 147739"/>
                <a:gd name="connsiteY64" fmla="*/ 19578 h 47967"/>
                <a:gd name="connsiteX65" fmla="*/ 86507 w 147739"/>
                <a:gd name="connsiteY65" fmla="*/ 18600 h 47967"/>
                <a:gd name="connsiteX66" fmla="*/ 85534 w 147739"/>
                <a:gd name="connsiteY66" fmla="*/ 16643 h 47967"/>
                <a:gd name="connsiteX67" fmla="*/ 87477 w 147739"/>
                <a:gd name="connsiteY67" fmla="*/ 11746 h 47967"/>
                <a:gd name="connsiteX68" fmla="*/ 89421 w 147739"/>
                <a:gd name="connsiteY68" fmla="*/ 2938 h 47967"/>
                <a:gd name="connsiteX69" fmla="*/ 93310 w 147739"/>
                <a:gd name="connsiteY69" fmla="*/ 1957 h 47967"/>
                <a:gd name="connsiteX70" fmla="*/ 102058 w 147739"/>
                <a:gd name="connsiteY70" fmla="*/ 1957 h 47967"/>
                <a:gd name="connsiteX71" fmla="*/ 104974 w 147739"/>
                <a:gd name="connsiteY71" fmla="*/ 1957 h 47967"/>
                <a:gd name="connsiteX72" fmla="*/ 106918 w 147739"/>
                <a:gd name="connsiteY72" fmla="*/ 0 h 47967"/>
                <a:gd name="connsiteX73" fmla="*/ 147740 w 147739"/>
                <a:gd name="connsiteY73" fmla="*/ 979 h 47967"/>
                <a:gd name="connsiteX74" fmla="*/ 146767 w 147739"/>
                <a:gd name="connsiteY74" fmla="*/ 2938 h 47967"/>
                <a:gd name="connsiteX75" fmla="*/ 123442 w 147739"/>
                <a:gd name="connsiteY75" fmla="*/ 21537 h 47967"/>
                <a:gd name="connsiteX76" fmla="*/ 132189 w 147739"/>
                <a:gd name="connsiteY76" fmla="*/ 18600 h 47967"/>
                <a:gd name="connsiteX77" fmla="*/ 139964 w 147739"/>
                <a:gd name="connsiteY77" fmla="*/ 21537 h 47967"/>
                <a:gd name="connsiteX78" fmla="*/ 141909 w 147739"/>
                <a:gd name="connsiteY78" fmla="*/ 30346 h 47967"/>
                <a:gd name="connsiteX79" fmla="*/ 138020 w 147739"/>
                <a:gd name="connsiteY79" fmla="*/ 43073 h 47967"/>
                <a:gd name="connsiteX80" fmla="*/ 127329 w 147739"/>
                <a:gd name="connsiteY80" fmla="*/ 47968 h 47967"/>
                <a:gd name="connsiteX81" fmla="*/ 118581 w 147739"/>
                <a:gd name="connsiteY81" fmla="*/ 44052 h 47967"/>
                <a:gd name="connsiteX82" fmla="*/ 115665 w 147739"/>
                <a:gd name="connsiteY82" fmla="*/ 32305 h 47967"/>
                <a:gd name="connsiteX83" fmla="*/ 119552 w 147739"/>
                <a:gd name="connsiteY83" fmla="*/ 17621 h 47967"/>
                <a:gd name="connsiteX84" fmla="*/ 130245 w 147739"/>
                <a:gd name="connsiteY84" fmla="*/ 5873 h 47967"/>
                <a:gd name="connsiteX85" fmla="*/ 147740 w 147739"/>
                <a:gd name="connsiteY85" fmla="*/ 979 h 47967"/>
                <a:gd name="connsiteX86" fmla="*/ 123442 w 147739"/>
                <a:gd name="connsiteY86" fmla="*/ 24473 h 47967"/>
                <a:gd name="connsiteX87" fmla="*/ 122469 w 147739"/>
                <a:gd name="connsiteY87" fmla="*/ 35241 h 47967"/>
                <a:gd name="connsiteX88" fmla="*/ 123442 w 147739"/>
                <a:gd name="connsiteY88" fmla="*/ 43073 h 47967"/>
                <a:gd name="connsiteX89" fmla="*/ 128300 w 147739"/>
                <a:gd name="connsiteY89" fmla="*/ 46011 h 47967"/>
                <a:gd name="connsiteX90" fmla="*/ 134133 w 147739"/>
                <a:gd name="connsiteY90" fmla="*/ 42094 h 47967"/>
                <a:gd name="connsiteX91" fmla="*/ 135105 w 147739"/>
                <a:gd name="connsiteY91" fmla="*/ 32305 h 47967"/>
                <a:gd name="connsiteX92" fmla="*/ 134133 w 147739"/>
                <a:gd name="connsiteY92" fmla="*/ 24473 h 47967"/>
                <a:gd name="connsiteX93" fmla="*/ 130245 w 147739"/>
                <a:gd name="connsiteY93" fmla="*/ 21537 h 47967"/>
                <a:gd name="connsiteX94" fmla="*/ 123442 w 147739"/>
                <a:gd name="connsiteY94" fmla="*/ 24473 h 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47739" h="47967">
                  <a:moveTo>
                    <a:pt x="24300" y="979"/>
                  </a:moveTo>
                  <a:cubicBezTo>
                    <a:pt x="25271" y="979"/>
                    <a:pt x="25271" y="979"/>
                    <a:pt x="25271" y="979"/>
                  </a:cubicBezTo>
                  <a:cubicBezTo>
                    <a:pt x="20411" y="21537"/>
                    <a:pt x="20411" y="21537"/>
                    <a:pt x="20411" y="21537"/>
                  </a:cubicBezTo>
                  <a:cubicBezTo>
                    <a:pt x="15551" y="40135"/>
                    <a:pt x="15551" y="40135"/>
                    <a:pt x="15551" y="40135"/>
                  </a:cubicBezTo>
                  <a:cubicBezTo>
                    <a:pt x="15551" y="42094"/>
                    <a:pt x="15551" y="43073"/>
                    <a:pt x="15551" y="44052"/>
                  </a:cubicBezTo>
                  <a:cubicBezTo>
                    <a:pt x="15551" y="44052"/>
                    <a:pt x="15551" y="45030"/>
                    <a:pt x="16524" y="45030"/>
                  </a:cubicBezTo>
                  <a:cubicBezTo>
                    <a:pt x="16524" y="45030"/>
                    <a:pt x="17495" y="45030"/>
                    <a:pt x="18467" y="45030"/>
                  </a:cubicBezTo>
                  <a:cubicBezTo>
                    <a:pt x="20411" y="45030"/>
                    <a:pt x="21384" y="46011"/>
                    <a:pt x="22355" y="46011"/>
                  </a:cubicBezTo>
                  <a:cubicBezTo>
                    <a:pt x="21384" y="47968"/>
                    <a:pt x="21384" y="47968"/>
                    <a:pt x="21384" y="47968"/>
                  </a:cubicBezTo>
                  <a:cubicBezTo>
                    <a:pt x="17495" y="46989"/>
                    <a:pt x="13607" y="46989"/>
                    <a:pt x="9720" y="46989"/>
                  </a:cubicBezTo>
                  <a:cubicBezTo>
                    <a:pt x="6804" y="46989"/>
                    <a:pt x="3887" y="46989"/>
                    <a:pt x="0" y="47968"/>
                  </a:cubicBezTo>
                  <a:cubicBezTo>
                    <a:pt x="973" y="46011"/>
                    <a:pt x="973" y="46011"/>
                    <a:pt x="973" y="46011"/>
                  </a:cubicBezTo>
                  <a:cubicBezTo>
                    <a:pt x="3887" y="45030"/>
                    <a:pt x="5833" y="45030"/>
                    <a:pt x="6804" y="44052"/>
                  </a:cubicBezTo>
                  <a:cubicBezTo>
                    <a:pt x="7776" y="44052"/>
                    <a:pt x="8747" y="43073"/>
                    <a:pt x="9720" y="41116"/>
                  </a:cubicBezTo>
                  <a:cubicBezTo>
                    <a:pt x="10691" y="40135"/>
                    <a:pt x="10691" y="38178"/>
                    <a:pt x="10691" y="37200"/>
                  </a:cubicBezTo>
                  <a:cubicBezTo>
                    <a:pt x="15551" y="21537"/>
                    <a:pt x="15551" y="21537"/>
                    <a:pt x="15551" y="21537"/>
                  </a:cubicBezTo>
                  <a:cubicBezTo>
                    <a:pt x="16524" y="14684"/>
                    <a:pt x="17495" y="11746"/>
                    <a:pt x="17495" y="10768"/>
                  </a:cubicBezTo>
                  <a:cubicBezTo>
                    <a:pt x="17495" y="9789"/>
                    <a:pt x="16524" y="9789"/>
                    <a:pt x="16524" y="9789"/>
                  </a:cubicBezTo>
                  <a:cubicBezTo>
                    <a:pt x="15551" y="9789"/>
                    <a:pt x="12637" y="10768"/>
                    <a:pt x="8747" y="12727"/>
                  </a:cubicBezTo>
                  <a:cubicBezTo>
                    <a:pt x="7776" y="10768"/>
                    <a:pt x="7776" y="10768"/>
                    <a:pt x="7776" y="10768"/>
                  </a:cubicBezTo>
                  <a:cubicBezTo>
                    <a:pt x="12637" y="8811"/>
                    <a:pt x="16524" y="6854"/>
                    <a:pt x="18467" y="5873"/>
                  </a:cubicBezTo>
                  <a:cubicBezTo>
                    <a:pt x="20411" y="3916"/>
                    <a:pt x="22355" y="2938"/>
                    <a:pt x="24300" y="979"/>
                  </a:cubicBezTo>
                  <a:close/>
                  <a:moveTo>
                    <a:pt x="35962" y="47968"/>
                  </a:moveTo>
                  <a:cubicBezTo>
                    <a:pt x="35962" y="46011"/>
                    <a:pt x="35962" y="46011"/>
                    <a:pt x="35962" y="46011"/>
                  </a:cubicBezTo>
                  <a:cubicBezTo>
                    <a:pt x="47626" y="45030"/>
                    <a:pt x="55402" y="39157"/>
                    <a:pt x="59290" y="27411"/>
                  </a:cubicBezTo>
                  <a:cubicBezTo>
                    <a:pt x="56375" y="29368"/>
                    <a:pt x="53459" y="31327"/>
                    <a:pt x="50542" y="31327"/>
                  </a:cubicBezTo>
                  <a:cubicBezTo>
                    <a:pt x="47626" y="31327"/>
                    <a:pt x="44711" y="30346"/>
                    <a:pt x="43739" y="27411"/>
                  </a:cubicBezTo>
                  <a:cubicBezTo>
                    <a:pt x="41795" y="25452"/>
                    <a:pt x="40822" y="22516"/>
                    <a:pt x="40822" y="18600"/>
                  </a:cubicBezTo>
                  <a:cubicBezTo>
                    <a:pt x="40822" y="13705"/>
                    <a:pt x="41795" y="9789"/>
                    <a:pt x="44711" y="5873"/>
                  </a:cubicBezTo>
                  <a:cubicBezTo>
                    <a:pt x="47626" y="2938"/>
                    <a:pt x="51515" y="979"/>
                    <a:pt x="55402" y="979"/>
                  </a:cubicBezTo>
                  <a:cubicBezTo>
                    <a:pt x="59290" y="979"/>
                    <a:pt x="62206" y="2938"/>
                    <a:pt x="64150" y="4895"/>
                  </a:cubicBezTo>
                  <a:cubicBezTo>
                    <a:pt x="66094" y="7832"/>
                    <a:pt x="68039" y="11746"/>
                    <a:pt x="68039" y="16643"/>
                  </a:cubicBezTo>
                  <a:cubicBezTo>
                    <a:pt x="68039" y="24473"/>
                    <a:pt x="65123" y="32305"/>
                    <a:pt x="59290" y="38178"/>
                  </a:cubicBezTo>
                  <a:cubicBezTo>
                    <a:pt x="53459" y="45030"/>
                    <a:pt x="45682" y="47968"/>
                    <a:pt x="35962" y="47968"/>
                  </a:cubicBezTo>
                  <a:close/>
                  <a:moveTo>
                    <a:pt x="60263" y="24473"/>
                  </a:moveTo>
                  <a:cubicBezTo>
                    <a:pt x="60263" y="20557"/>
                    <a:pt x="61235" y="16643"/>
                    <a:pt x="61235" y="14684"/>
                  </a:cubicBezTo>
                  <a:cubicBezTo>
                    <a:pt x="61235" y="10768"/>
                    <a:pt x="60263" y="7832"/>
                    <a:pt x="59290" y="5873"/>
                  </a:cubicBezTo>
                  <a:cubicBezTo>
                    <a:pt x="58319" y="3916"/>
                    <a:pt x="56375" y="2938"/>
                    <a:pt x="54430" y="2938"/>
                  </a:cubicBezTo>
                  <a:cubicBezTo>
                    <a:pt x="52486" y="2938"/>
                    <a:pt x="50542" y="4895"/>
                    <a:pt x="49572" y="6854"/>
                  </a:cubicBezTo>
                  <a:cubicBezTo>
                    <a:pt x="47626" y="9789"/>
                    <a:pt x="47626" y="12727"/>
                    <a:pt x="47626" y="17621"/>
                  </a:cubicBezTo>
                  <a:cubicBezTo>
                    <a:pt x="47626" y="20557"/>
                    <a:pt x="47626" y="23495"/>
                    <a:pt x="48599" y="25452"/>
                  </a:cubicBezTo>
                  <a:cubicBezTo>
                    <a:pt x="50542" y="27411"/>
                    <a:pt x="51515" y="27411"/>
                    <a:pt x="53459" y="27411"/>
                  </a:cubicBezTo>
                  <a:cubicBezTo>
                    <a:pt x="55402" y="27411"/>
                    <a:pt x="57346" y="26432"/>
                    <a:pt x="60263" y="24473"/>
                  </a:cubicBezTo>
                  <a:close/>
                  <a:moveTo>
                    <a:pt x="106918" y="0"/>
                  </a:moveTo>
                  <a:cubicBezTo>
                    <a:pt x="109832" y="0"/>
                    <a:pt x="109832" y="0"/>
                    <a:pt x="109832" y="0"/>
                  </a:cubicBezTo>
                  <a:cubicBezTo>
                    <a:pt x="106918" y="5873"/>
                    <a:pt x="106918" y="5873"/>
                    <a:pt x="106918" y="5873"/>
                  </a:cubicBezTo>
                  <a:cubicBezTo>
                    <a:pt x="105945" y="6854"/>
                    <a:pt x="104974" y="6854"/>
                    <a:pt x="102058" y="6854"/>
                  </a:cubicBezTo>
                  <a:cubicBezTo>
                    <a:pt x="96225" y="6854"/>
                    <a:pt x="92337" y="6854"/>
                    <a:pt x="91365" y="7832"/>
                  </a:cubicBezTo>
                  <a:cubicBezTo>
                    <a:pt x="90394" y="9789"/>
                    <a:pt x="89421" y="10768"/>
                    <a:pt x="89421" y="11746"/>
                  </a:cubicBezTo>
                  <a:cubicBezTo>
                    <a:pt x="89421" y="12727"/>
                    <a:pt x="89421" y="12727"/>
                    <a:pt x="90394" y="13705"/>
                  </a:cubicBezTo>
                  <a:cubicBezTo>
                    <a:pt x="90394" y="13705"/>
                    <a:pt x="91365" y="13705"/>
                    <a:pt x="92337" y="14684"/>
                  </a:cubicBezTo>
                  <a:cubicBezTo>
                    <a:pt x="95254" y="15662"/>
                    <a:pt x="97198" y="16643"/>
                    <a:pt x="99141" y="18600"/>
                  </a:cubicBezTo>
                  <a:cubicBezTo>
                    <a:pt x="100114" y="21537"/>
                    <a:pt x="101085" y="23495"/>
                    <a:pt x="101085" y="27411"/>
                  </a:cubicBezTo>
                  <a:cubicBezTo>
                    <a:pt x="101085" y="32305"/>
                    <a:pt x="99141" y="37200"/>
                    <a:pt x="95254" y="41116"/>
                  </a:cubicBezTo>
                  <a:cubicBezTo>
                    <a:pt x="90394" y="46011"/>
                    <a:pt x="85534" y="47968"/>
                    <a:pt x="80674" y="47968"/>
                  </a:cubicBezTo>
                  <a:cubicBezTo>
                    <a:pt x="77757" y="47968"/>
                    <a:pt x="76786" y="47968"/>
                    <a:pt x="74843" y="46989"/>
                  </a:cubicBezTo>
                  <a:cubicBezTo>
                    <a:pt x="73870" y="46011"/>
                    <a:pt x="73870" y="45030"/>
                    <a:pt x="73870" y="44052"/>
                  </a:cubicBezTo>
                  <a:cubicBezTo>
                    <a:pt x="73870" y="44052"/>
                    <a:pt x="73870" y="43073"/>
                    <a:pt x="73870" y="43073"/>
                  </a:cubicBezTo>
                  <a:cubicBezTo>
                    <a:pt x="74843" y="42094"/>
                    <a:pt x="74843" y="42094"/>
                    <a:pt x="75814" y="42094"/>
                  </a:cubicBezTo>
                  <a:cubicBezTo>
                    <a:pt x="76786" y="42094"/>
                    <a:pt x="76786" y="42094"/>
                    <a:pt x="77757" y="43073"/>
                  </a:cubicBezTo>
                  <a:cubicBezTo>
                    <a:pt x="79703" y="44052"/>
                    <a:pt x="81646" y="45030"/>
                    <a:pt x="82617" y="45030"/>
                  </a:cubicBezTo>
                  <a:cubicBezTo>
                    <a:pt x="86507" y="45030"/>
                    <a:pt x="89421" y="43073"/>
                    <a:pt x="92337" y="40135"/>
                  </a:cubicBezTo>
                  <a:cubicBezTo>
                    <a:pt x="95254" y="37200"/>
                    <a:pt x="96225" y="34262"/>
                    <a:pt x="96225" y="30346"/>
                  </a:cubicBezTo>
                  <a:cubicBezTo>
                    <a:pt x="96225" y="28389"/>
                    <a:pt x="96225" y="25452"/>
                    <a:pt x="94281" y="24473"/>
                  </a:cubicBezTo>
                  <a:cubicBezTo>
                    <a:pt x="93310" y="22516"/>
                    <a:pt x="91365" y="20557"/>
                    <a:pt x="88450" y="19578"/>
                  </a:cubicBezTo>
                  <a:cubicBezTo>
                    <a:pt x="87477" y="18600"/>
                    <a:pt x="86507" y="18600"/>
                    <a:pt x="86507" y="18600"/>
                  </a:cubicBezTo>
                  <a:cubicBezTo>
                    <a:pt x="86507" y="17621"/>
                    <a:pt x="85534" y="17621"/>
                    <a:pt x="85534" y="16643"/>
                  </a:cubicBezTo>
                  <a:cubicBezTo>
                    <a:pt x="85534" y="15662"/>
                    <a:pt x="86507" y="13705"/>
                    <a:pt x="87477" y="11746"/>
                  </a:cubicBezTo>
                  <a:cubicBezTo>
                    <a:pt x="89421" y="2938"/>
                    <a:pt x="89421" y="2938"/>
                    <a:pt x="89421" y="2938"/>
                  </a:cubicBezTo>
                  <a:cubicBezTo>
                    <a:pt x="91365" y="2938"/>
                    <a:pt x="92337" y="1957"/>
                    <a:pt x="93310" y="1957"/>
                  </a:cubicBezTo>
                  <a:cubicBezTo>
                    <a:pt x="102058" y="1957"/>
                    <a:pt x="102058" y="1957"/>
                    <a:pt x="102058" y="1957"/>
                  </a:cubicBezTo>
                  <a:cubicBezTo>
                    <a:pt x="103029" y="1957"/>
                    <a:pt x="104974" y="1957"/>
                    <a:pt x="104974" y="1957"/>
                  </a:cubicBezTo>
                  <a:cubicBezTo>
                    <a:pt x="105945" y="1957"/>
                    <a:pt x="106918" y="979"/>
                    <a:pt x="106918" y="0"/>
                  </a:cubicBezTo>
                  <a:close/>
                  <a:moveTo>
                    <a:pt x="147740" y="979"/>
                  </a:moveTo>
                  <a:cubicBezTo>
                    <a:pt x="146767" y="2938"/>
                    <a:pt x="146767" y="2938"/>
                    <a:pt x="146767" y="2938"/>
                  </a:cubicBezTo>
                  <a:cubicBezTo>
                    <a:pt x="135105" y="3916"/>
                    <a:pt x="127329" y="9789"/>
                    <a:pt x="123442" y="21537"/>
                  </a:cubicBezTo>
                  <a:cubicBezTo>
                    <a:pt x="126356" y="19578"/>
                    <a:pt x="129272" y="18600"/>
                    <a:pt x="132189" y="18600"/>
                  </a:cubicBezTo>
                  <a:cubicBezTo>
                    <a:pt x="136076" y="18600"/>
                    <a:pt x="138020" y="19578"/>
                    <a:pt x="139964" y="21537"/>
                  </a:cubicBezTo>
                  <a:cubicBezTo>
                    <a:pt x="140936" y="23495"/>
                    <a:pt x="141909" y="26432"/>
                    <a:pt x="141909" y="30346"/>
                  </a:cubicBezTo>
                  <a:cubicBezTo>
                    <a:pt x="141909" y="35241"/>
                    <a:pt x="140936" y="39157"/>
                    <a:pt x="138020" y="43073"/>
                  </a:cubicBezTo>
                  <a:cubicBezTo>
                    <a:pt x="135105" y="46011"/>
                    <a:pt x="131216" y="47968"/>
                    <a:pt x="127329" y="47968"/>
                  </a:cubicBezTo>
                  <a:cubicBezTo>
                    <a:pt x="123442" y="47968"/>
                    <a:pt x="120525" y="46989"/>
                    <a:pt x="118581" y="44052"/>
                  </a:cubicBezTo>
                  <a:cubicBezTo>
                    <a:pt x="116638" y="41116"/>
                    <a:pt x="115665" y="37200"/>
                    <a:pt x="115665" y="32305"/>
                  </a:cubicBezTo>
                  <a:cubicBezTo>
                    <a:pt x="115665" y="27411"/>
                    <a:pt x="116638" y="22516"/>
                    <a:pt x="119552" y="17621"/>
                  </a:cubicBezTo>
                  <a:cubicBezTo>
                    <a:pt x="122469" y="12727"/>
                    <a:pt x="125385" y="8811"/>
                    <a:pt x="130245" y="5873"/>
                  </a:cubicBezTo>
                  <a:cubicBezTo>
                    <a:pt x="135105" y="2938"/>
                    <a:pt x="140936" y="979"/>
                    <a:pt x="147740" y="979"/>
                  </a:cubicBezTo>
                  <a:close/>
                  <a:moveTo>
                    <a:pt x="123442" y="24473"/>
                  </a:moveTo>
                  <a:cubicBezTo>
                    <a:pt x="122469" y="28389"/>
                    <a:pt x="122469" y="32305"/>
                    <a:pt x="122469" y="35241"/>
                  </a:cubicBezTo>
                  <a:cubicBezTo>
                    <a:pt x="122469" y="38178"/>
                    <a:pt x="122469" y="41116"/>
                    <a:pt x="123442" y="43073"/>
                  </a:cubicBezTo>
                  <a:cubicBezTo>
                    <a:pt x="125385" y="45030"/>
                    <a:pt x="126356" y="46011"/>
                    <a:pt x="128300" y="46011"/>
                  </a:cubicBezTo>
                  <a:cubicBezTo>
                    <a:pt x="130245" y="46011"/>
                    <a:pt x="132189" y="45030"/>
                    <a:pt x="134133" y="42094"/>
                  </a:cubicBezTo>
                  <a:cubicBezTo>
                    <a:pt x="135105" y="39157"/>
                    <a:pt x="135105" y="36221"/>
                    <a:pt x="135105" y="32305"/>
                  </a:cubicBezTo>
                  <a:cubicBezTo>
                    <a:pt x="135105" y="28389"/>
                    <a:pt x="135105" y="26432"/>
                    <a:pt x="134133" y="24473"/>
                  </a:cubicBezTo>
                  <a:cubicBezTo>
                    <a:pt x="133160" y="22516"/>
                    <a:pt x="132189" y="21537"/>
                    <a:pt x="130245" y="21537"/>
                  </a:cubicBezTo>
                  <a:cubicBezTo>
                    <a:pt x="128300" y="21537"/>
                    <a:pt x="125385" y="22516"/>
                    <a:pt x="123442" y="24473"/>
                  </a:cubicBezTo>
                  <a:close/>
                </a:path>
              </a:pathLst>
            </a:custGeom>
            <a:solidFill>
              <a:srgbClr val="FFFFFF"/>
            </a:solidFill>
            <a:ln w="1918" cap="flat">
              <a:solidFill>
                <a:srgbClr val="FFFFFF"/>
              </a:solidFill>
              <a:prstDash val="solid"/>
              <a:miter/>
            </a:ln>
          </p:spPr>
          <p:txBody>
            <a:bodyPr rtlCol="0" anchor="ctr"/>
            <a:lstStyle/>
            <a:p>
              <a:endParaRPr lang="zh-CN" altLang="en-US"/>
            </a:p>
          </p:txBody>
        </p:sp>
        <p:sp>
          <p:nvSpPr>
            <p:cNvPr id="22" name="任意多边形: 形状 21"/>
            <p:cNvSpPr/>
            <p:nvPr/>
          </p:nvSpPr>
          <p:spPr>
            <a:xfrm>
              <a:off x="4859097" y="600347"/>
              <a:ext cx="237542" cy="232119"/>
            </a:xfrm>
            <a:custGeom>
              <a:avLst/>
              <a:gdLst>
                <a:gd name="connsiteX0" fmla="*/ 25249 w 237542"/>
                <a:gd name="connsiteY0" fmla="*/ 87160 h 232119"/>
                <a:gd name="connsiteX1" fmla="*/ 24281 w 237542"/>
                <a:gd name="connsiteY1" fmla="*/ 86189 h 232119"/>
                <a:gd name="connsiteX2" fmla="*/ 7819 w 237542"/>
                <a:gd name="connsiteY2" fmla="*/ 29856 h 232119"/>
                <a:gd name="connsiteX3" fmla="*/ 157909 w 237542"/>
                <a:gd name="connsiteY3" fmla="*/ 72591 h 232119"/>
                <a:gd name="connsiteX4" fmla="*/ 170497 w 237542"/>
                <a:gd name="connsiteY4" fmla="*/ 71621 h 232119"/>
                <a:gd name="connsiteX5" fmla="*/ 81412 w 237542"/>
                <a:gd name="connsiteY5" fmla="*/ 7517 h 232119"/>
                <a:gd name="connsiteX6" fmla="*/ 18471 w 237542"/>
                <a:gd name="connsiteY6" fmla="*/ 95902 h 232119"/>
                <a:gd name="connsiteX7" fmla="*/ 60109 w 237542"/>
                <a:gd name="connsiteY7" fmla="*/ 154179 h 232119"/>
                <a:gd name="connsiteX8" fmla="*/ 151130 w 237542"/>
                <a:gd name="connsiteY8" fmla="*/ 222166 h 232119"/>
                <a:gd name="connsiteX9" fmla="*/ 224722 w 237542"/>
                <a:gd name="connsiteY9" fmla="*/ 142522 h 232119"/>
                <a:gd name="connsiteX10" fmla="*/ 211166 w 237542"/>
                <a:gd name="connsiteY10" fmla="*/ 142522 h 232119"/>
                <a:gd name="connsiteX11" fmla="*/ 74633 w 237542"/>
                <a:gd name="connsiteY11" fmla="*/ 145437 h 232119"/>
                <a:gd name="connsiteX12" fmla="*/ 32995 w 237542"/>
                <a:gd name="connsiteY12" fmla="*/ 80362 h 232119"/>
                <a:gd name="connsiteX13" fmla="*/ 25249 w 237542"/>
                <a:gd name="connsiteY13" fmla="*/ 87160 h 23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542" h="232119">
                  <a:moveTo>
                    <a:pt x="25249" y="87160"/>
                  </a:moveTo>
                  <a:cubicBezTo>
                    <a:pt x="25249" y="87160"/>
                    <a:pt x="24281" y="86189"/>
                    <a:pt x="24281" y="86189"/>
                  </a:cubicBezTo>
                  <a:cubicBezTo>
                    <a:pt x="15566" y="70648"/>
                    <a:pt x="7819" y="52194"/>
                    <a:pt x="7819" y="29856"/>
                  </a:cubicBezTo>
                  <a:cubicBezTo>
                    <a:pt x="15566" y="-37162"/>
                    <a:pt x="136605" y="54137"/>
                    <a:pt x="157909" y="72591"/>
                  </a:cubicBezTo>
                  <a:cubicBezTo>
                    <a:pt x="162749" y="71621"/>
                    <a:pt x="166623" y="71621"/>
                    <a:pt x="170497" y="71621"/>
                  </a:cubicBezTo>
                  <a:cubicBezTo>
                    <a:pt x="149194" y="45396"/>
                    <a:pt x="114335" y="19171"/>
                    <a:pt x="81412" y="7517"/>
                  </a:cubicBezTo>
                  <a:cubicBezTo>
                    <a:pt x="23312" y="-12881"/>
                    <a:pt x="-28977" y="5573"/>
                    <a:pt x="18471" y="95902"/>
                  </a:cubicBezTo>
                  <a:cubicBezTo>
                    <a:pt x="14598" y="135725"/>
                    <a:pt x="32026" y="151264"/>
                    <a:pt x="60109" y="154179"/>
                  </a:cubicBezTo>
                  <a:cubicBezTo>
                    <a:pt x="79474" y="172633"/>
                    <a:pt x="113366" y="206626"/>
                    <a:pt x="151130" y="222166"/>
                  </a:cubicBezTo>
                  <a:cubicBezTo>
                    <a:pt x="207292" y="244506"/>
                    <a:pt x="263454" y="233822"/>
                    <a:pt x="224722" y="142522"/>
                  </a:cubicBezTo>
                  <a:cubicBezTo>
                    <a:pt x="219881" y="142522"/>
                    <a:pt x="216007" y="142522"/>
                    <a:pt x="211166" y="142522"/>
                  </a:cubicBezTo>
                  <a:cubicBezTo>
                    <a:pt x="281853" y="275587"/>
                    <a:pt x="110461" y="203712"/>
                    <a:pt x="74633" y="145437"/>
                  </a:cubicBezTo>
                  <a:cubicBezTo>
                    <a:pt x="114335" y="120183"/>
                    <a:pt x="80443" y="53166"/>
                    <a:pt x="32995" y="80362"/>
                  </a:cubicBezTo>
                  <a:cubicBezTo>
                    <a:pt x="30090" y="82304"/>
                    <a:pt x="27186" y="84246"/>
                    <a:pt x="25249" y="87160"/>
                  </a:cubicBezTo>
                  <a:close/>
                </a:path>
              </a:pathLst>
            </a:custGeom>
            <a:solidFill>
              <a:srgbClr val="F08300"/>
            </a:solidFill>
            <a:ln w="1918" cap="flat">
              <a:noFill/>
              <a:prstDash val="solid"/>
              <a:miter/>
            </a:ln>
          </p:spPr>
          <p:txBody>
            <a:bodyPr rtlCol="0" anchor="ctr"/>
            <a:lstStyle/>
            <a:p>
              <a:endParaRPr lang="zh-CN" altLang="en-US"/>
            </a:p>
          </p:txBody>
        </p:sp>
        <p:sp>
          <p:nvSpPr>
            <p:cNvPr id="23" name="任意多边形: 形状 22"/>
            <p:cNvSpPr/>
            <p:nvPr/>
          </p:nvSpPr>
          <p:spPr>
            <a:xfrm>
              <a:off x="4891518" y="689820"/>
              <a:ext cx="46048" cy="48999"/>
            </a:xfrm>
            <a:custGeom>
              <a:avLst/>
              <a:gdLst>
                <a:gd name="connsiteX0" fmla="*/ 46049 w 46048"/>
                <a:gd name="connsiteY0" fmla="*/ 28781 h 48999"/>
                <a:gd name="connsiteX1" fmla="*/ 45089 w 46048"/>
                <a:gd name="connsiteY1" fmla="*/ 19187 h 48999"/>
                <a:gd name="connsiteX2" fmla="*/ 43171 w 46048"/>
                <a:gd name="connsiteY2" fmla="*/ 10553 h 48999"/>
                <a:gd name="connsiteX3" fmla="*/ 23024 w 46048"/>
                <a:gd name="connsiteY3" fmla="*/ 0 h 48999"/>
                <a:gd name="connsiteX4" fmla="*/ 0 w 46048"/>
                <a:gd name="connsiteY4" fmla="*/ 24943 h 48999"/>
                <a:gd name="connsiteX5" fmla="*/ 23024 w 46048"/>
                <a:gd name="connsiteY5" fmla="*/ 48927 h 48999"/>
                <a:gd name="connsiteX6" fmla="*/ 44130 w 46048"/>
                <a:gd name="connsiteY6" fmla="*/ 34537 h 48999"/>
                <a:gd name="connsiteX7" fmla="*/ 31659 w 46048"/>
                <a:gd name="connsiteY7" fmla="*/ 34537 h 48999"/>
                <a:gd name="connsiteX8" fmla="*/ 23024 w 46048"/>
                <a:gd name="connsiteY8" fmla="*/ 40293 h 48999"/>
                <a:gd name="connsiteX9" fmla="*/ 14390 w 46048"/>
                <a:gd name="connsiteY9" fmla="*/ 28781 h 48999"/>
                <a:gd name="connsiteX10" fmla="*/ 46049 w 46048"/>
                <a:gd name="connsiteY10" fmla="*/ 28781 h 48999"/>
                <a:gd name="connsiteX11" fmla="*/ 14390 w 46048"/>
                <a:gd name="connsiteY11" fmla="*/ 19187 h 48999"/>
                <a:gd name="connsiteX12" fmla="*/ 23024 w 46048"/>
                <a:gd name="connsiteY12" fmla="*/ 8634 h 48999"/>
                <a:gd name="connsiteX13" fmla="*/ 30699 w 46048"/>
                <a:gd name="connsiteY13" fmla="*/ 19187 h 48999"/>
                <a:gd name="connsiteX14" fmla="*/ 14390 w 46048"/>
                <a:gd name="connsiteY14" fmla="*/ 19187 h 4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048" h="48999">
                  <a:moveTo>
                    <a:pt x="46049" y="28781"/>
                  </a:moveTo>
                  <a:cubicBezTo>
                    <a:pt x="46049" y="24943"/>
                    <a:pt x="46049" y="22065"/>
                    <a:pt x="45089" y="19187"/>
                  </a:cubicBezTo>
                  <a:cubicBezTo>
                    <a:pt x="45089" y="16309"/>
                    <a:pt x="44130" y="13431"/>
                    <a:pt x="43171" y="10553"/>
                  </a:cubicBezTo>
                  <a:cubicBezTo>
                    <a:pt x="39333" y="3837"/>
                    <a:pt x="32618" y="0"/>
                    <a:pt x="23024" y="0"/>
                  </a:cubicBezTo>
                  <a:cubicBezTo>
                    <a:pt x="8634" y="959"/>
                    <a:pt x="959" y="8634"/>
                    <a:pt x="0" y="24943"/>
                  </a:cubicBezTo>
                  <a:cubicBezTo>
                    <a:pt x="0" y="41252"/>
                    <a:pt x="7675" y="49886"/>
                    <a:pt x="23024" y="48927"/>
                  </a:cubicBezTo>
                  <a:cubicBezTo>
                    <a:pt x="35496" y="48927"/>
                    <a:pt x="43171" y="44130"/>
                    <a:pt x="44130" y="34537"/>
                  </a:cubicBezTo>
                  <a:cubicBezTo>
                    <a:pt x="31659" y="34537"/>
                    <a:pt x="31659" y="34537"/>
                    <a:pt x="31659" y="34537"/>
                  </a:cubicBezTo>
                  <a:cubicBezTo>
                    <a:pt x="29740" y="38374"/>
                    <a:pt x="26862" y="40293"/>
                    <a:pt x="23024" y="40293"/>
                  </a:cubicBezTo>
                  <a:cubicBezTo>
                    <a:pt x="17268" y="40293"/>
                    <a:pt x="14390" y="36455"/>
                    <a:pt x="14390" y="28781"/>
                  </a:cubicBezTo>
                  <a:cubicBezTo>
                    <a:pt x="46049" y="28781"/>
                    <a:pt x="46049" y="28781"/>
                    <a:pt x="46049" y="28781"/>
                  </a:cubicBezTo>
                  <a:close/>
                  <a:moveTo>
                    <a:pt x="14390" y="19187"/>
                  </a:moveTo>
                  <a:cubicBezTo>
                    <a:pt x="14390" y="12472"/>
                    <a:pt x="17268" y="8634"/>
                    <a:pt x="23024" y="8634"/>
                  </a:cubicBezTo>
                  <a:cubicBezTo>
                    <a:pt x="27821" y="8634"/>
                    <a:pt x="30699" y="12472"/>
                    <a:pt x="30699" y="19187"/>
                  </a:cubicBezTo>
                  <a:lnTo>
                    <a:pt x="14390" y="19187"/>
                  </a:lnTo>
                  <a:close/>
                </a:path>
              </a:pathLst>
            </a:custGeom>
            <a:solidFill>
              <a:srgbClr val="FFFFFF"/>
            </a:solidFill>
            <a:ln w="1918" cap="flat">
              <a:noFill/>
              <a:prstDash val="solid"/>
              <a:miter/>
            </a:ln>
          </p:spPr>
          <p:txBody>
            <a:bodyPr rtlCol="0" anchor="ctr"/>
            <a:lstStyle/>
            <a:p>
              <a:endParaRPr lang="zh-CN" altLang="en-US"/>
            </a:p>
          </p:txBody>
        </p:sp>
        <p:sp>
          <p:nvSpPr>
            <p:cNvPr id="24" name="任意多边形: 形状 23"/>
            <p:cNvSpPr/>
            <p:nvPr/>
          </p:nvSpPr>
          <p:spPr>
            <a:xfrm>
              <a:off x="4861158" y="739706"/>
              <a:ext cx="181938" cy="90221"/>
            </a:xfrm>
            <a:custGeom>
              <a:avLst/>
              <a:gdLst>
                <a:gd name="connsiteX0" fmla="*/ 161598 w 181938"/>
                <a:gd name="connsiteY0" fmla="*/ 969 h 90221"/>
                <a:gd name="connsiteX1" fmla="*/ 181938 w 181938"/>
                <a:gd name="connsiteY1" fmla="*/ 3876 h 90221"/>
                <a:gd name="connsiteX2" fmla="*/ 50212 w 181938"/>
                <a:gd name="connsiteY2" fmla="*/ 90102 h 90221"/>
                <a:gd name="connsiteX3" fmla="*/ 12438 w 181938"/>
                <a:gd name="connsiteY3" fmla="*/ 0 h 90221"/>
                <a:gd name="connsiteX4" fmla="*/ 22123 w 181938"/>
                <a:gd name="connsiteY4" fmla="*/ 8721 h 90221"/>
                <a:gd name="connsiteX5" fmla="*/ 24060 w 181938"/>
                <a:gd name="connsiteY5" fmla="*/ 80415 h 90221"/>
                <a:gd name="connsiteX6" fmla="*/ 161598 w 181938"/>
                <a:gd name="connsiteY6" fmla="*/ 969 h 90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938" h="90221">
                  <a:moveTo>
                    <a:pt x="161598" y="969"/>
                  </a:moveTo>
                  <a:cubicBezTo>
                    <a:pt x="170315" y="969"/>
                    <a:pt x="172253" y="3876"/>
                    <a:pt x="181938" y="3876"/>
                  </a:cubicBezTo>
                  <a:cubicBezTo>
                    <a:pt x="157724" y="31002"/>
                    <a:pt x="99609" y="88166"/>
                    <a:pt x="50212" y="90102"/>
                  </a:cubicBezTo>
                  <a:cubicBezTo>
                    <a:pt x="16312" y="92040"/>
                    <a:pt x="-19525" y="70725"/>
                    <a:pt x="12438" y="0"/>
                  </a:cubicBezTo>
                  <a:cubicBezTo>
                    <a:pt x="17280" y="3876"/>
                    <a:pt x="17280" y="4845"/>
                    <a:pt x="22123" y="8721"/>
                  </a:cubicBezTo>
                  <a:cubicBezTo>
                    <a:pt x="-1123" y="47475"/>
                    <a:pt x="7595" y="70725"/>
                    <a:pt x="24060" y="80415"/>
                  </a:cubicBezTo>
                  <a:cubicBezTo>
                    <a:pt x="55055" y="97854"/>
                    <a:pt x="130603" y="44568"/>
                    <a:pt x="161598" y="969"/>
                  </a:cubicBezTo>
                  <a:close/>
                </a:path>
              </a:pathLst>
            </a:custGeom>
            <a:solidFill>
              <a:srgbClr val="0068B7"/>
            </a:solidFill>
            <a:ln w="1918" cap="flat">
              <a:noFill/>
              <a:prstDash val="solid"/>
              <a:miter/>
            </a:ln>
          </p:spPr>
          <p:txBody>
            <a:bodyPr rtlCol="0" anchor="ctr"/>
            <a:lstStyle/>
            <a:p>
              <a:endParaRPr lang="zh-CN" altLang="en-US"/>
            </a:p>
          </p:txBody>
        </p:sp>
        <p:sp>
          <p:nvSpPr>
            <p:cNvPr id="25" name="任意多边形: 形状 24"/>
            <p:cNvSpPr/>
            <p:nvPr/>
          </p:nvSpPr>
          <p:spPr>
            <a:xfrm>
              <a:off x="4924136" y="598404"/>
              <a:ext cx="167184" cy="76065"/>
            </a:xfrm>
            <a:custGeom>
              <a:avLst/>
              <a:gdLst>
                <a:gd name="connsiteX0" fmla="*/ 17449 w 167184"/>
                <a:gd name="connsiteY0" fmla="*/ 75106 h 76065"/>
                <a:gd name="connsiteX1" fmla="*/ 0 w 167184"/>
                <a:gd name="connsiteY1" fmla="*/ 73187 h 76065"/>
                <a:gd name="connsiteX2" fmla="*/ 71731 w 167184"/>
                <a:gd name="connsiteY2" fmla="*/ 15626 h 76065"/>
                <a:gd name="connsiteX3" fmla="*/ 113412 w 167184"/>
                <a:gd name="connsiteY3" fmla="*/ 277 h 76065"/>
                <a:gd name="connsiteX4" fmla="*/ 158003 w 167184"/>
                <a:gd name="connsiteY4" fmla="*/ 76066 h 76065"/>
                <a:gd name="connsiteX5" fmla="*/ 148310 w 167184"/>
                <a:gd name="connsiteY5" fmla="*/ 71269 h 76065"/>
                <a:gd name="connsiteX6" fmla="*/ 135708 w 167184"/>
                <a:gd name="connsiteY6" fmla="*/ 6992 h 76065"/>
                <a:gd name="connsiteX7" fmla="*/ 17449 w 167184"/>
                <a:gd name="connsiteY7" fmla="*/ 75106 h 7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184" h="76065">
                  <a:moveTo>
                    <a:pt x="17449" y="75106"/>
                  </a:moveTo>
                  <a:cubicBezTo>
                    <a:pt x="9693" y="75106"/>
                    <a:pt x="7755" y="72228"/>
                    <a:pt x="0" y="73187"/>
                  </a:cubicBezTo>
                  <a:cubicBezTo>
                    <a:pt x="13571" y="57838"/>
                    <a:pt x="40713" y="32895"/>
                    <a:pt x="71731" y="15626"/>
                  </a:cubicBezTo>
                  <a:cubicBezTo>
                    <a:pt x="85302" y="8911"/>
                    <a:pt x="98873" y="1236"/>
                    <a:pt x="113412" y="277"/>
                  </a:cubicBezTo>
                  <a:cubicBezTo>
                    <a:pt x="143463" y="-2601"/>
                    <a:pt x="186114" y="16586"/>
                    <a:pt x="158003" y="76066"/>
                  </a:cubicBezTo>
                  <a:cubicBezTo>
                    <a:pt x="155094" y="72228"/>
                    <a:pt x="152188" y="74147"/>
                    <a:pt x="148310" y="71269"/>
                  </a:cubicBezTo>
                  <a:cubicBezTo>
                    <a:pt x="170605" y="30976"/>
                    <a:pt x="153156" y="6992"/>
                    <a:pt x="135708" y="6992"/>
                  </a:cubicBezTo>
                  <a:cubicBezTo>
                    <a:pt x="99842" y="6992"/>
                    <a:pt x="42651" y="36732"/>
                    <a:pt x="17449" y="75106"/>
                  </a:cubicBezTo>
                  <a:close/>
                </a:path>
              </a:pathLst>
            </a:custGeom>
            <a:solidFill>
              <a:srgbClr val="0068B7"/>
            </a:solidFill>
            <a:ln w="1918" cap="flat">
              <a:noFill/>
              <a:prstDash val="solid"/>
              <a:miter/>
            </a:ln>
          </p:spPr>
          <p:txBody>
            <a:bodyPr rtlCol="0" anchor="ctr"/>
            <a:lstStyle/>
            <a:p>
              <a:endParaRPr lang="zh-CN" altLang="en-US"/>
            </a:p>
          </p:txBody>
        </p:sp>
        <p:sp>
          <p:nvSpPr>
            <p:cNvPr id="26" name="任意多边形: 形状 25"/>
            <p:cNvSpPr/>
            <p:nvPr/>
          </p:nvSpPr>
          <p:spPr>
            <a:xfrm>
              <a:off x="4820526" y="691738"/>
              <a:ext cx="42211" cy="47967"/>
            </a:xfrm>
            <a:custGeom>
              <a:avLst/>
              <a:gdLst>
                <a:gd name="connsiteX0" fmla="*/ 32161 w 42211"/>
                <a:gd name="connsiteY0" fmla="*/ 0 h 47967"/>
                <a:gd name="connsiteX1" fmla="*/ 32161 w 42211"/>
                <a:gd name="connsiteY1" fmla="*/ 26432 h 47967"/>
                <a:gd name="connsiteX2" fmla="*/ 30151 w 42211"/>
                <a:gd name="connsiteY2" fmla="*/ 37200 h 47967"/>
                <a:gd name="connsiteX3" fmla="*/ 21106 w 42211"/>
                <a:gd name="connsiteY3" fmla="*/ 41116 h 47967"/>
                <a:gd name="connsiteX4" fmla="*/ 13065 w 42211"/>
                <a:gd name="connsiteY4" fmla="*/ 37200 h 47967"/>
                <a:gd name="connsiteX5" fmla="*/ 11055 w 42211"/>
                <a:gd name="connsiteY5" fmla="*/ 26432 h 47967"/>
                <a:gd name="connsiteX6" fmla="*/ 11055 w 42211"/>
                <a:gd name="connsiteY6" fmla="*/ 0 h 47967"/>
                <a:gd name="connsiteX7" fmla="*/ 0 w 42211"/>
                <a:gd name="connsiteY7" fmla="*/ 0 h 47967"/>
                <a:gd name="connsiteX8" fmla="*/ 0 w 42211"/>
                <a:gd name="connsiteY8" fmla="*/ 30346 h 47967"/>
                <a:gd name="connsiteX9" fmla="*/ 21106 w 42211"/>
                <a:gd name="connsiteY9" fmla="*/ 47968 h 47967"/>
                <a:gd name="connsiteX10" fmla="*/ 42211 w 42211"/>
                <a:gd name="connsiteY10" fmla="*/ 30346 h 47967"/>
                <a:gd name="connsiteX11" fmla="*/ 42211 w 42211"/>
                <a:gd name="connsiteY11" fmla="*/ 0 h 47967"/>
                <a:gd name="connsiteX12" fmla="*/ 32161 w 42211"/>
                <a:gd name="connsiteY12" fmla="*/ 0 h 4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11" h="47967">
                  <a:moveTo>
                    <a:pt x="32161" y="0"/>
                  </a:moveTo>
                  <a:cubicBezTo>
                    <a:pt x="32161" y="26432"/>
                    <a:pt x="32161" y="26432"/>
                    <a:pt x="32161" y="26432"/>
                  </a:cubicBezTo>
                  <a:cubicBezTo>
                    <a:pt x="32161" y="31327"/>
                    <a:pt x="31156" y="35241"/>
                    <a:pt x="30151" y="37200"/>
                  </a:cubicBezTo>
                  <a:cubicBezTo>
                    <a:pt x="28141" y="40135"/>
                    <a:pt x="25126" y="41116"/>
                    <a:pt x="21106" y="41116"/>
                  </a:cubicBezTo>
                  <a:cubicBezTo>
                    <a:pt x="17086" y="41116"/>
                    <a:pt x="14070" y="40135"/>
                    <a:pt x="13065" y="37200"/>
                  </a:cubicBezTo>
                  <a:cubicBezTo>
                    <a:pt x="11055" y="35241"/>
                    <a:pt x="10050" y="31327"/>
                    <a:pt x="11055" y="26432"/>
                  </a:cubicBezTo>
                  <a:cubicBezTo>
                    <a:pt x="11055" y="0"/>
                    <a:pt x="11055" y="0"/>
                    <a:pt x="11055" y="0"/>
                  </a:cubicBezTo>
                  <a:cubicBezTo>
                    <a:pt x="0" y="0"/>
                    <a:pt x="0" y="0"/>
                    <a:pt x="0" y="0"/>
                  </a:cubicBezTo>
                  <a:cubicBezTo>
                    <a:pt x="0" y="30346"/>
                    <a:pt x="0" y="30346"/>
                    <a:pt x="0" y="30346"/>
                  </a:cubicBezTo>
                  <a:cubicBezTo>
                    <a:pt x="0" y="42094"/>
                    <a:pt x="8040" y="47968"/>
                    <a:pt x="21106" y="47968"/>
                  </a:cubicBezTo>
                  <a:cubicBezTo>
                    <a:pt x="35176" y="47968"/>
                    <a:pt x="42211" y="42094"/>
                    <a:pt x="42211" y="30346"/>
                  </a:cubicBezTo>
                  <a:cubicBezTo>
                    <a:pt x="42211" y="0"/>
                    <a:pt x="42211" y="0"/>
                    <a:pt x="42211" y="0"/>
                  </a:cubicBezTo>
                  <a:lnTo>
                    <a:pt x="32161" y="0"/>
                  </a:lnTo>
                  <a:close/>
                </a:path>
              </a:pathLst>
            </a:custGeom>
            <a:solidFill>
              <a:srgbClr val="0068B7"/>
            </a:solidFill>
            <a:ln w="1918" cap="flat">
              <a:noFill/>
              <a:prstDash val="solid"/>
              <a:miter/>
            </a:ln>
          </p:spPr>
          <p:txBody>
            <a:bodyPr rtlCol="0" anchor="ctr"/>
            <a:lstStyle/>
            <a:p>
              <a:endParaRPr lang="zh-CN" altLang="en-US"/>
            </a:p>
          </p:txBody>
        </p:sp>
        <p:sp>
          <p:nvSpPr>
            <p:cNvPr id="27" name="任意多边形: 形状 26"/>
            <p:cNvSpPr/>
            <p:nvPr/>
          </p:nvSpPr>
          <p:spPr>
            <a:xfrm>
              <a:off x="4970185" y="689820"/>
              <a:ext cx="40292" cy="51805"/>
            </a:xfrm>
            <a:custGeom>
              <a:avLst/>
              <a:gdLst>
                <a:gd name="connsiteX0" fmla="*/ 39356 w 40292"/>
                <a:gd name="connsiteY0" fmla="*/ 15071 h 51805"/>
                <a:gd name="connsiteX1" fmla="*/ 21553 w 40292"/>
                <a:gd name="connsiteY1" fmla="*/ 0 h 51805"/>
                <a:gd name="connsiteX2" fmla="*/ 936 w 40292"/>
                <a:gd name="connsiteY2" fmla="*/ 16012 h 51805"/>
                <a:gd name="connsiteX3" fmla="*/ 17804 w 40292"/>
                <a:gd name="connsiteY3" fmla="*/ 30141 h 51805"/>
                <a:gd name="connsiteX4" fmla="*/ 19678 w 40292"/>
                <a:gd name="connsiteY4" fmla="*/ 31083 h 51805"/>
                <a:gd name="connsiteX5" fmla="*/ 29049 w 40292"/>
                <a:gd name="connsiteY5" fmla="*/ 37676 h 51805"/>
                <a:gd name="connsiteX6" fmla="*/ 18740 w 40292"/>
                <a:gd name="connsiteY6" fmla="*/ 44270 h 51805"/>
                <a:gd name="connsiteX7" fmla="*/ 10307 w 40292"/>
                <a:gd name="connsiteY7" fmla="*/ 34851 h 51805"/>
                <a:gd name="connsiteX8" fmla="*/ 0 w 40292"/>
                <a:gd name="connsiteY8" fmla="*/ 34851 h 51805"/>
                <a:gd name="connsiteX9" fmla="*/ 18740 w 40292"/>
                <a:gd name="connsiteY9" fmla="*/ 51805 h 51805"/>
                <a:gd name="connsiteX10" fmla="*/ 40293 w 40292"/>
                <a:gd name="connsiteY10" fmla="*/ 35793 h 51805"/>
                <a:gd name="connsiteX11" fmla="*/ 23425 w 40292"/>
                <a:gd name="connsiteY11" fmla="*/ 21664 h 51805"/>
                <a:gd name="connsiteX12" fmla="*/ 21553 w 40292"/>
                <a:gd name="connsiteY12" fmla="*/ 21664 h 51805"/>
                <a:gd name="connsiteX13" fmla="*/ 12182 w 40292"/>
                <a:gd name="connsiteY13" fmla="*/ 14129 h 51805"/>
                <a:gd name="connsiteX14" fmla="*/ 20615 w 40292"/>
                <a:gd name="connsiteY14" fmla="*/ 7535 h 51805"/>
                <a:gd name="connsiteX15" fmla="*/ 29049 w 40292"/>
                <a:gd name="connsiteY15" fmla="*/ 15071 h 51805"/>
                <a:gd name="connsiteX16" fmla="*/ 39356 w 40292"/>
                <a:gd name="connsiteY16" fmla="*/ 15071 h 5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92" h="51805">
                  <a:moveTo>
                    <a:pt x="39356" y="15071"/>
                  </a:moveTo>
                  <a:cubicBezTo>
                    <a:pt x="38418" y="5651"/>
                    <a:pt x="32796" y="0"/>
                    <a:pt x="21553" y="0"/>
                  </a:cubicBezTo>
                  <a:cubicBezTo>
                    <a:pt x="8433" y="942"/>
                    <a:pt x="1875" y="5651"/>
                    <a:pt x="936" y="16012"/>
                  </a:cubicBezTo>
                  <a:cubicBezTo>
                    <a:pt x="936" y="22606"/>
                    <a:pt x="6560" y="27315"/>
                    <a:pt x="17804" y="30141"/>
                  </a:cubicBezTo>
                  <a:cubicBezTo>
                    <a:pt x="17804" y="30141"/>
                    <a:pt x="18740" y="30141"/>
                    <a:pt x="19678" y="31083"/>
                  </a:cubicBezTo>
                  <a:cubicBezTo>
                    <a:pt x="26236" y="32025"/>
                    <a:pt x="29049" y="33909"/>
                    <a:pt x="29049" y="37676"/>
                  </a:cubicBezTo>
                  <a:cubicBezTo>
                    <a:pt x="29049" y="42386"/>
                    <a:pt x="25300" y="44270"/>
                    <a:pt x="18740" y="44270"/>
                  </a:cubicBezTo>
                  <a:cubicBezTo>
                    <a:pt x="13118" y="44270"/>
                    <a:pt x="10307" y="40502"/>
                    <a:pt x="10307" y="34851"/>
                  </a:cubicBezTo>
                  <a:cubicBezTo>
                    <a:pt x="0" y="34851"/>
                    <a:pt x="0" y="34851"/>
                    <a:pt x="0" y="34851"/>
                  </a:cubicBezTo>
                  <a:cubicBezTo>
                    <a:pt x="0" y="46154"/>
                    <a:pt x="5622" y="51805"/>
                    <a:pt x="18740" y="51805"/>
                  </a:cubicBezTo>
                  <a:cubicBezTo>
                    <a:pt x="32796" y="50863"/>
                    <a:pt x="40293" y="46154"/>
                    <a:pt x="40293" y="35793"/>
                  </a:cubicBezTo>
                  <a:cubicBezTo>
                    <a:pt x="40293" y="28257"/>
                    <a:pt x="34671" y="23548"/>
                    <a:pt x="23425" y="21664"/>
                  </a:cubicBezTo>
                  <a:cubicBezTo>
                    <a:pt x="22489" y="21664"/>
                    <a:pt x="21553" y="21664"/>
                    <a:pt x="21553" y="21664"/>
                  </a:cubicBezTo>
                  <a:cubicBezTo>
                    <a:pt x="14993" y="20722"/>
                    <a:pt x="12182" y="17896"/>
                    <a:pt x="12182" y="14129"/>
                  </a:cubicBezTo>
                  <a:cubicBezTo>
                    <a:pt x="13118" y="10361"/>
                    <a:pt x="14993" y="8477"/>
                    <a:pt x="20615" y="7535"/>
                  </a:cubicBezTo>
                  <a:cubicBezTo>
                    <a:pt x="26236" y="7535"/>
                    <a:pt x="28111" y="10361"/>
                    <a:pt x="29049" y="15071"/>
                  </a:cubicBezTo>
                  <a:lnTo>
                    <a:pt x="39356" y="15071"/>
                  </a:lnTo>
                  <a:close/>
                </a:path>
              </a:pathLst>
            </a:custGeom>
            <a:solidFill>
              <a:srgbClr val="0068B7"/>
            </a:solidFill>
            <a:ln w="1918" cap="flat">
              <a:noFill/>
              <a:prstDash val="solid"/>
              <a:miter/>
            </a:ln>
          </p:spPr>
          <p:txBody>
            <a:bodyPr rtlCol="0" anchor="ctr"/>
            <a:lstStyle/>
            <a:p>
              <a:endParaRPr lang="zh-CN" altLang="en-US"/>
            </a:p>
          </p:txBody>
        </p:sp>
        <p:sp>
          <p:nvSpPr>
            <p:cNvPr id="28" name="任意多边形: 形状 27"/>
            <p:cNvSpPr/>
            <p:nvPr/>
          </p:nvSpPr>
          <p:spPr>
            <a:xfrm>
              <a:off x="5021990" y="689820"/>
              <a:ext cx="42211" cy="51805"/>
            </a:xfrm>
            <a:custGeom>
              <a:avLst/>
              <a:gdLst>
                <a:gd name="connsiteX0" fmla="*/ 0 w 42211"/>
                <a:gd name="connsiteY0" fmla="*/ 8949 h 51805"/>
                <a:gd name="connsiteX1" fmla="*/ 15946 w 42211"/>
                <a:gd name="connsiteY1" fmla="*/ 8949 h 51805"/>
                <a:gd name="connsiteX2" fmla="*/ 15946 w 42211"/>
                <a:gd name="connsiteY2" fmla="*/ 51805 h 51805"/>
                <a:gd name="connsiteX3" fmla="*/ 26265 w 42211"/>
                <a:gd name="connsiteY3" fmla="*/ 51805 h 51805"/>
                <a:gd name="connsiteX4" fmla="*/ 26265 w 42211"/>
                <a:gd name="connsiteY4" fmla="*/ 8949 h 51805"/>
                <a:gd name="connsiteX5" fmla="*/ 42211 w 42211"/>
                <a:gd name="connsiteY5" fmla="*/ 8949 h 51805"/>
                <a:gd name="connsiteX6" fmla="*/ 42211 w 42211"/>
                <a:gd name="connsiteY6" fmla="*/ 0 h 51805"/>
                <a:gd name="connsiteX7" fmla="*/ 0 w 42211"/>
                <a:gd name="connsiteY7" fmla="*/ 0 h 51805"/>
                <a:gd name="connsiteX8" fmla="*/ 0 w 42211"/>
                <a:gd name="connsiteY8" fmla="*/ 8949 h 5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211" h="51805">
                  <a:moveTo>
                    <a:pt x="0" y="8949"/>
                  </a:moveTo>
                  <a:lnTo>
                    <a:pt x="15946" y="8949"/>
                  </a:lnTo>
                  <a:lnTo>
                    <a:pt x="15946" y="51805"/>
                  </a:lnTo>
                  <a:lnTo>
                    <a:pt x="26265" y="51805"/>
                  </a:lnTo>
                  <a:lnTo>
                    <a:pt x="26265" y="8949"/>
                  </a:lnTo>
                  <a:lnTo>
                    <a:pt x="42211" y="8949"/>
                  </a:lnTo>
                  <a:lnTo>
                    <a:pt x="42211" y="0"/>
                  </a:lnTo>
                  <a:lnTo>
                    <a:pt x="0" y="0"/>
                  </a:lnTo>
                  <a:lnTo>
                    <a:pt x="0" y="8949"/>
                  </a:lnTo>
                  <a:close/>
                </a:path>
              </a:pathLst>
            </a:custGeom>
            <a:solidFill>
              <a:srgbClr val="0068B7"/>
            </a:solidFill>
            <a:ln w="1918" cap="flat">
              <a:noFill/>
              <a:prstDash val="solid"/>
              <a:miter/>
            </a:ln>
          </p:spPr>
          <p:txBody>
            <a:bodyPr rtlCol="0" anchor="ctr"/>
            <a:lstStyle/>
            <a:p>
              <a:endParaRPr lang="zh-CN" altLang="en-US"/>
            </a:p>
          </p:txBody>
        </p:sp>
        <p:sp>
          <p:nvSpPr>
            <p:cNvPr id="29" name="任意多边形: 形状 28"/>
            <p:cNvSpPr/>
            <p:nvPr/>
          </p:nvSpPr>
          <p:spPr>
            <a:xfrm>
              <a:off x="5075714" y="685982"/>
              <a:ext cx="44130" cy="49886"/>
            </a:xfrm>
            <a:custGeom>
              <a:avLst/>
              <a:gdLst>
                <a:gd name="connsiteX0" fmla="*/ 44130 w 44130"/>
                <a:gd name="connsiteY0" fmla="*/ 16629 h 49886"/>
                <a:gd name="connsiteX1" fmla="*/ 21574 w 44130"/>
                <a:gd name="connsiteY1" fmla="*/ 0 h 49886"/>
                <a:gd name="connsiteX2" fmla="*/ 0 w 44130"/>
                <a:gd name="connsiteY2" fmla="*/ 25432 h 49886"/>
                <a:gd name="connsiteX3" fmla="*/ 21574 w 44130"/>
                <a:gd name="connsiteY3" fmla="*/ 49886 h 49886"/>
                <a:gd name="connsiteX4" fmla="*/ 44130 w 44130"/>
                <a:gd name="connsiteY4" fmla="*/ 34235 h 49886"/>
                <a:gd name="connsiteX5" fmla="*/ 32363 w 44130"/>
                <a:gd name="connsiteY5" fmla="*/ 34235 h 49886"/>
                <a:gd name="connsiteX6" fmla="*/ 21574 w 44130"/>
                <a:gd name="connsiteY6" fmla="*/ 43038 h 49886"/>
                <a:gd name="connsiteX7" fmla="*/ 11767 w 44130"/>
                <a:gd name="connsiteY7" fmla="*/ 25432 h 49886"/>
                <a:gd name="connsiteX8" fmla="*/ 21574 w 44130"/>
                <a:gd name="connsiteY8" fmla="*/ 7824 h 49886"/>
                <a:gd name="connsiteX9" fmla="*/ 32363 w 44130"/>
                <a:gd name="connsiteY9" fmla="*/ 16629 h 49886"/>
                <a:gd name="connsiteX10" fmla="*/ 44130 w 44130"/>
                <a:gd name="connsiteY10" fmla="*/ 16629 h 49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130" h="49886">
                  <a:moveTo>
                    <a:pt x="44130" y="16629"/>
                  </a:moveTo>
                  <a:cubicBezTo>
                    <a:pt x="43150" y="5869"/>
                    <a:pt x="36285" y="0"/>
                    <a:pt x="21574" y="0"/>
                  </a:cubicBezTo>
                  <a:cubicBezTo>
                    <a:pt x="7846" y="979"/>
                    <a:pt x="980" y="8803"/>
                    <a:pt x="0" y="25432"/>
                  </a:cubicBezTo>
                  <a:cubicBezTo>
                    <a:pt x="980" y="42062"/>
                    <a:pt x="7846" y="49886"/>
                    <a:pt x="21574" y="49886"/>
                  </a:cubicBezTo>
                  <a:cubicBezTo>
                    <a:pt x="36285" y="49886"/>
                    <a:pt x="43150" y="44996"/>
                    <a:pt x="44130" y="34235"/>
                  </a:cubicBezTo>
                  <a:cubicBezTo>
                    <a:pt x="32363" y="34235"/>
                    <a:pt x="32363" y="34235"/>
                    <a:pt x="32363" y="34235"/>
                  </a:cubicBezTo>
                  <a:cubicBezTo>
                    <a:pt x="32363" y="40105"/>
                    <a:pt x="28439" y="43038"/>
                    <a:pt x="21574" y="43038"/>
                  </a:cubicBezTo>
                  <a:cubicBezTo>
                    <a:pt x="15691" y="43038"/>
                    <a:pt x="12748" y="37171"/>
                    <a:pt x="11767" y="25432"/>
                  </a:cubicBezTo>
                  <a:cubicBezTo>
                    <a:pt x="12748" y="13694"/>
                    <a:pt x="15691" y="7824"/>
                    <a:pt x="21574" y="7824"/>
                  </a:cubicBezTo>
                  <a:cubicBezTo>
                    <a:pt x="28439" y="7824"/>
                    <a:pt x="31382" y="10760"/>
                    <a:pt x="32363" y="16629"/>
                  </a:cubicBezTo>
                  <a:lnTo>
                    <a:pt x="44130" y="16629"/>
                  </a:lnTo>
                  <a:close/>
                </a:path>
              </a:pathLst>
            </a:custGeom>
            <a:solidFill>
              <a:srgbClr val="0068B7"/>
            </a:solidFill>
            <a:ln w="1918" cap="flat">
              <a:noFill/>
              <a:prstDash val="solid"/>
              <a:miter/>
            </a:ln>
          </p:spPr>
          <p:txBody>
            <a:bodyPr rtlCol="0" anchor="ctr"/>
            <a:lstStyle/>
            <a:p>
              <a:endParaRPr lang="zh-CN" altLang="en-US"/>
            </a:p>
          </p:txBody>
        </p:sp>
        <p:sp>
          <p:nvSpPr>
            <p:cNvPr id="30" name="任意多边形: 形状 29"/>
            <p:cNvSpPr/>
            <p:nvPr/>
          </p:nvSpPr>
          <p:spPr>
            <a:xfrm>
              <a:off x="6595325" y="504630"/>
              <a:ext cx="210097" cy="224538"/>
            </a:xfrm>
            <a:custGeom>
              <a:avLst/>
              <a:gdLst>
                <a:gd name="connsiteX0" fmla="*/ 77094 w 210097"/>
                <a:gd name="connsiteY0" fmla="*/ 15594 h 224538"/>
                <a:gd name="connsiteX1" fmla="*/ 72278 w 210097"/>
                <a:gd name="connsiteY1" fmla="*/ 77783 h 224538"/>
                <a:gd name="connsiteX2" fmla="*/ 57830 w 210097"/>
                <a:gd name="connsiteY2" fmla="*/ 122483 h 224538"/>
                <a:gd name="connsiteX3" fmla="*/ 26977 w 210097"/>
                <a:gd name="connsiteY3" fmla="*/ 113737 h 224538"/>
                <a:gd name="connsiteX4" fmla="*/ 0 w 210097"/>
                <a:gd name="connsiteY4" fmla="*/ 140945 h 224538"/>
                <a:gd name="connsiteX5" fmla="*/ 22161 w 210097"/>
                <a:gd name="connsiteY5" fmla="*/ 144832 h 224538"/>
                <a:gd name="connsiteX6" fmla="*/ 60708 w 210097"/>
                <a:gd name="connsiteY6" fmla="*/ 153577 h 224538"/>
                <a:gd name="connsiteX7" fmla="*/ 30834 w 210097"/>
                <a:gd name="connsiteY7" fmla="*/ 194388 h 224538"/>
                <a:gd name="connsiteX8" fmla="*/ 104090 w 210097"/>
                <a:gd name="connsiteY8" fmla="*/ 187586 h 224538"/>
                <a:gd name="connsiteX9" fmla="*/ 126251 w 210097"/>
                <a:gd name="connsiteY9" fmla="*/ 119566 h 224538"/>
                <a:gd name="connsiteX10" fmla="*/ 210098 w 210097"/>
                <a:gd name="connsiteY10" fmla="*/ 92359 h 224538"/>
                <a:gd name="connsiteX11" fmla="*/ 177326 w 210097"/>
                <a:gd name="connsiteY11" fmla="*/ 73897 h 224538"/>
                <a:gd name="connsiteX12" fmla="*/ 153227 w 210097"/>
                <a:gd name="connsiteY12" fmla="*/ 87501 h 224538"/>
                <a:gd name="connsiteX13" fmla="*/ 126251 w 210097"/>
                <a:gd name="connsiteY13" fmla="*/ 99161 h 224538"/>
                <a:gd name="connsiteX14" fmla="*/ 129148 w 210097"/>
                <a:gd name="connsiteY14" fmla="*/ 34057 h 224538"/>
                <a:gd name="connsiteX15" fmla="*/ 106008 w 210097"/>
                <a:gd name="connsiteY15" fmla="*/ 46 h 224538"/>
                <a:gd name="connsiteX16" fmla="*/ 77094 w 210097"/>
                <a:gd name="connsiteY16" fmla="*/ 15594 h 224538"/>
                <a:gd name="connsiteX17" fmla="*/ 118537 w 210097"/>
                <a:gd name="connsiteY17" fmla="*/ 178841 h 224538"/>
                <a:gd name="connsiteX18" fmla="*/ 201425 w 210097"/>
                <a:gd name="connsiteY18" fmla="*/ 201190 h 224538"/>
                <a:gd name="connsiteX19" fmla="*/ 188896 w 210097"/>
                <a:gd name="connsiteY19" fmla="*/ 224512 h 224538"/>
                <a:gd name="connsiteX20" fmla="*/ 153227 w 210097"/>
                <a:gd name="connsiteY20" fmla="*/ 215766 h 224538"/>
                <a:gd name="connsiteX21" fmla="*/ 118537 w 210097"/>
                <a:gd name="connsiteY21" fmla="*/ 178841 h 224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0097" h="224538">
                  <a:moveTo>
                    <a:pt x="77094" y="15594"/>
                  </a:moveTo>
                  <a:cubicBezTo>
                    <a:pt x="78053" y="37945"/>
                    <a:pt x="73237" y="58350"/>
                    <a:pt x="72278" y="77783"/>
                  </a:cubicBezTo>
                  <a:cubicBezTo>
                    <a:pt x="71318" y="96246"/>
                    <a:pt x="66502" y="110821"/>
                    <a:pt x="57830" y="122483"/>
                  </a:cubicBezTo>
                  <a:cubicBezTo>
                    <a:pt x="46260" y="121510"/>
                    <a:pt x="36628" y="120539"/>
                    <a:pt x="26977" y="113737"/>
                  </a:cubicBezTo>
                  <a:cubicBezTo>
                    <a:pt x="17345" y="109850"/>
                    <a:pt x="2892" y="126368"/>
                    <a:pt x="0" y="140945"/>
                  </a:cubicBezTo>
                  <a:cubicBezTo>
                    <a:pt x="963" y="143859"/>
                    <a:pt x="12529" y="137057"/>
                    <a:pt x="22161" y="144832"/>
                  </a:cubicBezTo>
                  <a:cubicBezTo>
                    <a:pt x="33731" y="154548"/>
                    <a:pt x="49157" y="156492"/>
                    <a:pt x="60708" y="153577"/>
                  </a:cubicBezTo>
                  <a:cubicBezTo>
                    <a:pt x="55892" y="170095"/>
                    <a:pt x="44341" y="182728"/>
                    <a:pt x="30834" y="194388"/>
                  </a:cubicBezTo>
                  <a:cubicBezTo>
                    <a:pt x="14455" y="217708"/>
                    <a:pt x="26977" y="223539"/>
                    <a:pt x="104090" y="187586"/>
                  </a:cubicBezTo>
                  <a:cubicBezTo>
                    <a:pt x="116619" y="165237"/>
                    <a:pt x="122394" y="143859"/>
                    <a:pt x="126251" y="119566"/>
                  </a:cubicBezTo>
                  <a:cubicBezTo>
                    <a:pt x="158043" y="111794"/>
                    <a:pt x="202385" y="99161"/>
                    <a:pt x="210098" y="92359"/>
                  </a:cubicBezTo>
                  <a:cubicBezTo>
                    <a:pt x="206241" y="79726"/>
                    <a:pt x="188896" y="80699"/>
                    <a:pt x="177326" y="73897"/>
                  </a:cubicBezTo>
                  <a:cubicBezTo>
                    <a:pt x="167695" y="76812"/>
                    <a:pt x="160941" y="81670"/>
                    <a:pt x="153227" y="87501"/>
                  </a:cubicBezTo>
                  <a:cubicBezTo>
                    <a:pt x="144555" y="94303"/>
                    <a:pt x="134923" y="102075"/>
                    <a:pt x="126251" y="99161"/>
                  </a:cubicBezTo>
                  <a:cubicBezTo>
                    <a:pt x="125291" y="73897"/>
                    <a:pt x="136842" y="55434"/>
                    <a:pt x="129148" y="34057"/>
                  </a:cubicBezTo>
                  <a:cubicBezTo>
                    <a:pt x="124313" y="22397"/>
                    <a:pt x="116619" y="10735"/>
                    <a:pt x="106008" y="46"/>
                  </a:cubicBezTo>
                  <a:cubicBezTo>
                    <a:pt x="92520" y="-924"/>
                    <a:pt x="96376" y="13652"/>
                    <a:pt x="77094" y="15594"/>
                  </a:cubicBezTo>
                  <a:close/>
                  <a:moveTo>
                    <a:pt x="118537" y="178841"/>
                  </a:moveTo>
                  <a:cubicBezTo>
                    <a:pt x="151309" y="175926"/>
                    <a:pt x="182142" y="175926"/>
                    <a:pt x="201425" y="201190"/>
                  </a:cubicBezTo>
                  <a:cubicBezTo>
                    <a:pt x="211057" y="217708"/>
                    <a:pt x="197569" y="219652"/>
                    <a:pt x="188896" y="224512"/>
                  </a:cubicBezTo>
                  <a:cubicBezTo>
                    <a:pt x="174429" y="224512"/>
                    <a:pt x="158043" y="225483"/>
                    <a:pt x="153227" y="215766"/>
                  </a:cubicBezTo>
                  <a:cubicBezTo>
                    <a:pt x="146493" y="200219"/>
                    <a:pt x="127210" y="195359"/>
                    <a:pt x="118537" y="178841"/>
                  </a:cubicBezTo>
                  <a:close/>
                </a:path>
              </a:pathLst>
            </a:custGeom>
            <a:solidFill>
              <a:srgbClr val="000000"/>
            </a:solidFill>
            <a:ln w="1918" cap="flat">
              <a:noFill/>
              <a:prstDash val="solid"/>
              <a:miter/>
            </a:ln>
          </p:spPr>
          <p:txBody>
            <a:bodyPr rtlCol="0" anchor="ctr"/>
            <a:lstStyle/>
            <a:p>
              <a:endParaRPr lang="zh-CN" altLang="en-US"/>
            </a:p>
          </p:txBody>
        </p:sp>
        <p:sp>
          <p:nvSpPr>
            <p:cNvPr id="31" name="任意多边形: 形状 30"/>
            <p:cNvSpPr/>
            <p:nvPr/>
          </p:nvSpPr>
          <p:spPr>
            <a:xfrm>
              <a:off x="6907094" y="479356"/>
              <a:ext cx="242333" cy="289125"/>
            </a:xfrm>
            <a:custGeom>
              <a:avLst/>
              <a:gdLst>
                <a:gd name="connsiteX0" fmla="*/ 46260 w 242333"/>
                <a:gd name="connsiteY0" fmla="*/ 16972 h 289125"/>
                <a:gd name="connsiteX1" fmla="*/ 57811 w 242333"/>
                <a:gd name="connsiteY1" fmla="*/ 69445 h 289125"/>
                <a:gd name="connsiteX2" fmla="*/ 80931 w 242333"/>
                <a:gd name="connsiteY2" fmla="*/ 63616 h 289125"/>
                <a:gd name="connsiteX3" fmla="*/ 83809 w 242333"/>
                <a:gd name="connsiteY3" fmla="*/ 47096 h 289125"/>
                <a:gd name="connsiteX4" fmla="*/ 84769 w 242333"/>
                <a:gd name="connsiteY4" fmla="*/ 29605 h 289125"/>
                <a:gd name="connsiteX5" fmla="*/ 46260 w 242333"/>
                <a:gd name="connsiteY5" fmla="*/ 16972 h 289125"/>
                <a:gd name="connsiteX6" fmla="*/ 140641 w 242333"/>
                <a:gd name="connsiteY6" fmla="*/ 40294 h 289125"/>
                <a:gd name="connsiteX7" fmla="*/ 112705 w 242333"/>
                <a:gd name="connsiteY7" fmla="*/ 18916 h 289125"/>
                <a:gd name="connsiteX8" fmla="*/ 116561 w 242333"/>
                <a:gd name="connsiteY8" fmla="*/ 53897 h 289125"/>
                <a:gd name="connsiteX9" fmla="*/ 140641 w 242333"/>
                <a:gd name="connsiteY9" fmla="*/ 40294 h 289125"/>
                <a:gd name="connsiteX10" fmla="*/ 199373 w 242333"/>
                <a:gd name="connsiteY10" fmla="*/ 2396 h 289125"/>
                <a:gd name="connsiteX11" fmla="*/ 157008 w 242333"/>
                <a:gd name="connsiteY11" fmla="*/ 67501 h 289125"/>
                <a:gd name="connsiteX12" fmla="*/ 217677 w 242333"/>
                <a:gd name="connsiteY12" fmla="*/ 54868 h 289125"/>
                <a:gd name="connsiteX13" fmla="*/ 239838 w 242333"/>
                <a:gd name="connsiteY13" fmla="*/ 30576 h 289125"/>
                <a:gd name="connsiteX14" fmla="*/ 199373 w 242333"/>
                <a:gd name="connsiteY14" fmla="*/ 2396 h 289125"/>
                <a:gd name="connsiteX15" fmla="*/ 20 w 242333"/>
                <a:gd name="connsiteY15" fmla="*/ 152043 h 289125"/>
                <a:gd name="connsiteX16" fmla="*/ 12549 w 242333"/>
                <a:gd name="connsiteY16" fmla="*/ 106370 h 289125"/>
                <a:gd name="connsiteX17" fmla="*/ 171455 w 242333"/>
                <a:gd name="connsiteY17" fmla="*/ 91796 h 289125"/>
                <a:gd name="connsiteX18" fmla="*/ 183006 w 242333"/>
                <a:gd name="connsiteY18" fmla="*/ 119003 h 289125"/>
                <a:gd name="connsiteX19" fmla="*/ 155089 w 242333"/>
                <a:gd name="connsiteY19" fmla="*/ 138438 h 289125"/>
                <a:gd name="connsiteX20" fmla="*/ 129071 w 242333"/>
                <a:gd name="connsiteY20" fmla="*/ 202572 h 289125"/>
                <a:gd name="connsiteX21" fmla="*/ 161824 w 242333"/>
                <a:gd name="connsiteY21" fmla="*/ 209374 h 289125"/>
                <a:gd name="connsiteX22" fmla="*/ 190719 w 242333"/>
                <a:gd name="connsiteY22" fmla="*/ 208403 h 289125"/>
                <a:gd name="connsiteX23" fmla="*/ 190719 w 242333"/>
                <a:gd name="connsiteY23" fmla="*/ 233669 h 289125"/>
                <a:gd name="connsiteX24" fmla="*/ 142560 w 242333"/>
                <a:gd name="connsiteY24" fmla="*/ 232696 h 289125"/>
                <a:gd name="connsiteX25" fmla="*/ 141601 w 242333"/>
                <a:gd name="connsiteY25" fmla="*/ 245329 h 289125"/>
                <a:gd name="connsiteX26" fmla="*/ 105970 w 242333"/>
                <a:gd name="connsiteY26" fmla="*/ 285169 h 289125"/>
                <a:gd name="connsiteX27" fmla="*/ 38547 w 242333"/>
                <a:gd name="connsiteY27" fmla="*/ 249216 h 289125"/>
                <a:gd name="connsiteX28" fmla="*/ 29875 w 242333"/>
                <a:gd name="connsiteY28" fmla="*/ 200629 h 289125"/>
                <a:gd name="connsiteX29" fmla="*/ 99216 w 242333"/>
                <a:gd name="connsiteY29" fmla="*/ 206459 h 289125"/>
                <a:gd name="connsiteX30" fmla="*/ 132928 w 242333"/>
                <a:gd name="connsiteY30" fmla="*/ 155928 h 289125"/>
                <a:gd name="connsiteX31" fmla="*/ 93441 w 242333"/>
                <a:gd name="connsiteY31" fmla="*/ 171478 h 289125"/>
                <a:gd name="connsiteX32" fmla="*/ 63586 w 242333"/>
                <a:gd name="connsiteY32" fmla="*/ 184110 h 289125"/>
                <a:gd name="connsiteX33" fmla="*/ 138703 w 242333"/>
                <a:gd name="connsiteY33" fmla="*/ 125805 h 289125"/>
                <a:gd name="connsiteX34" fmla="*/ 52035 w 242333"/>
                <a:gd name="connsiteY34" fmla="*/ 138438 h 289125"/>
                <a:gd name="connsiteX35" fmla="*/ 36628 w 242333"/>
                <a:gd name="connsiteY35" fmla="*/ 143298 h 289125"/>
                <a:gd name="connsiteX36" fmla="*/ 20 w 242333"/>
                <a:gd name="connsiteY36" fmla="*/ 152043 h 289125"/>
                <a:gd name="connsiteX37" fmla="*/ 56851 w 242333"/>
                <a:gd name="connsiteY37" fmla="*/ 235610 h 289125"/>
                <a:gd name="connsiteX38" fmla="*/ 67443 w 242333"/>
                <a:gd name="connsiteY38" fmla="*/ 257961 h 289125"/>
                <a:gd name="connsiteX39" fmla="*/ 99216 w 242333"/>
                <a:gd name="connsiteY39" fmla="*/ 257961 h 289125"/>
                <a:gd name="connsiteX40" fmla="*/ 108848 w 242333"/>
                <a:gd name="connsiteY40" fmla="*/ 239498 h 289125"/>
                <a:gd name="connsiteX41" fmla="*/ 56851 w 242333"/>
                <a:gd name="connsiteY41" fmla="*/ 235610 h 28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2333" h="289125">
                  <a:moveTo>
                    <a:pt x="46260" y="16972"/>
                  </a:moveTo>
                  <a:cubicBezTo>
                    <a:pt x="33731" y="33492"/>
                    <a:pt x="41444" y="50010"/>
                    <a:pt x="57811" y="69445"/>
                  </a:cubicBezTo>
                  <a:cubicBezTo>
                    <a:pt x="70321" y="71388"/>
                    <a:pt x="78034" y="70418"/>
                    <a:pt x="80931" y="63616"/>
                  </a:cubicBezTo>
                  <a:cubicBezTo>
                    <a:pt x="83809" y="59728"/>
                    <a:pt x="82850" y="52927"/>
                    <a:pt x="83809" y="47096"/>
                  </a:cubicBezTo>
                  <a:cubicBezTo>
                    <a:pt x="83809" y="41265"/>
                    <a:pt x="85747" y="35434"/>
                    <a:pt x="84769" y="29605"/>
                  </a:cubicBezTo>
                  <a:cubicBezTo>
                    <a:pt x="79953" y="13085"/>
                    <a:pt x="44322" y="-2463"/>
                    <a:pt x="46260" y="16972"/>
                  </a:cubicBezTo>
                  <a:close/>
                  <a:moveTo>
                    <a:pt x="140641" y="40294"/>
                  </a:moveTo>
                  <a:cubicBezTo>
                    <a:pt x="134847" y="28632"/>
                    <a:pt x="132928" y="15028"/>
                    <a:pt x="112705" y="18916"/>
                  </a:cubicBezTo>
                  <a:cubicBezTo>
                    <a:pt x="98257" y="35434"/>
                    <a:pt x="109808" y="48066"/>
                    <a:pt x="116561" y="53897"/>
                  </a:cubicBezTo>
                  <a:cubicBezTo>
                    <a:pt x="119439" y="61672"/>
                    <a:pt x="124255" y="55841"/>
                    <a:pt x="140641" y="40294"/>
                  </a:cubicBezTo>
                  <a:close/>
                  <a:moveTo>
                    <a:pt x="199373" y="2396"/>
                  </a:moveTo>
                  <a:cubicBezTo>
                    <a:pt x="184944" y="32519"/>
                    <a:pt x="170496" y="44179"/>
                    <a:pt x="157008" y="67501"/>
                  </a:cubicBezTo>
                  <a:cubicBezTo>
                    <a:pt x="178190" y="51954"/>
                    <a:pt x="198413" y="53897"/>
                    <a:pt x="217677" y="54868"/>
                  </a:cubicBezTo>
                  <a:cubicBezTo>
                    <a:pt x="239838" y="42237"/>
                    <a:pt x="246573" y="34463"/>
                    <a:pt x="239838" y="30576"/>
                  </a:cubicBezTo>
                  <a:cubicBezTo>
                    <a:pt x="230206" y="10170"/>
                    <a:pt x="219615" y="-6350"/>
                    <a:pt x="199373" y="2396"/>
                  </a:cubicBezTo>
                  <a:close/>
                  <a:moveTo>
                    <a:pt x="20" y="152043"/>
                  </a:moveTo>
                  <a:cubicBezTo>
                    <a:pt x="1957" y="138438"/>
                    <a:pt x="10611" y="119976"/>
                    <a:pt x="12549" y="106370"/>
                  </a:cubicBezTo>
                  <a:cubicBezTo>
                    <a:pt x="58770" y="82077"/>
                    <a:pt x="99216" y="82077"/>
                    <a:pt x="171455" y="91796"/>
                  </a:cubicBezTo>
                  <a:cubicBezTo>
                    <a:pt x="178190" y="96654"/>
                    <a:pt x="184944" y="111230"/>
                    <a:pt x="183006" y="119003"/>
                  </a:cubicBezTo>
                  <a:cubicBezTo>
                    <a:pt x="172415" y="128721"/>
                    <a:pt x="165680" y="128721"/>
                    <a:pt x="155089" y="138438"/>
                  </a:cubicBezTo>
                  <a:cubicBezTo>
                    <a:pt x="158926" y="158845"/>
                    <a:pt x="142560" y="180223"/>
                    <a:pt x="129071" y="202572"/>
                  </a:cubicBezTo>
                  <a:cubicBezTo>
                    <a:pt x="130031" y="213261"/>
                    <a:pt x="144479" y="212290"/>
                    <a:pt x="161824" y="209374"/>
                  </a:cubicBezTo>
                  <a:cubicBezTo>
                    <a:pt x="171455" y="208403"/>
                    <a:pt x="183006" y="203545"/>
                    <a:pt x="190719" y="208403"/>
                  </a:cubicBezTo>
                  <a:cubicBezTo>
                    <a:pt x="210942" y="222980"/>
                    <a:pt x="195535" y="232696"/>
                    <a:pt x="190719" y="233669"/>
                  </a:cubicBezTo>
                  <a:cubicBezTo>
                    <a:pt x="169518" y="235610"/>
                    <a:pt x="146417" y="236583"/>
                    <a:pt x="142560" y="232696"/>
                  </a:cubicBezTo>
                  <a:cubicBezTo>
                    <a:pt x="139663" y="238527"/>
                    <a:pt x="143519" y="238527"/>
                    <a:pt x="141601" y="245329"/>
                  </a:cubicBezTo>
                  <a:cubicBezTo>
                    <a:pt x="134847" y="272538"/>
                    <a:pt x="121377" y="283227"/>
                    <a:pt x="105970" y="285169"/>
                  </a:cubicBezTo>
                  <a:cubicBezTo>
                    <a:pt x="66483" y="294887"/>
                    <a:pt x="37588" y="288085"/>
                    <a:pt x="38547" y="249216"/>
                  </a:cubicBezTo>
                  <a:cubicBezTo>
                    <a:pt x="16405" y="226865"/>
                    <a:pt x="7733" y="208403"/>
                    <a:pt x="29875" y="200629"/>
                  </a:cubicBezTo>
                  <a:cubicBezTo>
                    <a:pt x="39506" y="213261"/>
                    <a:pt x="65505" y="212290"/>
                    <a:pt x="99216" y="206459"/>
                  </a:cubicBezTo>
                  <a:cubicBezTo>
                    <a:pt x="110786" y="188969"/>
                    <a:pt x="121377" y="172449"/>
                    <a:pt x="132928" y="155928"/>
                  </a:cubicBezTo>
                  <a:cubicBezTo>
                    <a:pt x="122337" y="154958"/>
                    <a:pt x="100176" y="152043"/>
                    <a:pt x="93441" y="171478"/>
                  </a:cubicBezTo>
                  <a:cubicBezTo>
                    <a:pt x="86707" y="192856"/>
                    <a:pt x="71299" y="187025"/>
                    <a:pt x="63586" y="184110"/>
                  </a:cubicBezTo>
                  <a:cubicBezTo>
                    <a:pt x="48179" y="147183"/>
                    <a:pt x="119439" y="146212"/>
                    <a:pt x="138703" y="125805"/>
                  </a:cubicBezTo>
                  <a:cubicBezTo>
                    <a:pt x="125215" y="111230"/>
                    <a:pt x="95360" y="120947"/>
                    <a:pt x="52035" y="138438"/>
                  </a:cubicBezTo>
                  <a:cubicBezTo>
                    <a:pt x="50098" y="138438"/>
                    <a:pt x="37588" y="140381"/>
                    <a:pt x="36628" y="143298"/>
                  </a:cubicBezTo>
                  <a:cubicBezTo>
                    <a:pt x="33731" y="165647"/>
                    <a:pt x="-940" y="177307"/>
                    <a:pt x="20" y="152043"/>
                  </a:cubicBezTo>
                  <a:close/>
                  <a:moveTo>
                    <a:pt x="56851" y="235610"/>
                  </a:moveTo>
                  <a:cubicBezTo>
                    <a:pt x="52035" y="242414"/>
                    <a:pt x="54914" y="248243"/>
                    <a:pt x="67443" y="257961"/>
                  </a:cubicBezTo>
                  <a:cubicBezTo>
                    <a:pt x="71299" y="260876"/>
                    <a:pt x="83809" y="258932"/>
                    <a:pt x="99216" y="257961"/>
                  </a:cubicBezTo>
                  <a:cubicBezTo>
                    <a:pt x="103073" y="250187"/>
                    <a:pt x="105970" y="247272"/>
                    <a:pt x="108848" y="239498"/>
                  </a:cubicBezTo>
                  <a:cubicBezTo>
                    <a:pt x="91522" y="237554"/>
                    <a:pt x="74177" y="236583"/>
                    <a:pt x="56851" y="235610"/>
                  </a:cubicBezTo>
                  <a:close/>
                </a:path>
              </a:pathLst>
            </a:custGeom>
            <a:solidFill>
              <a:srgbClr val="000000"/>
            </a:solidFill>
            <a:ln w="1918" cap="flat">
              <a:noFill/>
              <a:prstDash val="solid"/>
              <a:miter/>
            </a:ln>
          </p:spPr>
          <p:txBody>
            <a:bodyPr rtlCol="0" anchor="ctr"/>
            <a:lstStyle/>
            <a:p>
              <a:endParaRPr lang="zh-CN" altLang="en-US"/>
            </a:p>
          </p:txBody>
        </p:sp>
        <p:sp>
          <p:nvSpPr>
            <p:cNvPr id="32" name="任意多边形: 形状 31"/>
            <p:cNvSpPr/>
            <p:nvPr/>
          </p:nvSpPr>
          <p:spPr>
            <a:xfrm>
              <a:off x="5356677" y="490274"/>
              <a:ext cx="175687" cy="268618"/>
            </a:xfrm>
            <a:custGeom>
              <a:avLst/>
              <a:gdLst>
                <a:gd name="connsiteX0" fmla="*/ 11638 w 175687"/>
                <a:gd name="connsiteY0" fmla="*/ 109758 h 268618"/>
                <a:gd name="connsiteX1" fmla="*/ 4923 w 175687"/>
                <a:gd name="connsiteY1" fmla="*/ 130940 h 268618"/>
                <a:gd name="connsiteX2" fmla="*/ 126 w 175687"/>
                <a:gd name="connsiteY2" fmla="*/ 151158 h 268618"/>
                <a:gd name="connsiteX3" fmla="*/ 55768 w 175687"/>
                <a:gd name="connsiteY3" fmla="*/ 216628 h 268618"/>
                <a:gd name="connsiteX4" fmla="*/ 63443 w 175687"/>
                <a:gd name="connsiteY4" fmla="*/ 245512 h 268618"/>
                <a:gd name="connsiteX5" fmla="*/ 97980 w 175687"/>
                <a:gd name="connsiteY5" fmla="*/ 268619 h 268618"/>
                <a:gd name="connsiteX6" fmla="*/ 159378 w 175687"/>
                <a:gd name="connsiteY6" fmla="*/ 262842 h 268618"/>
                <a:gd name="connsiteX7" fmla="*/ 175687 w 175687"/>
                <a:gd name="connsiteY7" fmla="*/ 250326 h 268618"/>
                <a:gd name="connsiteX8" fmla="*/ 173769 w 175687"/>
                <a:gd name="connsiteY8" fmla="*/ 227219 h 268618"/>
                <a:gd name="connsiteX9" fmla="*/ 128679 w 175687"/>
                <a:gd name="connsiteY9" fmla="*/ 228182 h 268618"/>
                <a:gd name="connsiteX10" fmla="*/ 85508 w 175687"/>
                <a:gd name="connsiteY10" fmla="*/ 218554 h 268618"/>
                <a:gd name="connsiteX11" fmla="*/ 136354 w 175687"/>
                <a:gd name="connsiteY11" fmla="*/ 194484 h 268618"/>
                <a:gd name="connsiteX12" fmla="*/ 139232 w 175687"/>
                <a:gd name="connsiteY12" fmla="*/ 153084 h 268618"/>
                <a:gd name="connsiteX13" fmla="*/ 173769 w 175687"/>
                <a:gd name="connsiteY13" fmla="*/ 108796 h 268618"/>
                <a:gd name="connsiteX14" fmla="*/ 120045 w 175687"/>
                <a:gd name="connsiteY14" fmla="*/ 60656 h 268618"/>
                <a:gd name="connsiteX15" fmla="*/ 78793 w 175687"/>
                <a:gd name="connsiteY15" fmla="*/ 0 h 268618"/>
                <a:gd name="connsiteX16" fmla="*/ 83590 w 175687"/>
                <a:gd name="connsiteY16" fmla="*/ 57768 h 268618"/>
                <a:gd name="connsiteX17" fmla="*/ 38500 w 175687"/>
                <a:gd name="connsiteY17" fmla="*/ 119386 h 268618"/>
                <a:gd name="connsiteX18" fmla="*/ 43297 w 175687"/>
                <a:gd name="connsiteY18" fmla="*/ 175228 h 268618"/>
                <a:gd name="connsiteX19" fmla="*/ 11638 w 175687"/>
                <a:gd name="connsiteY19" fmla="*/ 109758 h 268618"/>
                <a:gd name="connsiteX20" fmla="*/ 106614 w 175687"/>
                <a:gd name="connsiteY20" fmla="*/ 86651 h 268618"/>
                <a:gd name="connsiteX21" fmla="*/ 125801 w 175687"/>
                <a:gd name="connsiteY21" fmla="*/ 85687 h 268618"/>
                <a:gd name="connsiteX22" fmla="*/ 140191 w 175687"/>
                <a:gd name="connsiteY22" fmla="*/ 109758 h 268618"/>
                <a:gd name="connsiteX23" fmla="*/ 122923 w 175687"/>
                <a:gd name="connsiteY23" fmla="*/ 135754 h 268618"/>
                <a:gd name="connsiteX24" fmla="*/ 102777 w 175687"/>
                <a:gd name="connsiteY24" fmla="*/ 136715 h 268618"/>
                <a:gd name="connsiteX25" fmla="*/ 99899 w 175687"/>
                <a:gd name="connsiteY25" fmla="*/ 112647 h 268618"/>
                <a:gd name="connsiteX26" fmla="*/ 106614 w 175687"/>
                <a:gd name="connsiteY26" fmla="*/ 86651 h 268618"/>
                <a:gd name="connsiteX27" fmla="*/ 84549 w 175687"/>
                <a:gd name="connsiteY27" fmla="*/ 155010 h 268618"/>
                <a:gd name="connsiteX28" fmla="*/ 101817 w 175687"/>
                <a:gd name="connsiteY28" fmla="*/ 152121 h 268618"/>
                <a:gd name="connsiteX29" fmla="*/ 99899 w 175687"/>
                <a:gd name="connsiteY29" fmla="*/ 160786 h 268618"/>
                <a:gd name="connsiteX30" fmla="*/ 90305 w 175687"/>
                <a:gd name="connsiteY30" fmla="*/ 161749 h 268618"/>
                <a:gd name="connsiteX31" fmla="*/ 84549 w 175687"/>
                <a:gd name="connsiteY31" fmla="*/ 155010 h 268618"/>
                <a:gd name="connsiteX32" fmla="*/ 90305 w 175687"/>
                <a:gd name="connsiteY32" fmla="*/ 174265 h 268618"/>
                <a:gd name="connsiteX33" fmla="*/ 106614 w 175687"/>
                <a:gd name="connsiteY33" fmla="*/ 171377 h 268618"/>
                <a:gd name="connsiteX34" fmla="*/ 113330 w 175687"/>
                <a:gd name="connsiteY34" fmla="*/ 177154 h 268618"/>
                <a:gd name="connsiteX35" fmla="*/ 97980 w 175687"/>
                <a:gd name="connsiteY35" fmla="*/ 179079 h 268618"/>
                <a:gd name="connsiteX36" fmla="*/ 90305 w 175687"/>
                <a:gd name="connsiteY36" fmla="*/ 174265 h 268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5687" h="268618">
                  <a:moveTo>
                    <a:pt x="11638" y="109758"/>
                  </a:moveTo>
                  <a:cubicBezTo>
                    <a:pt x="5882" y="110721"/>
                    <a:pt x="6842" y="119386"/>
                    <a:pt x="4923" y="130940"/>
                  </a:cubicBezTo>
                  <a:cubicBezTo>
                    <a:pt x="3964" y="136715"/>
                    <a:pt x="-833" y="144419"/>
                    <a:pt x="126" y="151158"/>
                  </a:cubicBezTo>
                  <a:cubicBezTo>
                    <a:pt x="126" y="197371"/>
                    <a:pt x="19313" y="206038"/>
                    <a:pt x="55768" y="216628"/>
                  </a:cubicBezTo>
                  <a:cubicBezTo>
                    <a:pt x="58647" y="226256"/>
                    <a:pt x="61525" y="235884"/>
                    <a:pt x="63443" y="245512"/>
                  </a:cubicBezTo>
                  <a:cubicBezTo>
                    <a:pt x="73037" y="257064"/>
                    <a:pt x="85508" y="263805"/>
                    <a:pt x="97980" y="268619"/>
                  </a:cubicBezTo>
                  <a:cubicBezTo>
                    <a:pt x="120045" y="262842"/>
                    <a:pt x="140191" y="259954"/>
                    <a:pt x="159378" y="262842"/>
                  </a:cubicBezTo>
                  <a:cubicBezTo>
                    <a:pt x="165134" y="258991"/>
                    <a:pt x="169931" y="254177"/>
                    <a:pt x="175687" y="250326"/>
                  </a:cubicBezTo>
                  <a:cubicBezTo>
                    <a:pt x="173769" y="244549"/>
                    <a:pt x="171850" y="232996"/>
                    <a:pt x="173769" y="227219"/>
                  </a:cubicBezTo>
                  <a:cubicBezTo>
                    <a:pt x="150744" y="226256"/>
                    <a:pt x="140191" y="228182"/>
                    <a:pt x="128679" y="228182"/>
                  </a:cubicBezTo>
                  <a:cubicBezTo>
                    <a:pt x="102777" y="241661"/>
                    <a:pt x="86468" y="235884"/>
                    <a:pt x="85508" y="218554"/>
                  </a:cubicBezTo>
                  <a:cubicBezTo>
                    <a:pt x="101817" y="217591"/>
                    <a:pt x="113330" y="215664"/>
                    <a:pt x="136354" y="194484"/>
                  </a:cubicBezTo>
                  <a:cubicBezTo>
                    <a:pt x="131557" y="181005"/>
                    <a:pt x="131557" y="166563"/>
                    <a:pt x="139232" y="153084"/>
                  </a:cubicBezTo>
                  <a:cubicBezTo>
                    <a:pt x="150744" y="138642"/>
                    <a:pt x="162256" y="123237"/>
                    <a:pt x="173769" y="108796"/>
                  </a:cubicBezTo>
                  <a:cubicBezTo>
                    <a:pt x="159378" y="88577"/>
                    <a:pt x="140191" y="75098"/>
                    <a:pt x="120045" y="60656"/>
                  </a:cubicBezTo>
                  <a:cubicBezTo>
                    <a:pt x="121964" y="25033"/>
                    <a:pt x="104695" y="4814"/>
                    <a:pt x="78793" y="0"/>
                  </a:cubicBezTo>
                  <a:cubicBezTo>
                    <a:pt x="85508" y="23107"/>
                    <a:pt x="92224" y="43326"/>
                    <a:pt x="83590" y="57768"/>
                  </a:cubicBezTo>
                  <a:cubicBezTo>
                    <a:pt x="62484" y="75098"/>
                    <a:pt x="47134" y="96279"/>
                    <a:pt x="38500" y="119386"/>
                  </a:cubicBezTo>
                  <a:cubicBezTo>
                    <a:pt x="50972" y="136715"/>
                    <a:pt x="60565" y="155010"/>
                    <a:pt x="43297" y="175228"/>
                  </a:cubicBezTo>
                  <a:cubicBezTo>
                    <a:pt x="23151" y="155010"/>
                    <a:pt x="18354" y="115535"/>
                    <a:pt x="11638" y="109758"/>
                  </a:cubicBezTo>
                  <a:close/>
                  <a:moveTo>
                    <a:pt x="106614" y="86651"/>
                  </a:moveTo>
                  <a:cubicBezTo>
                    <a:pt x="113330" y="87614"/>
                    <a:pt x="119086" y="83763"/>
                    <a:pt x="125801" y="85687"/>
                  </a:cubicBezTo>
                  <a:cubicBezTo>
                    <a:pt x="142110" y="91465"/>
                    <a:pt x="147866" y="103019"/>
                    <a:pt x="140191" y="109758"/>
                  </a:cubicBezTo>
                  <a:cubicBezTo>
                    <a:pt x="134435" y="118423"/>
                    <a:pt x="128679" y="127089"/>
                    <a:pt x="122923" y="135754"/>
                  </a:cubicBezTo>
                  <a:cubicBezTo>
                    <a:pt x="116208" y="139605"/>
                    <a:pt x="109492" y="139605"/>
                    <a:pt x="102777" y="136715"/>
                  </a:cubicBezTo>
                  <a:cubicBezTo>
                    <a:pt x="101817" y="129014"/>
                    <a:pt x="100858" y="120349"/>
                    <a:pt x="99899" y="112647"/>
                  </a:cubicBezTo>
                  <a:cubicBezTo>
                    <a:pt x="97021" y="100130"/>
                    <a:pt x="99899" y="92428"/>
                    <a:pt x="106614" y="86651"/>
                  </a:cubicBezTo>
                  <a:close/>
                  <a:moveTo>
                    <a:pt x="84549" y="155010"/>
                  </a:moveTo>
                  <a:cubicBezTo>
                    <a:pt x="88386" y="153084"/>
                    <a:pt x="97021" y="154047"/>
                    <a:pt x="101817" y="152121"/>
                  </a:cubicBezTo>
                  <a:cubicBezTo>
                    <a:pt x="102777" y="155972"/>
                    <a:pt x="98939" y="156935"/>
                    <a:pt x="99899" y="160786"/>
                  </a:cubicBezTo>
                  <a:cubicBezTo>
                    <a:pt x="96061" y="160786"/>
                    <a:pt x="93183" y="161749"/>
                    <a:pt x="90305" y="161749"/>
                  </a:cubicBezTo>
                  <a:cubicBezTo>
                    <a:pt x="88386" y="159822"/>
                    <a:pt x="86468" y="157898"/>
                    <a:pt x="84549" y="155010"/>
                  </a:cubicBezTo>
                  <a:close/>
                  <a:moveTo>
                    <a:pt x="90305" y="174265"/>
                  </a:moveTo>
                  <a:cubicBezTo>
                    <a:pt x="96061" y="173303"/>
                    <a:pt x="100858" y="172340"/>
                    <a:pt x="106614" y="171377"/>
                  </a:cubicBezTo>
                  <a:cubicBezTo>
                    <a:pt x="108533" y="173303"/>
                    <a:pt x="111411" y="175228"/>
                    <a:pt x="113330" y="177154"/>
                  </a:cubicBezTo>
                  <a:cubicBezTo>
                    <a:pt x="108533" y="178117"/>
                    <a:pt x="102777" y="178117"/>
                    <a:pt x="97980" y="179079"/>
                  </a:cubicBezTo>
                  <a:cubicBezTo>
                    <a:pt x="95102" y="178117"/>
                    <a:pt x="93183" y="176191"/>
                    <a:pt x="90305" y="174265"/>
                  </a:cubicBezTo>
                  <a:close/>
                </a:path>
              </a:pathLst>
            </a:custGeom>
            <a:solidFill>
              <a:srgbClr val="000000"/>
            </a:solidFill>
            <a:ln w="1918" cap="flat">
              <a:noFill/>
              <a:prstDash val="solid"/>
              <a:miter/>
            </a:ln>
          </p:spPr>
          <p:txBody>
            <a:bodyPr rtlCol="0" anchor="ctr"/>
            <a:lstStyle/>
            <a:p>
              <a:endParaRPr lang="zh-CN" altLang="en-US"/>
            </a:p>
          </p:txBody>
        </p:sp>
        <p:sp>
          <p:nvSpPr>
            <p:cNvPr id="33" name="任意多边形: 形状 32"/>
            <p:cNvSpPr/>
            <p:nvPr/>
          </p:nvSpPr>
          <p:spPr>
            <a:xfrm>
              <a:off x="5656134" y="515511"/>
              <a:ext cx="175106" cy="219292"/>
            </a:xfrm>
            <a:custGeom>
              <a:avLst/>
              <a:gdLst>
                <a:gd name="connsiteX0" fmla="*/ 44368 w 175106"/>
                <a:gd name="connsiteY0" fmla="*/ 19949 h 219292"/>
                <a:gd name="connsiteX1" fmla="*/ 62694 w 175106"/>
                <a:gd name="connsiteY1" fmla="*/ 11276 h 219292"/>
                <a:gd name="connsiteX2" fmla="*/ 85841 w 175106"/>
                <a:gd name="connsiteY2" fmla="*/ 679 h 219292"/>
                <a:gd name="connsiteX3" fmla="*/ 112847 w 175106"/>
                <a:gd name="connsiteY3" fmla="*/ 13205 h 219292"/>
                <a:gd name="connsiteX4" fmla="*/ 116705 w 175106"/>
                <a:gd name="connsiteY4" fmla="*/ 30548 h 219292"/>
                <a:gd name="connsiteX5" fmla="*/ 83913 w 175106"/>
                <a:gd name="connsiteY5" fmla="*/ 106665 h 219292"/>
                <a:gd name="connsiteX6" fmla="*/ 134066 w 175106"/>
                <a:gd name="connsiteY6" fmla="*/ 118227 h 219292"/>
                <a:gd name="connsiteX7" fmla="*/ 171680 w 175106"/>
                <a:gd name="connsiteY7" fmla="*/ 128824 h 219292"/>
                <a:gd name="connsiteX8" fmla="*/ 168786 w 175106"/>
                <a:gd name="connsiteY8" fmla="*/ 149059 h 219292"/>
                <a:gd name="connsiteX9" fmla="*/ 134066 w 175106"/>
                <a:gd name="connsiteY9" fmla="*/ 150022 h 219292"/>
                <a:gd name="connsiteX10" fmla="*/ 104167 w 175106"/>
                <a:gd name="connsiteY10" fmla="*/ 218431 h 219292"/>
                <a:gd name="connsiteX11" fmla="*/ 53049 w 175106"/>
                <a:gd name="connsiteY11" fmla="*/ 216503 h 219292"/>
                <a:gd name="connsiteX12" fmla="*/ 19291 w 175106"/>
                <a:gd name="connsiteY12" fmla="*/ 212650 h 219292"/>
                <a:gd name="connsiteX13" fmla="*/ 9647 w 175106"/>
                <a:gd name="connsiteY13" fmla="*/ 160621 h 219292"/>
                <a:gd name="connsiteX14" fmla="*/ 1930 w 175106"/>
                <a:gd name="connsiteY14" fmla="*/ 133642 h 219292"/>
                <a:gd name="connsiteX15" fmla="*/ 58835 w 175106"/>
                <a:gd name="connsiteY15" fmla="*/ 128824 h 219292"/>
                <a:gd name="connsiteX16" fmla="*/ 52083 w 175106"/>
                <a:gd name="connsiteY16" fmla="*/ 113409 h 219292"/>
                <a:gd name="connsiteX17" fmla="*/ 77161 w 175106"/>
                <a:gd name="connsiteY17" fmla="*/ 61380 h 219292"/>
                <a:gd name="connsiteX18" fmla="*/ 70409 w 175106"/>
                <a:gd name="connsiteY18" fmla="*/ 38255 h 219292"/>
                <a:gd name="connsiteX19" fmla="*/ 44368 w 175106"/>
                <a:gd name="connsiteY19" fmla="*/ 19949 h 219292"/>
                <a:gd name="connsiteX20" fmla="*/ 27008 w 175106"/>
                <a:gd name="connsiteY20" fmla="*/ 156766 h 219292"/>
                <a:gd name="connsiteX21" fmla="*/ 82948 w 175106"/>
                <a:gd name="connsiteY21" fmla="*/ 188563 h 219292"/>
                <a:gd name="connsiteX22" fmla="*/ 90663 w 175106"/>
                <a:gd name="connsiteY22" fmla="*/ 153877 h 219292"/>
                <a:gd name="connsiteX23" fmla="*/ 27008 w 175106"/>
                <a:gd name="connsiteY23" fmla="*/ 156766 h 219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5106" h="219292">
                  <a:moveTo>
                    <a:pt x="44368" y="19949"/>
                  </a:moveTo>
                  <a:cubicBezTo>
                    <a:pt x="49190" y="16094"/>
                    <a:pt x="55942" y="15131"/>
                    <a:pt x="62694" y="11276"/>
                  </a:cubicBezTo>
                  <a:cubicBezTo>
                    <a:pt x="69446" y="8387"/>
                    <a:pt x="78126" y="2606"/>
                    <a:pt x="85841" y="679"/>
                  </a:cubicBezTo>
                  <a:cubicBezTo>
                    <a:pt x="97415" y="-2212"/>
                    <a:pt x="107060" y="4532"/>
                    <a:pt x="112847" y="13205"/>
                  </a:cubicBezTo>
                  <a:cubicBezTo>
                    <a:pt x="115740" y="18021"/>
                    <a:pt x="115740" y="24767"/>
                    <a:pt x="116705" y="30548"/>
                  </a:cubicBezTo>
                  <a:cubicBezTo>
                    <a:pt x="111882" y="58488"/>
                    <a:pt x="98380" y="82576"/>
                    <a:pt x="83913" y="106665"/>
                  </a:cubicBezTo>
                  <a:cubicBezTo>
                    <a:pt x="96450" y="117262"/>
                    <a:pt x="117668" y="114372"/>
                    <a:pt x="134066" y="118227"/>
                  </a:cubicBezTo>
                  <a:cubicBezTo>
                    <a:pt x="139852" y="119190"/>
                    <a:pt x="161071" y="120153"/>
                    <a:pt x="171680" y="128824"/>
                  </a:cubicBezTo>
                  <a:cubicBezTo>
                    <a:pt x="177467" y="133642"/>
                    <a:pt x="175538" y="140386"/>
                    <a:pt x="168786" y="149059"/>
                  </a:cubicBezTo>
                  <a:cubicBezTo>
                    <a:pt x="164928" y="153877"/>
                    <a:pt x="139852" y="147132"/>
                    <a:pt x="134066" y="150022"/>
                  </a:cubicBezTo>
                  <a:cubicBezTo>
                    <a:pt x="126349" y="172183"/>
                    <a:pt x="126349" y="190489"/>
                    <a:pt x="104167" y="218431"/>
                  </a:cubicBezTo>
                  <a:cubicBezTo>
                    <a:pt x="89700" y="219395"/>
                    <a:pt x="70409" y="220358"/>
                    <a:pt x="53049" y="216503"/>
                  </a:cubicBezTo>
                  <a:cubicBezTo>
                    <a:pt x="41475" y="213614"/>
                    <a:pt x="28936" y="214577"/>
                    <a:pt x="19291" y="212650"/>
                  </a:cubicBezTo>
                  <a:cubicBezTo>
                    <a:pt x="24115" y="193379"/>
                    <a:pt x="21221" y="176036"/>
                    <a:pt x="9647" y="160621"/>
                  </a:cubicBezTo>
                  <a:cubicBezTo>
                    <a:pt x="1930" y="155803"/>
                    <a:pt x="-2891" y="148096"/>
                    <a:pt x="1930" y="133642"/>
                  </a:cubicBezTo>
                  <a:cubicBezTo>
                    <a:pt x="11576" y="122080"/>
                    <a:pt x="36653" y="126898"/>
                    <a:pt x="58835" y="128824"/>
                  </a:cubicBezTo>
                  <a:cubicBezTo>
                    <a:pt x="56907" y="124008"/>
                    <a:pt x="54014" y="118227"/>
                    <a:pt x="52083" y="113409"/>
                  </a:cubicBezTo>
                  <a:cubicBezTo>
                    <a:pt x="56907" y="96066"/>
                    <a:pt x="65587" y="82576"/>
                    <a:pt x="77161" y="61380"/>
                  </a:cubicBezTo>
                  <a:cubicBezTo>
                    <a:pt x="67516" y="57525"/>
                    <a:pt x="63659" y="45000"/>
                    <a:pt x="70409" y="38255"/>
                  </a:cubicBezTo>
                  <a:cubicBezTo>
                    <a:pt x="75232" y="32474"/>
                    <a:pt x="54977" y="32474"/>
                    <a:pt x="44368" y="19949"/>
                  </a:cubicBezTo>
                  <a:close/>
                  <a:moveTo>
                    <a:pt x="27008" y="156766"/>
                  </a:moveTo>
                  <a:cubicBezTo>
                    <a:pt x="29901" y="177964"/>
                    <a:pt x="49190" y="188563"/>
                    <a:pt x="82948" y="188563"/>
                  </a:cubicBezTo>
                  <a:cubicBezTo>
                    <a:pt x="93556" y="179890"/>
                    <a:pt x="95486" y="168328"/>
                    <a:pt x="90663" y="153877"/>
                  </a:cubicBezTo>
                  <a:cubicBezTo>
                    <a:pt x="69446" y="150022"/>
                    <a:pt x="54014" y="153877"/>
                    <a:pt x="27008" y="156766"/>
                  </a:cubicBezTo>
                  <a:close/>
                </a:path>
              </a:pathLst>
            </a:custGeom>
            <a:solidFill>
              <a:srgbClr val="000000"/>
            </a:solidFill>
            <a:ln w="1918" cap="flat">
              <a:noFill/>
              <a:prstDash val="solid"/>
              <a:miter/>
            </a:ln>
          </p:spPr>
          <p:txBody>
            <a:bodyPr rtlCol="0" anchor="ctr"/>
            <a:lstStyle/>
            <a:p>
              <a:endParaRPr lang="zh-CN" altLang="en-US"/>
            </a:p>
          </p:txBody>
        </p:sp>
        <p:sp>
          <p:nvSpPr>
            <p:cNvPr id="34" name="任意多边形: 形状 33"/>
            <p:cNvSpPr/>
            <p:nvPr/>
          </p:nvSpPr>
          <p:spPr>
            <a:xfrm>
              <a:off x="5923247" y="486009"/>
              <a:ext cx="253642" cy="311258"/>
            </a:xfrm>
            <a:custGeom>
              <a:avLst/>
              <a:gdLst>
                <a:gd name="connsiteX0" fmla="*/ 197462 w 253642"/>
                <a:gd name="connsiteY0" fmla="*/ 1451 h 311258"/>
                <a:gd name="connsiteX1" fmla="*/ 189703 w 253642"/>
                <a:gd name="connsiteY1" fmla="*/ 64184 h 311258"/>
                <a:gd name="connsiteX2" fmla="*/ 149938 w 253642"/>
                <a:gd name="connsiteY2" fmla="*/ 63219 h 311258"/>
                <a:gd name="connsiteX3" fmla="*/ 146058 w 253642"/>
                <a:gd name="connsiteY3" fmla="*/ 88312 h 311258"/>
                <a:gd name="connsiteX4" fmla="*/ 141210 w 253642"/>
                <a:gd name="connsiteY4" fmla="*/ 125953 h 311258"/>
                <a:gd name="connsiteX5" fmla="*/ 156728 w 253642"/>
                <a:gd name="connsiteY5" fmla="*/ 130779 h 311258"/>
                <a:gd name="connsiteX6" fmla="*/ 129571 w 253642"/>
                <a:gd name="connsiteY6" fmla="*/ 170348 h 311258"/>
                <a:gd name="connsiteX7" fmla="*/ 144118 w 253642"/>
                <a:gd name="connsiteY7" fmla="*/ 182895 h 311258"/>
                <a:gd name="connsiteX8" fmla="*/ 180975 w 253642"/>
                <a:gd name="connsiteY8" fmla="*/ 180965 h 311258"/>
                <a:gd name="connsiteX9" fmla="*/ 195522 w 253642"/>
                <a:gd name="connsiteY9" fmla="*/ 311258 h 311258"/>
                <a:gd name="connsiteX10" fmla="*/ 237229 w 253642"/>
                <a:gd name="connsiteY10" fmla="*/ 146221 h 311258"/>
                <a:gd name="connsiteX11" fmla="*/ 230439 w 253642"/>
                <a:gd name="connsiteY11" fmla="*/ 97963 h 311258"/>
                <a:gd name="connsiteX12" fmla="*/ 197462 w 253642"/>
                <a:gd name="connsiteY12" fmla="*/ 1451 h 311258"/>
                <a:gd name="connsiteX13" fmla="*/ 103382 w 253642"/>
                <a:gd name="connsiteY13" fmla="*/ 5311 h 311258"/>
                <a:gd name="connsiteX14" fmla="*/ 105322 w 253642"/>
                <a:gd name="connsiteY14" fmla="*/ 36196 h 311258"/>
                <a:gd name="connsiteX15" fmla="*/ 81076 w 253642"/>
                <a:gd name="connsiteY15" fmla="*/ 84452 h 311258"/>
                <a:gd name="connsiteX16" fmla="*/ 83986 w 253642"/>
                <a:gd name="connsiteY16" fmla="*/ 107614 h 311258"/>
                <a:gd name="connsiteX17" fmla="*/ 80107 w 253642"/>
                <a:gd name="connsiteY17" fmla="*/ 137535 h 311258"/>
                <a:gd name="connsiteX18" fmla="*/ 118901 w 253642"/>
                <a:gd name="connsiteY18" fmla="*/ 103754 h 311258"/>
                <a:gd name="connsiteX19" fmla="*/ 131511 w 253642"/>
                <a:gd name="connsiteY19" fmla="*/ 93138 h 311258"/>
                <a:gd name="connsiteX20" fmla="*/ 131511 w 253642"/>
                <a:gd name="connsiteY20" fmla="*/ 108580 h 311258"/>
                <a:gd name="connsiteX21" fmla="*/ 83986 w 253642"/>
                <a:gd name="connsiteY21" fmla="*/ 177104 h 311258"/>
                <a:gd name="connsiteX22" fmla="*/ 82046 w 253642"/>
                <a:gd name="connsiteY22" fmla="*/ 255280 h 311258"/>
                <a:gd name="connsiteX23" fmla="*/ 52949 w 253642"/>
                <a:gd name="connsiteY23" fmla="*/ 228257 h 311258"/>
                <a:gd name="connsiteX24" fmla="*/ 71376 w 253642"/>
                <a:gd name="connsiteY24" fmla="*/ 229222 h 311258"/>
                <a:gd name="connsiteX25" fmla="*/ 71376 w 253642"/>
                <a:gd name="connsiteY25" fmla="*/ 196408 h 311258"/>
                <a:gd name="connsiteX26" fmla="*/ 20942 w 253642"/>
                <a:gd name="connsiteY26" fmla="*/ 221501 h 311258"/>
                <a:gd name="connsiteX27" fmla="*/ 6394 w 253642"/>
                <a:gd name="connsiteY27" fmla="*/ 200269 h 311258"/>
                <a:gd name="connsiteX28" fmla="*/ 39371 w 253642"/>
                <a:gd name="connsiteY28" fmla="*/ 135604 h 311258"/>
                <a:gd name="connsiteX29" fmla="*/ 5423 w 253642"/>
                <a:gd name="connsiteY29" fmla="*/ 149116 h 311258"/>
                <a:gd name="connsiteX30" fmla="*/ 6394 w 253642"/>
                <a:gd name="connsiteY30" fmla="*/ 127884 h 311258"/>
                <a:gd name="connsiteX31" fmla="*/ 60709 w 253642"/>
                <a:gd name="connsiteY31" fmla="*/ 89277 h 311258"/>
                <a:gd name="connsiteX32" fmla="*/ 103382 w 253642"/>
                <a:gd name="connsiteY32" fmla="*/ 5311 h 311258"/>
                <a:gd name="connsiteX33" fmla="*/ 57798 w 253642"/>
                <a:gd name="connsiteY33" fmla="*/ 157802 h 311258"/>
                <a:gd name="connsiteX34" fmla="*/ 48099 w 253642"/>
                <a:gd name="connsiteY34" fmla="*/ 164558 h 311258"/>
                <a:gd name="connsiteX35" fmla="*/ 57798 w 253642"/>
                <a:gd name="connsiteY35" fmla="*/ 171313 h 311258"/>
                <a:gd name="connsiteX36" fmla="*/ 66528 w 253642"/>
                <a:gd name="connsiteY36" fmla="*/ 164558 h 311258"/>
                <a:gd name="connsiteX37" fmla="*/ 57798 w 253642"/>
                <a:gd name="connsiteY37" fmla="*/ 157802 h 311258"/>
                <a:gd name="connsiteX38" fmla="*/ 161577 w 253642"/>
                <a:gd name="connsiteY38" fmla="*/ 105684 h 311258"/>
                <a:gd name="connsiteX39" fmla="*/ 178064 w 253642"/>
                <a:gd name="connsiteY39" fmla="*/ 93138 h 311258"/>
                <a:gd name="connsiteX40" fmla="*/ 188734 w 253642"/>
                <a:gd name="connsiteY40" fmla="*/ 111475 h 311258"/>
                <a:gd name="connsiteX41" fmla="*/ 161577 w 253642"/>
                <a:gd name="connsiteY41" fmla="*/ 105684 h 311258"/>
                <a:gd name="connsiteX42" fmla="*/ 161577 w 253642"/>
                <a:gd name="connsiteY42" fmla="*/ 154907 h 311258"/>
                <a:gd name="connsiteX43" fmla="*/ 177095 w 253642"/>
                <a:gd name="connsiteY43" fmla="*/ 135604 h 311258"/>
                <a:gd name="connsiteX44" fmla="*/ 185823 w 253642"/>
                <a:gd name="connsiteY44" fmla="*/ 148151 h 311258"/>
                <a:gd name="connsiteX45" fmla="*/ 161577 w 253642"/>
                <a:gd name="connsiteY45" fmla="*/ 154907 h 311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3642" h="311258">
                  <a:moveTo>
                    <a:pt x="197462" y="1451"/>
                  </a:moveTo>
                  <a:cubicBezTo>
                    <a:pt x="197462" y="20753"/>
                    <a:pt x="192613" y="44882"/>
                    <a:pt x="189703" y="64184"/>
                  </a:cubicBezTo>
                  <a:cubicBezTo>
                    <a:pt x="176124" y="66115"/>
                    <a:pt x="164487" y="61289"/>
                    <a:pt x="149938" y="63219"/>
                  </a:cubicBezTo>
                  <a:cubicBezTo>
                    <a:pt x="145089" y="72870"/>
                    <a:pt x="146058" y="78661"/>
                    <a:pt x="146058" y="88312"/>
                  </a:cubicBezTo>
                  <a:cubicBezTo>
                    <a:pt x="145089" y="100859"/>
                    <a:pt x="133450" y="115337"/>
                    <a:pt x="141210" y="125953"/>
                  </a:cubicBezTo>
                  <a:cubicBezTo>
                    <a:pt x="145089" y="128849"/>
                    <a:pt x="152848" y="128849"/>
                    <a:pt x="156728" y="130779"/>
                  </a:cubicBezTo>
                  <a:cubicBezTo>
                    <a:pt x="138299" y="148151"/>
                    <a:pt x="126660" y="152976"/>
                    <a:pt x="129571" y="170348"/>
                  </a:cubicBezTo>
                  <a:cubicBezTo>
                    <a:pt x="127631" y="180965"/>
                    <a:pt x="134419" y="185790"/>
                    <a:pt x="144118" y="182895"/>
                  </a:cubicBezTo>
                  <a:cubicBezTo>
                    <a:pt x="156728" y="183860"/>
                    <a:pt x="168367" y="179999"/>
                    <a:pt x="180975" y="180965"/>
                  </a:cubicBezTo>
                  <a:cubicBezTo>
                    <a:pt x="165456" y="233082"/>
                    <a:pt x="189703" y="269757"/>
                    <a:pt x="195522" y="311258"/>
                  </a:cubicBezTo>
                  <a:cubicBezTo>
                    <a:pt x="211041" y="252385"/>
                    <a:pt x="220740" y="204129"/>
                    <a:pt x="237229" y="146221"/>
                  </a:cubicBezTo>
                  <a:cubicBezTo>
                    <a:pt x="261476" y="135604"/>
                    <a:pt x="258567" y="107614"/>
                    <a:pt x="230439" y="97963"/>
                  </a:cubicBezTo>
                  <a:cubicBezTo>
                    <a:pt x="228499" y="40057"/>
                    <a:pt x="220740" y="-9166"/>
                    <a:pt x="197462" y="1451"/>
                  </a:cubicBezTo>
                  <a:close/>
                  <a:moveTo>
                    <a:pt x="103382" y="5311"/>
                  </a:moveTo>
                  <a:cubicBezTo>
                    <a:pt x="130540" y="-5305"/>
                    <a:pt x="120841" y="13997"/>
                    <a:pt x="105322" y="36196"/>
                  </a:cubicBezTo>
                  <a:cubicBezTo>
                    <a:pt x="92714" y="49708"/>
                    <a:pt x="82046" y="65150"/>
                    <a:pt x="81076" y="84452"/>
                  </a:cubicBezTo>
                  <a:cubicBezTo>
                    <a:pt x="81076" y="92173"/>
                    <a:pt x="83986" y="99894"/>
                    <a:pt x="83986" y="107614"/>
                  </a:cubicBezTo>
                  <a:cubicBezTo>
                    <a:pt x="83986" y="117267"/>
                    <a:pt x="80107" y="126918"/>
                    <a:pt x="80107" y="137535"/>
                  </a:cubicBezTo>
                  <a:cubicBezTo>
                    <a:pt x="81076" y="153942"/>
                    <a:pt x="115021" y="120163"/>
                    <a:pt x="118901" y="103754"/>
                  </a:cubicBezTo>
                  <a:cubicBezTo>
                    <a:pt x="120841" y="97963"/>
                    <a:pt x="126660" y="96998"/>
                    <a:pt x="131511" y="93138"/>
                  </a:cubicBezTo>
                  <a:cubicBezTo>
                    <a:pt x="128600" y="99894"/>
                    <a:pt x="135390" y="101824"/>
                    <a:pt x="131511" y="108580"/>
                  </a:cubicBezTo>
                  <a:cubicBezTo>
                    <a:pt x="119872" y="129814"/>
                    <a:pt x="96594" y="157802"/>
                    <a:pt x="83986" y="177104"/>
                  </a:cubicBezTo>
                  <a:cubicBezTo>
                    <a:pt x="84955" y="207024"/>
                    <a:pt x="89804" y="234047"/>
                    <a:pt x="82046" y="255280"/>
                  </a:cubicBezTo>
                  <a:cubicBezTo>
                    <a:pt x="67497" y="260105"/>
                    <a:pt x="47130" y="244664"/>
                    <a:pt x="52949" y="228257"/>
                  </a:cubicBezTo>
                  <a:cubicBezTo>
                    <a:pt x="58769" y="231152"/>
                    <a:pt x="63617" y="237908"/>
                    <a:pt x="71376" y="229222"/>
                  </a:cubicBezTo>
                  <a:cubicBezTo>
                    <a:pt x="71376" y="218606"/>
                    <a:pt x="71376" y="207024"/>
                    <a:pt x="71376" y="196408"/>
                  </a:cubicBezTo>
                  <a:cubicBezTo>
                    <a:pt x="54889" y="205094"/>
                    <a:pt x="38400" y="212815"/>
                    <a:pt x="20942" y="221501"/>
                  </a:cubicBezTo>
                  <a:cubicBezTo>
                    <a:pt x="13182" y="224396"/>
                    <a:pt x="2514" y="222466"/>
                    <a:pt x="6394" y="200269"/>
                  </a:cubicBezTo>
                  <a:cubicBezTo>
                    <a:pt x="22881" y="179034"/>
                    <a:pt x="37431" y="158767"/>
                    <a:pt x="39371" y="135604"/>
                  </a:cubicBezTo>
                  <a:cubicBezTo>
                    <a:pt x="27732" y="139465"/>
                    <a:pt x="17062" y="144290"/>
                    <a:pt x="5423" y="149116"/>
                  </a:cubicBezTo>
                  <a:cubicBezTo>
                    <a:pt x="-3305" y="152976"/>
                    <a:pt x="-396" y="138500"/>
                    <a:pt x="6394" y="127884"/>
                  </a:cubicBezTo>
                  <a:cubicBezTo>
                    <a:pt x="19002" y="106649"/>
                    <a:pt x="58769" y="93138"/>
                    <a:pt x="60709" y="89277"/>
                  </a:cubicBezTo>
                  <a:cubicBezTo>
                    <a:pt x="69437" y="50673"/>
                    <a:pt x="81076" y="19788"/>
                    <a:pt x="103382" y="5311"/>
                  </a:cubicBezTo>
                  <a:close/>
                  <a:moveTo>
                    <a:pt x="57798" y="157802"/>
                  </a:moveTo>
                  <a:cubicBezTo>
                    <a:pt x="52949" y="157802"/>
                    <a:pt x="48099" y="160697"/>
                    <a:pt x="48099" y="164558"/>
                  </a:cubicBezTo>
                  <a:cubicBezTo>
                    <a:pt x="48099" y="167453"/>
                    <a:pt x="52949" y="171313"/>
                    <a:pt x="57798" y="171313"/>
                  </a:cubicBezTo>
                  <a:cubicBezTo>
                    <a:pt x="62648" y="171313"/>
                    <a:pt x="66528" y="167453"/>
                    <a:pt x="66528" y="164558"/>
                  </a:cubicBezTo>
                  <a:cubicBezTo>
                    <a:pt x="66528" y="160697"/>
                    <a:pt x="62648" y="157802"/>
                    <a:pt x="57798" y="157802"/>
                  </a:cubicBezTo>
                  <a:close/>
                  <a:moveTo>
                    <a:pt x="161577" y="105684"/>
                  </a:moveTo>
                  <a:cubicBezTo>
                    <a:pt x="159637" y="95068"/>
                    <a:pt x="165456" y="92173"/>
                    <a:pt x="178064" y="93138"/>
                  </a:cubicBezTo>
                  <a:cubicBezTo>
                    <a:pt x="187763" y="98928"/>
                    <a:pt x="190674" y="102789"/>
                    <a:pt x="188734" y="111475"/>
                  </a:cubicBezTo>
                  <a:cubicBezTo>
                    <a:pt x="177095" y="113407"/>
                    <a:pt x="167396" y="111475"/>
                    <a:pt x="161577" y="105684"/>
                  </a:cubicBezTo>
                  <a:close/>
                  <a:moveTo>
                    <a:pt x="161577" y="154907"/>
                  </a:moveTo>
                  <a:cubicBezTo>
                    <a:pt x="159637" y="144290"/>
                    <a:pt x="164487" y="135604"/>
                    <a:pt x="177095" y="135604"/>
                  </a:cubicBezTo>
                  <a:cubicBezTo>
                    <a:pt x="177095" y="136570"/>
                    <a:pt x="185823" y="134639"/>
                    <a:pt x="185823" y="148151"/>
                  </a:cubicBezTo>
                  <a:cubicBezTo>
                    <a:pt x="173215" y="150081"/>
                    <a:pt x="167396" y="160697"/>
                    <a:pt x="161577" y="154907"/>
                  </a:cubicBezTo>
                  <a:close/>
                </a:path>
              </a:pathLst>
            </a:custGeom>
            <a:solidFill>
              <a:srgbClr val="000000"/>
            </a:solidFill>
            <a:ln w="1918" cap="flat">
              <a:noFill/>
              <a:prstDash val="solid"/>
              <a:miter/>
            </a:ln>
          </p:spPr>
          <p:txBody>
            <a:bodyPr rtlCol="0" anchor="ctr"/>
            <a:lstStyle/>
            <a:p>
              <a:endParaRPr lang="zh-CN" altLang="en-US"/>
            </a:p>
          </p:txBody>
        </p:sp>
        <p:sp>
          <p:nvSpPr>
            <p:cNvPr id="35" name="任意多边形: 形状 34"/>
            <p:cNvSpPr/>
            <p:nvPr/>
          </p:nvSpPr>
          <p:spPr>
            <a:xfrm>
              <a:off x="6236528" y="486437"/>
              <a:ext cx="308910" cy="242667"/>
            </a:xfrm>
            <a:custGeom>
              <a:avLst/>
              <a:gdLst>
                <a:gd name="connsiteX0" fmla="*/ 76263 w 308910"/>
                <a:gd name="connsiteY0" fmla="*/ 31060 h 242667"/>
                <a:gd name="connsiteX1" fmla="*/ 58887 w 308910"/>
                <a:gd name="connsiteY1" fmla="*/ 80563 h 242667"/>
                <a:gd name="connsiteX2" fmla="*/ 26064 w 308910"/>
                <a:gd name="connsiteY2" fmla="*/ 89298 h 242667"/>
                <a:gd name="connsiteX3" fmla="*/ 52129 w 308910"/>
                <a:gd name="connsiteY3" fmla="*/ 116477 h 242667"/>
                <a:gd name="connsiteX4" fmla="*/ 43441 w 308910"/>
                <a:gd name="connsiteY4" fmla="*/ 169861 h 242667"/>
                <a:gd name="connsiteX5" fmla="*/ 36684 w 308910"/>
                <a:gd name="connsiteY5" fmla="*/ 177626 h 242667"/>
                <a:gd name="connsiteX6" fmla="*/ 0 w 308910"/>
                <a:gd name="connsiteY6" fmla="*/ 194127 h 242667"/>
                <a:gd name="connsiteX7" fmla="*/ 27031 w 308910"/>
                <a:gd name="connsiteY7" fmla="*/ 228100 h 242667"/>
                <a:gd name="connsiteX8" fmla="*/ 46337 w 308910"/>
                <a:gd name="connsiteY8" fmla="*/ 207717 h 242667"/>
                <a:gd name="connsiteX9" fmla="*/ 58887 w 308910"/>
                <a:gd name="connsiteY9" fmla="*/ 227129 h 242667"/>
                <a:gd name="connsiteX10" fmla="*/ 78193 w 308910"/>
                <a:gd name="connsiteY10" fmla="*/ 210628 h 242667"/>
                <a:gd name="connsiteX11" fmla="*/ 71435 w 308910"/>
                <a:gd name="connsiteY11" fmla="*/ 169861 h 242667"/>
                <a:gd name="connsiteX12" fmla="*/ 117772 w 308910"/>
                <a:gd name="connsiteY12" fmla="*/ 101918 h 242667"/>
                <a:gd name="connsiteX13" fmla="*/ 149628 w 308910"/>
                <a:gd name="connsiteY13" fmla="*/ 118419 h 242667"/>
                <a:gd name="connsiteX14" fmla="*/ 131287 w 308910"/>
                <a:gd name="connsiteY14" fmla="*/ 136859 h 242667"/>
                <a:gd name="connsiteX15" fmla="*/ 110049 w 308910"/>
                <a:gd name="connsiteY15" fmla="*/ 139772 h 242667"/>
                <a:gd name="connsiteX16" fmla="*/ 109084 w 308910"/>
                <a:gd name="connsiteY16" fmla="*/ 167921 h 242667"/>
                <a:gd name="connsiteX17" fmla="*/ 161213 w 308910"/>
                <a:gd name="connsiteY17" fmla="*/ 197040 h 242667"/>
                <a:gd name="connsiteX18" fmla="*/ 115842 w 308910"/>
                <a:gd name="connsiteY18" fmla="*/ 200923 h 242667"/>
                <a:gd name="connsiteX19" fmla="*/ 100396 w 308910"/>
                <a:gd name="connsiteY19" fmla="*/ 167921 h 242667"/>
                <a:gd name="connsiteX20" fmla="*/ 89778 w 308910"/>
                <a:gd name="connsiteY20" fmla="*/ 222276 h 242667"/>
                <a:gd name="connsiteX21" fmla="*/ 185346 w 308910"/>
                <a:gd name="connsiteY21" fmla="*/ 213540 h 242667"/>
                <a:gd name="connsiteX22" fmla="*/ 210445 w 308910"/>
                <a:gd name="connsiteY22" fmla="*/ 241690 h 242667"/>
                <a:gd name="connsiteX23" fmla="*/ 308911 w 308910"/>
                <a:gd name="connsiteY23" fmla="*/ 231012 h 242667"/>
                <a:gd name="connsiteX24" fmla="*/ 301188 w 308910"/>
                <a:gd name="connsiteY24" fmla="*/ 224218 h 242667"/>
                <a:gd name="connsiteX25" fmla="*/ 246164 w 308910"/>
                <a:gd name="connsiteY25" fmla="*/ 209659 h 242667"/>
                <a:gd name="connsiteX26" fmla="*/ 206585 w 308910"/>
                <a:gd name="connsiteY26" fmla="*/ 186362 h 242667"/>
                <a:gd name="connsiteX27" fmla="*/ 215273 w 308910"/>
                <a:gd name="connsiteY27" fmla="*/ 103858 h 242667"/>
                <a:gd name="connsiteX28" fmla="*/ 182451 w 308910"/>
                <a:gd name="connsiteY28" fmla="*/ 115506 h 242667"/>
                <a:gd name="connsiteX29" fmla="*/ 207550 w 308910"/>
                <a:gd name="connsiteY29" fmla="*/ 91240 h 242667"/>
                <a:gd name="connsiteX30" fmla="*/ 232648 w 308910"/>
                <a:gd name="connsiteY30" fmla="*/ 69887 h 242667"/>
                <a:gd name="connsiteX31" fmla="*/ 231683 w 308910"/>
                <a:gd name="connsiteY31" fmla="*/ 33002 h 242667"/>
                <a:gd name="connsiteX32" fmla="*/ 187277 w 308910"/>
                <a:gd name="connsiteY32" fmla="*/ 63091 h 242667"/>
                <a:gd name="connsiteX33" fmla="*/ 167971 w 308910"/>
                <a:gd name="connsiteY33" fmla="*/ 0 h 242667"/>
                <a:gd name="connsiteX34" fmla="*/ 157351 w 308910"/>
                <a:gd name="connsiteY34" fmla="*/ 69887 h 242667"/>
                <a:gd name="connsiteX35" fmla="*/ 111014 w 308910"/>
                <a:gd name="connsiteY35" fmla="*/ 93182 h 242667"/>
                <a:gd name="connsiteX36" fmla="*/ 78193 w 308910"/>
                <a:gd name="connsiteY36" fmla="*/ 129094 h 242667"/>
                <a:gd name="connsiteX37" fmla="*/ 87846 w 308910"/>
                <a:gd name="connsiteY37" fmla="*/ 91240 h 242667"/>
                <a:gd name="connsiteX38" fmla="*/ 76263 w 308910"/>
                <a:gd name="connsiteY38" fmla="*/ 31060 h 242667"/>
                <a:gd name="connsiteX39" fmla="*/ 163143 w 308910"/>
                <a:gd name="connsiteY39" fmla="*/ 157244 h 242667"/>
                <a:gd name="connsiteX40" fmla="*/ 193069 w 308910"/>
                <a:gd name="connsiteY40" fmla="*/ 133949 h 242667"/>
                <a:gd name="connsiteX41" fmla="*/ 182451 w 308910"/>
                <a:gd name="connsiteY41" fmla="*/ 175686 h 242667"/>
                <a:gd name="connsiteX42" fmla="*/ 163143 w 308910"/>
                <a:gd name="connsiteY42" fmla="*/ 157244 h 24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08910" h="242667">
                  <a:moveTo>
                    <a:pt x="76263" y="31060"/>
                  </a:moveTo>
                  <a:cubicBezTo>
                    <a:pt x="69505" y="46590"/>
                    <a:pt x="63712" y="63091"/>
                    <a:pt x="58887" y="80563"/>
                  </a:cubicBezTo>
                  <a:cubicBezTo>
                    <a:pt x="59852" y="97064"/>
                    <a:pt x="44406" y="94153"/>
                    <a:pt x="26064" y="89298"/>
                  </a:cubicBezTo>
                  <a:cubicBezTo>
                    <a:pt x="26064" y="101918"/>
                    <a:pt x="34752" y="109683"/>
                    <a:pt x="52129" y="116477"/>
                  </a:cubicBezTo>
                  <a:cubicBezTo>
                    <a:pt x="50197" y="136859"/>
                    <a:pt x="48267" y="158215"/>
                    <a:pt x="43441" y="169861"/>
                  </a:cubicBezTo>
                  <a:cubicBezTo>
                    <a:pt x="41509" y="173745"/>
                    <a:pt x="38614" y="176657"/>
                    <a:pt x="36684" y="177626"/>
                  </a:cubicBezTo>
                  <a:cubicBezTo>
                    <a:pt x="22203" y="188304"/>
                    <a:pt x="13515" y="191216"/>
                    <a:pt x="0" y="194127"/>
                  </a:cubicBezTo>
                  <a:cubicBezTo>
                    <a:pt x="11583" y="220335"/>
                    <a:pt x="7723" y="228100"/>
                    <a:pt x="27031" y="228100"/>
                  </a:cubicBezTo>
                  <a:cubicBezTo>
                    <a:pt x="30891" y="221305"/>
                    <a:pt x="42476" y="215482"/>
                    <a:pt x="46337" y="207717"/>
                  </a:cubicBezTo>
                  <a:cubicBezTo>
                    <a:pt x="48267" y="216453"/>
                    <a:pt x="56955" y="219364"/>
                    <a:pt x="58887" y="227129"/>
                  </a:cubicBezTo>
                  <a:cubicBezTo>
                    <a:pt x="67575" y="224218"/>
                    <a:pt x="75298" y="224218"/>
                    <a:pt x="78193" y="210628"/>
                  </a:cubicBezTo>
                  <a:cubicBezTo>
                    <a:pt x="75298" y="197040"/>
                    <a:pt x="73365" y="183451"/>
                    <a:pt x="71435" y="169861"/>
                  </a:cubicBezTo>
                  <a:cubicBezTo>
                    <a:pt x="88811" y="157244"/>
                    <a:pt x="105223" y="132978"/>
                    <a:pt x="117772" y="101918"/>
                  </a:cubicBezTo>
                  <a:cubicBezTo>
                    <a:pt x="125495" y="107741"/>
                    <a:pt x="135149" y="116477"/>
                    <a:pt x="149628" y="118419"/>
                  </a:cubicBezTo>
                  <a:cubicBezTo>
                    <a:pt x="142872" y="124242"/>
                    <a:pt x="138045" y="132007"/>
                    <a:pt x="131287" y="136859"/>
                  </a:cubicBezTo>
                  <a:cubicBezTo>
                    <a:pt x="122599" y="138801"/>
                    <a:pt x="118737" y="138801"/>
                    <a:pt x="110049" y="139772"/>
                  </a:cubicBezTo>
                  <a:cubicBezTo>
                    <a:pt x="111979" y="149479"/>
                    <a:pt x="107154" y="158215"/>
                    <a:pt x="109084" y="167921"/>
                  </a:cubicBezTo>
                  <a:cubicBezTo>
                    <a:pt x="126460" y="177626"/>
                    <a:pt x="143837" y="187333"/>
                    <a:pt x="161213" y="197040"/>
                  </a:cubicBezTo>
                  <a:cubicBezTo>
                    <a:pt x="144802" y="202863"/>
                    <a:pt x="126460" y="207717"/>
                    <a:pt x="115842" y="200923"/>
                  </a:cubicBezTo>
                  <a:cubicBezTo>
                    <a:pt x="106189" y="196069"/>
                    <a:pt x="103291" y="182480"/>
                    <a:pt x="100396" y="167921"/>
                  </a:cubicBezTo>
                  <a:cubicBezTo>
                    <a:pt x="90743" y="176657"/>
                    <a:pt x="87846" y="205775"/>
                    <a:pt x="89778" y="222276"/>
                  </a:cubicBezTo>
                  <a:cubicBezTo>
                    <a:pt x="121634" y="229070"/>
                    <a:pt x="154455" y="226160"/>
                    <a:pt x="185346" y="213540"/>
                  </a:cubicBezTo>
                  <a:cubicBezTo>
                    <a:pt x="198862" y="217424"/>
                    <a:pt x="196932" y="238777"/>
                    <a:pt x="210445" y="241690"/>
                  </a:cubicBezTo>
                  <a:cubicBezTo>
                    <a:pt x="235546" y="247513"/>
                    <a:pt x="283812" y="225189"/>
                    <a:pt x="308911" y="231012"/>
                  </a:cubicBezTo>
                  <a:cubicBezTo>
                    <a:pt x="305049" y="228100"/>
                    <a:pt x="306016" y="225189"/>
                    <a:pt x="301188" y="224218"/>
                  </a:cubicBezTo>
                  <a:cubicBezTo>
                    <a:pt x="284777" y="220335"/>
                    <a:pt x="263539" y="217424"/>
                    <a:pt x="246164" y="209659"/>
                  </a:cubicBezTo>
                  <a:cubicBezTo>
                    <a:pt x="226856" y="200923"/>
                    <a:pt x="218168" y="194127"/>
                    <a:pt x="206585" y="186362"/>
                  </a:cubicBezTo>
                  <a:cubicBezTo>
                    <a:pt x="223960" y="158215"/>
                    <a:pt x="232648" y="114535"/>
                    <a:pt x="215273" y="103858"/>
                  </a:cubicBezTo>
                  <a:cubicBezTo>
                    <a:pt x="208515" y="99976"/>
                    <a:pt x="196932" y="111623"/>
                    <a:pt x="182451" y="115506"/>
                  </a:cubicBezTo>
                  <a:cubicBezTo>
                    <a:pt x="183416" y="104828"/>
                    <a:pt x="187277" y="91240"/>
                    <a:pt x="207550" y="91240"/>
                  </a:cubicBezTo>
                  <a:cubicBezTo>
                    <a:pt x="218168" y="90269"/>
                    <a:pt x="223960" y="76681"/>
                    <a:pt x="232648" y="69887"/>
                  </a:cubicBezTo>
                  <a:cubicBezTo>
                    <a:pt x="234578" y="57268"/>
                    <a:pt x="235546" y="42708"/>
                    <a:pt x="231683" y="33002"/>
                  </a:cubicBezTo>
                  <a:cubicBezTo>
                    <a:pt x="213342" y="49503"/>
                    <a:pt x="202722" y="60180"/>
                    <a:pt x="187277" y="63091"/>
                  </a:cubicBezTo>
                  <a:cubicBezTo>
                    <a:pt x="193069" y="36885"/>
                    <a:pt x="187277" y="15530"/>
                    <a:pt x="167971" y="0"/>
                  </a:cubicBezTo>
                  <a:cubicBezTo>
                    <a:pt x="158318" y="29118"/>
                    <a:pt x="153490" y="54355"/>
                    <a:pt x="157351" y="69887"/>
                  </a:cubicBezTo>
                  <a:cubicBezTo>
                    <a:pt x="141905" y="92211"/>
                    <a:pt x="126460" y="80563"/>
                    <a:pt x="111014" y="93182"/>
                  </a:cubicBezTo>
                  <a:cubicBezTo>
                    <a:pt x="102326" y="100947"/>
                    <a:pt x="93638" y="113564"/>
                    <a:pt x="78193" y="129094"/>
                  </a:cubicBezTo>
                  <a:cubicBezTo>
                    <a:pt x="65645" y="119390"/>
                    <a:pt x="68540" y="109683"/>
                    <a:pt x="87846" y="91240"/>
                  </a:cubicBezTo>
                  <a:cubicBezTo>
                    <a:pt x="105223" y="72798"/>
                    <a:pt x="99431" y="29118"/>
                    <a:pt x="76263" y="31060"/>
                  </a:cubicBezTo>
                  <a:close/>
                  <a:moveTo>
                    <a:pt x="163143" y="157244"/>
                  </a:moveTo>
                  <a:cubicBezTo>
                    <a:pt x="169901" y="149479"/>
                    <a:pt x="180519" y="141714"/>
                    <a:pt x="193069" y="133949"/>
                  </a:cubicBezTo>
                  <a:cubicBezTo>
                    <a:pt x="198862" y="148508"/>
                    <a:pt x="186312" y="156273"/>
                    <a:pt x="182451" y="175686"/>
                  </a:cubicBezTo>
                  <a:cubicBezTo>
                    <a:pt x="166039" y="169861"/>
                    <a:pt x="158318" y="165980"/>
                    <a:pt x="163143" y="157244"/>
                  </a:cubicBezTo>
                  <a:close/>
                </a:path>
              </a:pathLst>
            </a:custGeom>
            <a:solidFill>
              <a:srgbClr val="000000"/>
            </a:solidFill>
            <a:ln w="1918" cap="flat">
              <a:noFill/>
              <a:prstDash val="solid"/>
              <a:miter/>
            </a:ln>
          </p:spPr>
          <p:txBody>
            <a:bodyPr rtlCol="0" anchor="ctr"/>
            <a:lstStyle/>
            <a:p>
              <a:endParaRPr lang="zh-CN" altLang="en-US"/>
            </a:p>
          </p:txBody>
        </p:sp>
        <p:sp>
          <p:nvSpPr>
            <p:cNvPr id="36" name="任意多边形: 形状 35"/>
            <p:cNvSpPr/>
            <p:nvPr/>
          </p:nvSpPr>
          <p:spPr>
            <a:xfrm>
              <a:off x="5353925" y="864422"/>
              <a:ext cx="1433269" cy="111284"/>
            </a:xfrm>
            <a:custGeom>
              <a:avLst/>
              <a:gdLst>
                <a:gd name="connsiteX0" fmla="*/ 30906 w 1433269"/>
                <a:gd name="connsiteY0" fmla="*/ 967 h 111284"/>
                <a:gd name="connsiteX1" fmla="*/ 36701 w 1433269"/>
                <a:gd name="connsiteY1" fmla="*/ 967 h 111284"/>
                <a:gd name="connsiteX2" fmla="*/ 36701 w 1433269"/>
                <a:gd name="connsiteY2" fmla="*/ 50320 h 111284"/>
                <a:gd name="connsiteX3" fmla="*/ 34769 w 1433269"/>
                <a:gd name="connsiteY3" fmla="*/ 70641 h 111284"/>
                <a:gd name="connsiteX4" fmla="*/ 29939 w 1433269"/>
                <a:gd name="connsiteY4" fmla="*/ 83222 h 111284"/>
                <a:gd name="connsiteX5" fmla="*/ 18350 w 1433269"/>
                <a:gd name="connsiteY5" fmla="*/ 87092 h 111284"/>
                <a:gd name="connsiteX6" fmla="*/ 7727 w 1433269"/>
                <a:gd name="connsiteY6" fmla="*/ 83222 h 111284"/>
                <a:gd name="connsiteX7" fmla="*/ 1932 w 1433269"/>
                <a:gd name="connsiteY7" fmla="*/ 71610 h 111284"/>
                <a:gd name="connsiteX8" fmla="*/ 0 w 1433269"/>
                <a:gd name="connsiteY8" fmla="*/ 50320 h 111284"/>
                <a:gd name="connsiteX9" fmla="*/ 0 w 1433269"/>
                <a:gd name="connsiteY9" fmla="*/ 967 h 111284"/>
                <a:gd name="connsiteX10" fmla="*/ 6761 w 1433269"/>
                <a:gd name="connsiteY10" fmla="*/ 967 h 111284"/>
                <a:gd name="connsiteX11" fmla="*/ 6761 w 1433269"/>
                <a:gd name="connsiteY11" fmla="*/ 50320 h 111284"/>
                <a:gd name="connsiteX12" fmla="*/ 7727 w 1433269"/>
                <a:gd name="connsiteY12" fmla="*/ 66771 h 111284"/>
                <a:gd name="connsiteX13" fmla="*/ 11589 w 1433269"/>
                <a:gd name="connsiteY13" fmla="*/ 74513 h 111284"/>
                <a:gd name="connsiteX14" fmla="*/ 18350 w 1433269"/>
                <a:gd name="connsiteY14" fmla="*/ 77416 h 111284"/>
                <a:gd name="connsiteX15" fmla="*/ 28009 w 1433269"/>
                <a:gd name="connsiteY15" fmla="*/ 71610 h 111284"/>
                <a:gd name="connsiteX16" fmla="*/ 30906 w 1433269"/>
                <a:gd name="connsiteY16" fmla="*/ 50320 h 111284"/>
                <a:gd name="connsiteX17" fmla="*/ 30906 w 1433269"/>
                <a:gd name="connsiteY17" fmla="*/ 967 h 111284"/>
                <a:gd name="connsiteX18" fmla="*/ 50222 w 1433269"/>
                <a:gd name="connsiteY18" fmla="*/ 86125 h 111284"/>
                <a:gd name="connsiteX19" fmla="*/ 50222 w 1433269"/>
                <a:gd name="connsiteY19" fmla="*/ 24193 h 111284"/>
                <a:gd name="connsiteX20" fmla="*/ 55051 w 1433269"/>
                <a:gd name="connsiteY20" fmla="*/ 24193 h 111284"/>
                <a:gd name="connsiteX21" fmla="*/ 55051 w 1433269"/>
                <a:gd name="connsiteY21" fmla="*/ 32902 h 111284"/>
                <a:gd name="connsiteX22" fmla="*/ 65675 w 1433269"/>
                <a:gd name="connsiteY22" fmla="*/ 23224 h 111284"/>
                <a:gd name="connsiteX23" fmla="*/ 71470 w 1433269"/>
                <a:gd name="connsiteY23" fmla="*/ 25160 h 111284"/>
                <a:gd name="connsiteX24" fmla="*/ 75334 w 1433269"/>
                <a:gd name="connsiteY24" fmla="*/ 29999 h 111284"/>
                <a:gd name="connsiteX25" fmla="*/ 77266 w 1433269"/>
                <a:gd name="connsiteY25" fmla="*/ 37741 h 111284"/>
                <a:gd name="connsiteX26" fmla="*/ 77266 w 1433269"/>
                <a:gd name="connsiteY26" fmla="*/ 48384 h 111284"/>
                <a:gd name="connsiteX27" fmla="*/ 77266 w 1433269"/>
                <a:gd name="connsiteY27" fmla="*/ 86125 h 111284"/>
                <a:gd name="connsiteX28" fmla="*/ 71470 w 1433269"/>
                <a:gd name="connsiteY28" fmla="*/ 86125 h 111284"/>
                <a:gd name="connsiteX29" fmla="*/ 71470 w 1433269"/>
                <a:gd name="connsiteY29" fmla="*/ 48384 h 111284"/>
                <a:gd name="connsiteX30" fmla="*/ 71470 w 1433269"/>
                <a:gd name="connsiteY30" fmla="*/ 38708 h 111284"/>
                <a:gd name="connsiteX31" fmla="*/ 68572 w 1433269"/>
                <a:gd name="connsiteY31" fmla="*/ 33869 h 111284"/>
                <a:gd name="connsiteX32" fmla="*/ 64710 w 1433269"/>
                <a:gd name="connsiteY32" fmla="*/ 31933 h 111284"/>
                <a:gd name="connsiteX33" fmla="*/ 57949 w 1433269"/>
                <a:gd name="connsiteY33" fmla="*/ 36772 h 111284"/>
                <a:gd name="connsiteX34" fmla="*/ 56016 w 1433269"/>
                <a:gd name="connsiteY34" fmla="*/ 52256 h 111284"/>
                <a:gd name="connsiteX35" fmla="*/ 56016 w 1433269"/>
                <a:gd name="connsiteY35" fmla="*/ 86125 h 111284"/>
                <a:gd name="connsiteX36" fmla="*/ 50222 w 1433269"/>
                <a:gd name="connsiteY36" fmla="*/ 86125 h 111284"/>
                <a:gd name="connsiteX37" fmla="*/ 89820 w 1433269"/>
                <a:gd name="connsiteY37" fmla="*/ 13548 h 111284"/>
                <a:gd name="connsiteX38" fmla="*/ 89820 w 1433269"/>
                <a:gd name="connsiteY38" fmla="*/ 967 h 111284"/>
                <a:gd name="connsiteX39" fmla="*/ 95617 w 1433269"/>
                <a:gd name="connsiteY39" fmla="*/ 967 h 111284"/>
                <a:gd name="connsiteX40" fmla="*/ 95617 w 1433269"/>
                <a:gd name="connsiteY40" fmla="*/ 13548 h 111284"/>
                <a:gd name="connsiteX41" fmla="*/ 89820 w 1433269"/>
                <a:gd name="connsiteY41" fmla="*/ 13548 h 111284"/>
                <a:gd name="connsiteX42" fmla="*/ 89820 w 1433269"/>
                <a:gd name="connsiteY42" fmla="*/ 86125 h 111284"/>
                <a:gd name="connsiteX43" fmla="*/ 89820 w 1433269"/>
                <a:gd name="connsiteY43" fmla="*/ 24193 h 111284"/>
                <a:gd name="connsiteX44" fmla="*/ 95617 w 1433269"/>
                <a:gd name="connsiteY44" fmla="*/ 24193 h 111284"/>
                <a:gd name="connsiteX45" fmla="*/ 95617 w 1433269"/>
                <a:gd name="connsiteY45" fmla="*/ 86125 h 111284"/>
                <a:gd name="connsiteX46" fmla="*/ 89820 w 1433269"/>
                <a:gd name="connsiteY46" fmla="*/ 86125 h 111284"/>
                <a:gd name="connsiteX47" fmla="*/ 116864 w 1433269"/>
                <a:gd name="connsiteY47" fmla="*/ 86125 h 111284"/>
                <a:gd name="connsiteX48" fmla="*/ 104308 w 1433269"/>
                <a:gd name="connsiteY48" fmla="*/ 24193 h 111284"/>
                <a:gd name="connsiteX49" fmla="*/ 110103 w 1433269"/>
                <a:gd name="connsiteY49" fmla="*/ 24193 h 111284"/>
                <a:gd name="connsiteX50" fmla="*/ 117829 w 1433269"/>
                <a:gd name="connsiteY50" fmla="*/ 60965 h 111284"/>
                <a:gd name="connsiteX51" fmla="*/ 119761 w 1433269"/>
                <a:gd name="connsiteY51" fmla="*/ 73544 h 111284"/>
                <a:gd name="connsiteX52" fmla="*/ 121694 w 1433269"/>
                <a:gd name="connsiteY52" fmla="*/ 61932 h 111284"/>
                <a:gd name="connsiteX53" fmla="*/ 129418 w 1433269"/>
                <a:gd name="connsiteY53" fmla="*/ 24193 h 111284"/>
                <a:gd name="connsiteX54" fmla="*/ 135215 w 1433269"/>
                <a:gd name="connsiteY54" fmla="*/ 24193 h 111284"/>
                <a:gd name="connsiteX55" fmla="*/ 122659 w 1433269"/>
                <a:gd name="connsiteY55" fmla="*/ 86125 h 111284"/>
                <a:gd name="connsiteX56" fmla="*/ 116864 w 1433269"/>
                <a:gd name="connsiteY56" fmla="*/ 86125 h 111284"/>
                <a:gd name="connsiteX57" fmla="*/ 167086 w 1433269"/>
                <a:gd name="connsiteY57" fmla="*/ 65804 h 111284"/>
                <a:gd name="connsiteX58" fmla="*/ 172881 w 1433269"/>
                <a:gd name="connsiteY58" fmla="*/ 67738 h 111284"/>
                <a:gd name="connsiteX59" fmla="*/ 168051 w 1433269"/>
                <a:gd name="connsiteY59" fmla="*/ 82255 h 111284"/>
                <a:gd name="connsiteX60" fmla="*/ 158395 w 1433269"/>
                <a:gd name="connsiteY60" fmla="*/ 87092 h 111284"/>
                <a:gd name="connsiteX61" fmla="*/ 146804 w 1433269"/>
                <a:gd name="connsiteY61" fmla="*/ 79352 h 111284"/>
                <a:gd name="connsiteX62" fmla="*/ 141974 w 1433269"/>
                <a:gd name="connsiteY62" fmla="*/ 56126 h 111284"/>
                <a:gd name="connsiteX63" fmla="*/ 146804 w 1433269"/>
                <a:gd name="connsiteY63" fmla="*/ 31933 h 111284"/>
                <a:gd name="connsiteX64" fmla="*/ 158395 w 1433269"/>
                <a:gd name="connsiteY64" fmla="*/ 23224 h 111284"/>
                <a:gd name="connsiteX65" fmla="*/ 169018 w 1433269"/>
                <a:gd name="connsiteY65" fmla="*/ 31933 h 111284"/>
                <a:gd name="connsiteX66" fmla="*/ 173846 w 1433269"/>
                <a:gd name="connsiteY66" fmla="*/ 55159 h 111284"/>
                <a:gd name="connsiteX67" fmla="*/ 172881 w 1433269"/>
                <a:gd name="connsiteY67" fmla="*/ 58062 h 111284"/>
                <a:gd name="connsiteX68" fmla="*/ 147771 w 1433269"/>
                <a:gd name="connsiteY68" fmla="*/ 58062 h 111284"/>
                <a:gd name="connsiteX69" fmla="*/ 151633 w 1433269"/>
                <a:gd name="connsiteY69" fmla="*/ 73544 h 111284"/>
                <a:gd name="connsiteX70" fmla="*/ 158395 w 1433269"/>
                <a:gd name="connsiteY70" fmla="*/ 78383 h 111284"/>
                <a:gd name="connsiteX71" fmla="*/ 164189 w 1433269"/>
                <a:gd name="connsiteY71" fmla="*/ 75480 h 111284"/>
                <a:gd name="connsiteX72" fmla="*/ 167086 w 1433269"/>
                <a:gd name="connsiteY72" fmla="*/ 65804 h 111284"/>
                <a:gd name="connsiteX73" fmla="*/ 148736 w 1433269"/>
                <a:gd name="connsiteY73" fmla="*/ 49353 h 111284"/>
                <a:gd name="connsiteX74" fmla="*/ 167086 w 1433269"/>
                <a:gd name="connsiteY74" fmla="*/ 49353 h 111284"/>
                <a:gd name="connsiteX75" fmla="*/ 165154 w 1433269"/>
                <a:gd name="connsiteY75" fmla="*/ 37741 h 111284"/>
                <a:gd name="connsiteX76" fmla="*/ 158395 w 1433269"/>
                <a:gd name="connsiteY76" fmla="*/ 31933 h 111284"/>
                <a:gd name="connsiteX77" fmla="*/ 151633 w 1433269"/>
                <a:gd name="connsiteY77" fmla="*/ 36772 h 111284"/>
                <a:gd name="connsiteX78" fmla="*/ 148736 w 1433269"/>
                <a:gd name="connsiteY78" fmla="*/ 49353 h 111284"/>
                <a:gd name="connsiteX79" fmla="*/ 183505 w 1433269"/>
                <a:gd name="connsiteY79" fmla="*/ 86125 h 111284"/>
                <a:gd name="connsiteX80" fmla="*/ 183505 w 1433269"/>
                <a:gd name="connsiteY80" fmla="*/ 24193 h 111284"/>
                <a:gd name="connsiteX81" fmla="*/ 189299 w 1433269"/>
                <a:gd name="connsiteY81" fmla="*/ 24193 h 111284"/>
                <a:gd name="connsiteX82" fmla="*/ 189299 w 1433269"/>
                <a:gd name="connsiteY82" fmla="*/ 33869 h 111284"/>
                <a:gd name="connsiteX83" fmla="*/ 193163 w 1433269"/>
                <a:gd name="connsiteY83" fmla="*/ 25160 h 111284"/>
                <a:gd name="connsiteX84" fmla="*/ 196061 w 1433269"/>
                <a:gd name="connsiteY84" fmla="*/ 23224 h 111284"/>
                <a:gd name="connsiteX85" fmla="*/ 201855 w 1433269"/>
                <a:gd name="connsiteY85" fmla="*/ 26127 h 111284"/>
                <a:gd name="connsiteX86" fmla="*/ 199923 w 1433269"/>
                <a:gd name="connsiteY86" fmla="*/ 35805 h 111284"/>
                <a:gd name="connsiteX87" fmla="*/ 196061 w 1433269"/>
                <a:gd name="connsiteY87" fmla="*/ 33869 h 111284"/>
                <a:gd name="connsiteX88" fmla="*/ 193163 w 1433269"/>
                <a:gd name="connsiteY88" fmla="*/ 35805 h 111284"/>
                <a:gd name="connsiteX89" fmla="*/ 190266 w 1433269"/>
                <a:gd name="connsiteY89" fmla="*/ 41611 h 111284"/>
                <a:gd name="connsiteX90" fmla="*/ 189299 w 1433269"/>
                <a:gd name="connsiteY90" fmla="*/ 54190 h 111284"/>
                <a:gd name="connsiteX91" fmla="*/ 189299 w 1433269"/>
                <a:gd name="connsiteY91" fmla="*/ 86125 h 111284"/>
                <a:gd name="connsiteX92" fmla="*/ 183505 w 1433269"/>
                <a:gd name="connsiteY92" fmla="*/ 86125 h 111284"/>
                <a:gd name="connsiteX93" fmla="*/ 206684 w 1433269"/>
                <a:gd name="connsiteY93" fmla="*/ 67738 h 111284"/>
                <a:gd name="connsiteX94" fmla="*/ 212479 w 1433269"/>
                <a:gd name="connsiteY94" fmla="*/ 65804 h 111284"/>
                <a:gd name="connsiteX95" fmla="*/ 215376 w 1433269"/>
                <a:gd name="connsiteY95" fmla="*/ 75480 h 111284"/>
                <a:gd name="connsiteX96" fmla="*/ 221173 w 1433269"/>
                <a:gd name="connsiteY96" fmla="*/ 78383 h 111284"/>
                <a:gd name="connsiteX97" fmla="*/ 226967 w 1433269"/>
                <a:gd name="connsiteY97" fmla="*/ 75480 h 111284"/>
                <a:gd name="connsiteX98" fmla="*/ 228899 w 1433269"/>
                <a:gd name="connsiteY98" fmla="*/ 68707 h 111284"/>
                <a:gd name="connsiteX99" fmla="*/ 227932 w 1433269"/>
                <a:gd name="connsiteY99" fmla="*/ 63868 h 111284"/>
                <a:gd name="connsiteX100" fmla="*/ 222138 w 1433269"/>
                <a:gd name="connsiteY100" fmla="*/ 59998 h 111284"/>
                <a:gd name="connsiteX101" fmla="*/ 212479 w 1433269"/>
                <a:gd name="connsiteY101" fmla="*/ 55159 h 111284"/>
                <a:gd name="connsiteX102" fmla="*/ 209582 w 1433269"/>
                <a:gd name="connsiteY102" fmla="*/ 49353 h 111284"/>
                <a:gd name="connsiteX103" fmla="*/ 207650 w 1433269"/>
                <a:gd name="connsiteY103" fmla="*/ 40644 h 111284"/>
                <a:gd name="connsiteX104" fmla="*/ 208617 w 1433269"/>
                <a:gd name="connsiteY104" fmla="*/ 32902 h 111284"/>
                <a:gd name="connsiteX105" fmla="*/ 211514 w 1433269"/>
                <a:gd name="connsiteY105" fmla="*/ 27096 h 111284"/>
                <a:gd name="connsiteX106" fmla="*/ 215376 w 1433269"/>
                <a:gd name="connsiteY106" fmla="*/ 24193 h 111284"/>
                <a:gd name="connsiteX107" fmla="*/ 220205 w 1433269"/>
                <a:gd name="connsiteY107" fmla="*/ 23224 h 111284"/>
                <a:gd name="connsiteX108" fmla="*/ 226967 w 1433269"/>
                <a:gd name="connsiteY108" fmla="*/ 25160 h 111284"/>
                <a:gd name="connsiteX109" fmla="*/ 231796 w 1433269"/>
                <a:gd name="connsiteY109" fmla="*/ 30966 h 111284"/>
                <a:gd name="connsiteX110" fmla="*/ 233727 w 1433269"/>
                <a:gd name="connsiteY110" fmla="*/ 40644 h 111284"/>
                <a:gd name="connsiteX111" fmla="*/ 227932 w 1433269"/>
                <a:gd name="connsiteY111" fmla="*/ 41611 h 111284"/>
                <a:gd name="connsiteX112" fmla="*/ 226000 w 1433269"/>
                <a:gd name="connsiteY112" fmla="*/ 33869 h 111284"/>
                <a:gd name="connsiteX113" fmla="*/ 221173 w 1433269"/>
                <a:gd name="connsiteY113" fmla="*/ 31933 h 111284"/>
                <a:gd name="connsiteX114" fmla="*/ 215376 w 1433269"/>
                <a:gd name="connsiteY114" fmla="*/ 33869 h 111284"/>
                <a:gd name="connsiteX115" fmla="*/ 213446 w 1433269"/>
                <a:gd name="connsiteY115" fmla="*/ 39675 h 111284"/>
                <a:gd name="connsiteX116" fmla="*/ 214411 w 1433269"/>
                <a:gd name="connsiteY116" fmla="*/ 43547 h 111284"/>
                <a:gd name="connsiteX117" fmla="*/ 216343 w 1433269"/>
                <a:gd name="connsiteY117" fmla="*/ 46450 h 111284"/>
                <a:gd name="connsiteX118" fmla="*/ 221173 w 1433269"/>
                <a:gd name="connsiteY118" fmla="*/ 48384 h 111284"/>
                <a:gd name="connsiteX119" fmla="*/ 229864 w 1433269"/>
                <a:gd name="connsiteY119" fmla="*/ 53223 h 111284"/>
                <a:gd name="connsiteX120" fmla="*/ 233727 w 1433269"/>
                <a:gd name="connsiteY120" fmla="*/ 59029 h 111284"/>
                <a:gd name="connsiteX121" fmla="*/ 234694 w 1433269"/>
                <a:gd name="connsiteY121" fmla="*/ 67738 h 111284"/>
                <a:gd name="connsiteX122" fmla="*/ 233727 w 1433269"/>
                <a:gd name="connsiteY122" fmla="*/ 77416 h 111284"/>
                <a:gd name="connsiteX123" fmla="*/ 228899 w 1433269"/>
                <a:gd name="connsiteY123" fmla="*/ 85158 h 111284"/>
                <a:gd name="connsiteX124" fmla="*/ 221173 w 1433269"/>
                <a:gd name="connsiteY124" fmla="*/ 87092 h 111284"/>
                <a:gd name="connsiteX125" fmla="*/ 211514 w 1433269"/>
                <a:gd name="connsiteY125" fmla="*/ 82255 h 111284"/>
                <a:gd name="connsiteX126" fmla="*/ 206684 w 1433269"/>
                <a:gd name="connsiteY126" fmla="*/ 67738 h 111284"/>
                <a:gd name="connsiteX127" fmla="*/ 245317 w 1433269"/>
                <a:gd name="connsiteY127" fmla="*/ 13548 h 111284"/>
                <a:gd name="connsiteX128" fmla="*/ 245317 w 1433269"/>
                <a:gd name="connsiteY128" fmla="*/ 967 h 111284"/>
                <a:gd name="connsiteX129" fmla="*/ 251112 w 1433269"/>
                <a:gd name="connsiteY129" fmla="*/ 967 h 111284"/>
                <a:gd name="connsiteX130" fmla="*/ 251112 w 1433269"/>
                <a:gd name="connsiteY130" fmla="*/ 13548 h 111284"/>
                <a:gd name="connsiteX131" fmla="*/ 245317 w 1433269"/>
                <a:gd name="connsiteY131" fmla="*/ 13548 h 111284"/>
                <a:gd name="connsiteX132" fmla="*/ 245317 w 1433269"/>
                <a:gd name="connsiteY132" fmla="*/ 86125 h 111284"/>
                <a:gd name="connsiteX133" fmla="*/ 245317 w 1433269"/>
                <a:gd name="connsiteY133" fmla="*/ 24193 h 111284"/>
                <a:gd name="connsiteX134" fmla="*/ 251112 w 1433269"/>
                <a:gd name="connsiteY134" fmla="*/ 24193 h 111284"/>
                <a:gd name="connsiteX135" fmla="*/ 251112 w 1433269"/>
                <a:gd name="connsiteY135" fmla="*/ 86125 h 111284"/>
                <a:gd name="connsiteX136" fmla="*/ 245317 w 1433269"/>
                <a:gd name="connsiteY136" fmla="*/ 86125 h 111284"/>
                <a:gd name="connsiteX137" fmla="*/ 276224 w 1433269"/>
                <a:gd name="connsiteY137" fmla="*/ 76447 h 111284"/>
                <a:gd name="connsiteX138" fmla="*/ 277189 w 1433269"/>
                <a:gd name="connsiteY138" fmla="*/ 86125 h 111284"/>
                <a:gd name="connsiteX139" fmla="*/ 272360 w 1433269"/>
                <a:gd name="connsiteY139" fmla="*/ 87092 h 111284"/>
                <a:gd name="connsiteX140" fmla="*/ 267530 w 1433269"/>
                <a:gd name="connsiteY140" fmla="*/ 85158 h 111284"/>
                <a:gd name="connsiteX141" fmla="*/ 265600 w 1433269"/>
                <a:gd name="connsiteY141" fmla="*/ 80319 h 111284"/>
                <a:gd name="connsiteX142" fmla="*/ 264633 w 1433269"/>
                <a:gd name="connsiteY142" fmla="*/ 67738 h 111284"/>
                <a:gd name="connsiteX143" fmla="*/ 264633 w 1433269"/>
                <a:gd name="connsiteY143" fmla="*/ 32902 h 111284"/>
                <a:gd name="connsiteX144" fmla="*/ 260771 w 1433269"/>
                <a:gd name="connsiteY144" fmla="*/ 32902 h 111284"/>
                <a:gd name="connsiteX145" fmla="*/ 260771 w 1433269"/>
                <a:gd name="connsiteY145" fmla="*/ 24193 h 111284"/>
                <a:gd name="connsiteX146" fmla="*/ 264633 w 1433269"/>
                <a:gd name="connsiteY146" fmla="*/ 24193 h 111284"/>
                <a:gd name="connsiteX147" fmla="*/ 264633 w 1433269"/>
                <a:gd name="connsiteY147" fmla="*/ 9676 h 111284"/>
                <a:gd name="connsiteX148" fmla="*/ 270427 w 1433269"/>
                <a:gd name="connsiteY148" fmla="*/ 2903 h 111284"/>
                <a:gd name="connsiteX149" fmla="*/ 270427 w 1433269"/>
                <a:gd name="connsiteY149" fmla="*/ 24193 h 111284"/>
                <a:gd name="connsiteX150" fmla="*/ 276224 w 1433269"/>
                <a:gd name="connsiteY150" fmla="*/ 24193 h 111284"/>
                <a:gd name="connsiteX151" fmla="*/ 276224 w 1433269"/>
                <a:gd name="connsiteY151" fmla="*/ 32902 h 111284"/>
                <a:gd name="connsiteX152" fmla="*/ 270427 w 1433269"/>
                <a:gd name="connsiteY152" fmla="*/ 32902 h 111284"/>
                <a:gd name="connsiteX153" fmla="*/ 270427 w 1433269"/>
                <a:gd name="connsiteY153" fmla="*/ 68707 h 111284"/>
                <a:gd name="connsiteX154" fmla="*/ 270427 w 1433269"/>
                <a:gd name="connsiteY154" fmla="*/ 74513 h 111284"/>
                <a:gd name="connsiteX155" fmla="*/ 271395 w 1433269"/>
                <a:gd name="connsiteY155" fmla="*/ 76447 h 111284"/>
                <a:gd name="connsiteX156" fmla="*/ 273325 w 1433269"/>
                <a:gd name="connsiteY156" fmla="*/ 77416 h 111284"/>
                <a:gd name="connsiteX157" fmla="*/ 276224 w 1433269"/>
                <a:gd name="connsiteY157" fmla="*/ 76447 h 111284"/>
                <a:gd name="connsiteX158" fmla="*/ 284916 w 1433269"/>
                <a:gd name="connsiteY158" fmla="*/ 109349 h 111284"/>
                <a:gd name="connsiteX159" fmla="*/ 284916 w 1433269"/>
                <a:gd name="connsiteY159" fmla="*/ 99673 h 111284"/>
                <a:gd name="connsiteX160" fmla="*/ 287813 w 1433269"/>
                <a:gd name="connsiteY160" fmla="*/ 100640 h 111284"/>
                <a:gd name="connsiteX161" fmla="*/ 290710 w 1433269"/>
                <a:gd name="connsiteY161" fmla="*/ 99673 h 111284"/>
                <a:gd name="connsiteX162" fmla="*/ 292642 w 1433269"/>
                <a:gd name="connsiteY162" fmla="*/ 96770 h 111284"/>
                <a:gd name="connsiteX163" fmla="*/ 294574 w 1433269"/>
                <a:gd name="connsiteY163" fmla="*/ 89028 h 111284"/>
                <a:gd name="connsiteX164" fmla="*/ 294574 w 1433269"/>
                <a:gd name="connsiteY164" fmla="*/ 86125 h 111284"/>
                <a:gd name="connsiteX165" fmla="*/ 282018 w 1433269"/>
                <a:gd name="connsiteY165" fmla="*/ 24193 h 111284"/>
                <a:gd name="connsiteX166" fmla="*/ 287813 w 1433269"/>
                <a:gd name="connsiteY166" fmla="*/ 24193 h 111284"/>
                <a:gd name="connsiteX167" fmla="*/ 295539 w 1433269"/>
                <a:gd name="connsiteY167" fmla="*/ 59998 h 111284"/>
                <a:gd name="connsiteX168" fmla="*/ 297472 w 1433269"/>
                <a:gd name="connsiteY168" fmla="*/ 74513 h 111284"/>
                <a:gd name="connsiteX169" fmla="*/ 300369 w 1433269"/>
                <a:gd name="connsiteY169" fmla="*/ 59998 h 111284"/>
                <a:gd name="connsiteX170" fmla="*/ 307128 w 1433269"/>
                <a:gd name="connsiteY170" fmla="*/ 24193 h 111284"/>
                <a:gd name="connsiteX171" fmla="*/ 312925 w 1433269"/>
                <a:gd name="connsiteY171" fmla="*/ 24193 h 111284"/>
                <a:gd name="connsiteX172" fmla="*/ 300369 w 1433269"/>
                <a:gd name="connsiteY172" fmla="*/ 87092 h 111284"/>
                <a:gd name="connsiteX173" fmla="*/ 297472 w 1433269"/>
                <a:gd name="connsiteY173" fmla="*/ 100640 h 111284"/>
                <a:gd name="connsiteX174" fmla="*/ 293607 w 1433269"/>
                <a:gd name="connsiteY174" fmla="*/ 108382 h 111284"/>
                <a:gd name="connsiteX175" fmla="*/ 288778 w 1433269"/>
                <a:gd name="connsiteY175" fmla="*/ 111285 h 111284"/>
                <a:gd name="connsiteX176" fmla="*/ 284916 w 1433269"/>
                <a:gd name="connsiteY176" fmla="*/ 109349 h 111284"/>
                <a:gd name="connsiteX177" fmla="*/ 334173 w 1433269"/>
                <a:gd name="connsiteY177" fmla="*/ 55159 h 111284"/>
                <a:gd name="connsiteX178" fmla="*/ 339002 w 1433269"/>
                <a:gd name="connsiteY178" fmla="*/ 29999 h 111284"/>
                <a:gd name="connsiteX179" fmla="*/ 349626 w 1433269"/>
                <a:gd name="connsiteY179" fmla="*/ 23224 h 111284"/>
                <a:gd name="connsiteX180" fmla="*/ 361215 w 1433269"/>
                <a:gd name="connsiteY180" fmla="*/ 30966 h 111284"/>
                <a:gd name="connsiteX181" fmla="*/ 366044 w 1433269"/>
                <a:gd name="connsiteY181" fmla="*/ 54190 h 111284"/>
                <a:gd name="connsiteX182" fmla="*/ 363147 w 1433269"/>
                <a:gd name="connsiteY182" fmla="*/ 73544 h 111284"/>
                <a:gd name="connsiteX183" fmla="*/ 358317 w 1433269"/>
                <a:gd name="connsiteY183" fmla="*/ 83222 h 111284"/>
                <a:gd name="connsiteX184" fmla="*/ 349626 w 1433269"/>
                <a:gd name="connsiteY184" fmla="*/ 87092 h 111284"/>
                <a:gd name="connsiteX185" fmla="*/ 338035 w 1433269"/>
                <a:gd name="connsiteY185" fmla="*/ 79352 h 111284"/>
                <a:gd name="connsiteX186" fmla="*/ 334173 w 1433269"/>
                <a:gd name="connsiteY186" fmla="*/ 55159 h 111284"/>
                <a:gd name="connsiteX187" fmla="*/ 339967 w 1433269"/>
                <a:gd name="connsiteY187" fmla="*/ 55159 h 111284"/>
                <a:gd name="connsiteX188" fmla="*/ 342864 w 1433269"/>
                <a:gd name="connsiteY188" fmla="*/ 72577 h 111284"/>
                <a:gd name="connsiteX189" fmla="*/ 349626 w 1433269"/>
                <a:gd name="connsiteY189" fmla="*/ 78383 h 111284"/>
                <a:gd name="connsiteX190" fmla="*/ 356385 w 1433269"/>
                <a:gd name="connsiteY190" fmla="*/ 72577 h 111284"/>
                <a:gd name="connsiteX191" fmla="*/ 359283 w 1433269"/>
                <a:gd name="connsiteY191" fmla="*/ 55159 h 111284"/>
                <a:gd name="connsiteX192" fmla="*/ 356385 w 1433269"/>
                <a:gd name="connsiteY192" fmla="*/ 37741 h 111284"/>
                <a:gd name="connsiteX193" fmla="*/ 349626 w 1433269"/>
                <a:gd name="connsiteY193" fmla="*/ 31933 h 111284"/>
                <a:gd name="connsiteX194" fmla="*/ 342864 w 1433269"/>
                <a:gd name="connsiteY194" fmla="*/ 37741 h 111284"/>
                <a:gd name="connsiteX195" fmla="*/ 339967 w 1433269"/>
                <a:gd name="connsiteY195" fmla="*/ 55159 h 111284"/>
                <a:gd name="connsiteX196" fmla="*/ 377633 w 1433269"/>
                <a:gd name="connsiteY196" fmla="*/ 86125 h 111284"/>
                <a:gd name="connsiteX197" fmla="*/ 377633 w 1433269"/>
                <a:gd name="connsiteY197" fmla="*/ 32902 h 111284"/>
                <a:gd name="connsiteX198" fmla="*/ 371839 w 1433269"/>
                <a:gd name="connsiteY198" fmla="*/ 32902 h 111284"/>
                <a:gd name="connsiteX199" fmla="*/ 371839 w 1433269"/>
                <a:gd name="connsiteY199" fmla="*/ 24193 h 111284"/>
                <a:gd name="connsiteX200" fmla="*/ 377633 w 1433269"/>
                <a:gd name="connsiteY200" fmla="*/ 24193 h 111284"/>
                <a:gd name="connsiteX201" fmla="*/ 377633 w 1433269"/>
                <a:gd name="connsiteY201" fmla="*/ 18387 h 111284"/>
                <a:gd name="connsiteX202" fmla="*/ 377633 w 1433269"/>
                <a:gd name="connsiteY202" fmla="*/ 8709 h 111284"/>
                <a:gd name="connsiteX203" fmla="*/ 380532 w 1433269"/>
                <a:gd name="connsiteY203" fmla="*/ 1936 h 111284"/>
                <a:gd name="connsiteX204" fmla="*/ 386327 w 1433269"/>
                <a:gd name="connsiteY204" fmla="*/ 0 h 111284"/>
                <a:gd name="connsiteX205" fmla="*/ 392121 w 1433269"/>
                <a:gd name="connsiteY205" fmla="*/ 967 h 111284"/>
                <a:gd name="connsiteX206" fmla="*/ 391156 w 1433269"/>
                <a:gd name="connsiteY206" fmla="*/ 9676 h 111284"/>
                <a:gd name="connsiteX207" fmla="*/ 387292 w 1433269"/>
                <a:gd name="connsiteY207" fmla="*/ 8709 h 111284"/>
                <a:gd name="connsiteX208" fmla="*/ 384395 w 1433269"/>
                <a:gd name="connsiteY208" fmla="*/ 11612 h 111284"/>
                <a:gd name="connsiteX209" fmla="*/ 383429 w 1433269"/>
                <a:gd name="connsiteY209" fmla="*/ 18387 h 111284"/>
                <a:gd name="connsiteX210" fmla="*/ 383429 w 1433269"/>
                <a:gd name="connsiteY210" fmla="*/ 24193 h 111284"/>
                <a:gd name="connsiteX211" fmla="*/ 389224 w 1433269"/>
                <a:gd name="connsiteY211" fmla="*/ 24193 h 111284"/>
                <a:gd name="connsiteX212" fmla="*/ 389224 w 1433269"/>
                <a:gd name="connsiteY212" fmla="*/ 32902 h 111284"/>
                <a:gd name="connsiteX213" fmla="*/ 383429 w 1433269"/>
                <a:gd name="connsiteY213" fmla="*/ 32902 h 111284"/>
                <a:gd name="connsiteX214" fmla="*/ 383429 w 1433269"/>
                <a:gd name="connsiteY214" fmla="*/ 86125 h 111284"/>
                <a:gd name="connsiteX215" fmla="*/ 377633 w 1433269"/>
                <a:gd name="connsiteY215" fmla="*/ 86125 h 111284"/>
                <a:gd name="connsiteX216" fmla="*/ 413369 w 1433269"/>
                <a:gd name="connsiteY216" fmla="*/ 86125 h 111284"/>
                <a:gd name="connsiteX217" fmla="*/ 413369 w 1433269"/>
                <a:gd name="connsiteY217" fmla="*/ 967 h 111284"/>
                <a:gd name="connsiteX218" fmla="*/ 447172 w 1433269"/>
                <a:gd name="connsiteY218" fmla="*/ 967 h 111284"/>
                <a:gd name="connsiteX219" fmla="*/ 447172 w 1433269"/>
                <a:gd name="connsiteY219" fmla="*/ 10645 h 111284"/>
                <a:gd name="connsiteX220" fmla="*/ 419163 w 1433269"/>
                <a:gd name="connsiteY220" fmla="*/ 10645 h 111284"/>
                <a:gd name="connsiteX221" fmla="*/ 419163 w 1433269"/>
                <a:gd name="connsiteY221" fmla="*/ 36772 h 111284"/>
                <a:gd name="connsiteX222" fmla="*/ 445240 w 1433269"/>
                <a:gd name="connsiteY222" fmla="*/ 36772 h 111284"/>
                <a:gd name="connsiteX223" fmla="*/ 445240 w 1433269"/>
                <a:gd name="connsiteY223" fmla="*/ 47417 h 111284"/>
                <a:gd name="connsiteX224" fmla="*/ 419163 w 1433269"/>
                <a:gd name="connsiteY224" fmla="*/ 47417 h 111284"/>
                <a:gd name="connsiteX225" fmla="*/ 419163 w 1433269"/>
                <a:gd name="connsiteY225" fmla="*/ 76447 h 111284"/>
                <a:gd name="connsiteX226" fmla="*/ 448138 w 1433269"/>
                <a:gd name="connsiteY226" fmla="*/ 76447 h 111284"/>
                <a:gd name="connsiteX227" fmla="*/ 448138 w 1433269"/>
                <a:gd name="connsiteY227" fmla="*/ 86125 h 111284"/>
                <a:gd name="connsiteX228" fmla="*/ 413369 w 1433269"/>
                <a:gd name="connsiteY228" fmla="*/ 86125 h 111284"/>
                <a:gd name="connsiteX229" fmla="*/ 458761 w 1433269"/>
                <a:gd name="connsiteY229" fmla="*/ 86125 h 111284"/>
                <a:gd name="connsiteX230" fmla="*/ 458761 w 1433269"/>
                <a:gd name="connsiteY230" fmla="*/ 967 h 111284"/>
                <a:gd name="connsiteX231" fmla="*/ 464558 w 1433269"/>
                <a:gd name="connsiteY231" fmla="*/ 967 h 111284"/>
                <a:gd name="connsiteX232" fmla="*/ 464558 w 1433269"/>
                <a:gd name="connsiteY232" fmla="*/ 86125 h 111284"/>
                <a:gd name="connsiteX233" fmla="*/ 458761 w 1433269"/>
                <a:gd name="connsiteY233" fmla="*/ 86125 h 111284"/>
                <a:gd name="connsiteX234" fmla="*/ 500292 w 1433269"/>
                <a:gd name="connsiteY234" fmla="*/ 65804 h 111284"/>
                <a:gd name="connsiteX235" fmla="*/ 506088 w 1433269"/>
                <a:gd name="connsiteY235" fmla="*/ 67738 h 111284"/>
                <a:gd name="connsiteX236" fmla="*/ 501259 w 1433269"/>
                <a:gd name="connsiteY236" fmla="*/ 82255 h 111284"/>
                <a:gd name="connsiteX237" fmla="*/ 491600 w 1433269"/>
                <a:gd name="connsiteY237" fmla="*/ 87092 h 111284"/>
                <a:gd name="connsiteX238" fmla="*/ 480011 w 1433269"/>
                <a:gd name="connsiteY238" fmla="*/ 79352 h 111284"/>
                <a:gd name="connsiteX239" fmla="*/ 475182 w 1433269"/>
                <a:gd name="connsiteY239" fmla="*/ 56126 h 111284"/>
                <a:gd name="connsiteX240" fmla="*/ 480011 w 1433269"/>
                <a:gd name="connsiteY240" fmla="*/ 31933 h 111284"/>
                <a:gd name="connsiteX241" fmla="*/ 491600 w 1433269"/>
                <a:gd name="connsiteY241" fmla="*/ 23224 h 111284"/>
                <a:gd name="connsiteX242" fmla="*/ 502224 w 1433269"/>
                <a:gd name="connsiteY242" fmla="*/ 31933 h 111284"/>
                <a:gd name="connsiteX243" fmla="*/ 506088 w 1433269"/>
                <a:gd name="connsiteY243" fmla="*/ 55159 h 111284"/>
                <a:gd name="connsiteX244" fmla="*/ 506088 w 1433269"/>
                <a:gd name="connsiteY244" fmla="*/ 58062 h 111284"/>
                <a:gd name="connsiteX245" fmla="*/ 480976 w 1433269"/>
                <a:gd name="connsiteY245" fmla="*/ 58062 h 111284"/>
                <a:gd name="connsiteX246" fmla="*/ 484838 w 1433269"/>
                <a:gd name="connsiteY246" fmla="*/ 73544 h 111284"/>
                <a:gd name="connsiteX247" fmla="*/ 491600 w 1433269"/>
                <a:gd name="connsiteY247" fmla="*/ 78383 h 111284"/>
                <a:gd name="connsiteX248" fmla="*/ 496429 w 1433269"/>
                <a:gd name="connsiteY248" fmla="*/ 75480 h 111284"/>
                <a:gd name="connsiteX249" fmla="*/ 500292 w 1433269"/>
                <a:gd name="connsiteY249" fmla="*/ 65804 h 111284"/>
                <a:gd name="connsiteX250" fmla="*/ 481941 w 1433269"/>
                <a:gd name="connsiteY250" fmla="*/ 49353 h 111284"/>
                <a:gd name="connsiteX251" fmla="*/ 500292 w 1433269"/>
                <a:gd name="connsiteY251" fmla="*/ 49353 h 111284"/>
                <a:gd name="connsiteX252" fmla="*/ 498362 w 1433269"/>
                <a:gd name="connsiteY252" fmla="*/ 37741 h 111284"/>
                <a:gd name="connsiteX253" fmla="*/ 491600 w 1433269"/>
                <a:gd name="connsiteY253" fmla="*/ 31933 h 111284"/>
                <a:gd name="connsiteX254" fmla="*/ 484838 w 1433269"/>
                <a:gd name="connsiteY254" fmla="*/ 36772 h 111284"/>
                <a:gd name="connsiteX255" fmla="*/ 481941 w 1433269"/>
                <a:gd name="connsiteY255" fmla="*/ 49353 h 111284"/>
                <a:gd name="connsiteX256" fmla="*/ 538925 w 1433269"/>
                <a:gd name="connsiteY256" fmla="*/ 63868 h 111284"/>
                <a:gd name="connsiteX257" fmla="*/ 544719 w 1433269"/>
                <a:gd name="connsiteY257" fmla="*/ 64835 h 111284"/>
                <a:gd name="connsiteX258" fmla="*/ 539890 w 1433269"/>
                <a:gd name="connsiteY258" fmla="*/ 81286 h 111284"/>
                <a:gd name="connsiteX259" fmla="*/ 531198 w 1433269"/>
                <a:gd name="connsiteY259" fmla="*/ 87092 h 111284"/>
                <a:gd name="connsiteX260" fmla="*/ 519609 w 1433269"/>
                <a:gd name="connsiteY260" fmla="*/ 79352 h 111284"/>
                <a:gd name="connsiteX261" fmla="*/ 515745 w 1433269"/>
                <a:gd name="connsiteY261" fmla="*/ 55159 h 111284"/>
                <a:gd name="connsiteX262" fmla="*/ 517677 w 1433269"/>
                <a:gd name="connsiteY262" fmla="*/ 37741 h 111284"/>
                <a:gd name="connsiteX263" fmla="*/ 522506 w 1433269"/>
                <a:gd name="connsiteY263" fmla="*/ 27096 h 111284"/>
                <a:gd name="connsiteX264" fmla="*/ 531198 w 1433269"/>
                <a:gd name="connsiteY264" fmla="*/ 23224 h 111284"/>
                <a:gd name="connsiteX265" fmla="*/ 539890 w 1433269"/>
                <a:gd name="connsiteY265" fmla="*/ 28063 h 111284"/>
                <a:gd name="connsiteX266" fmla="*/ 544719 w 1433269"/>
                <a:gd name="connsiteY266" fmla="*/ 42578 h 111284"/>
                <a:gd name="connsiteX267" fmla="*/ 538925 w 1433269"/>
                <a:gd name="connsiteY267" fmla="*/ 44514 h 111284"/>
                <a:gd name="connsiteX268" fmla="*/ 536028 w 1433269"/>
                <a:gd name="connsiteY268" fmla="*/ 34838 h 111284"/>
                <a:gd name="connsiteX269" fmla="*/ 531198 w 1433269"/>
                <a:gd name="connsiteY269" fmla="*/ 31933 h 111284"/>
                <a:gd name="connsiteX270" fmla="*/ 524439 w 1433269"/>
                <a:gd name="connsiteY270" fmla="*/ 37741 h 111284"/>
                <a:gd name="connsiteX271" fmla="*/ 521539 w 1433269"/>
                <a:gd name="connsiteY271" fmla="*/ 55159 h 111284"/>
                <a:gd name="connsiteX272" fmla="*/ 523472 w 1433269"/>
                <a:gd name="connsiteY272" fmla="*/ 73544 h 111284"/>
                <a:gd name="connsiteX273" fmla="*/ 531198 w 1433269"/>
                <a:gd name="connsiteY273" fmla="*/ 78383 h 111284"/>
                <a:gd name="connsiteX274" fmla="*/ 536028 w 1433269"/>
                <a:gd name="connsiteY274" fmla="*/ 75480 h 111284"/>
                <a:gd name="connsiteX275" fmla="*/ 538925 w 1433269"/>
                <a:gd name="connsiteY275" fmla="*/ 63868 h 111284"/>
                <a:gd name="connsiteX276" fmla="*/ 565967 w 1433269"/>
                <a:gd name="connsiteY276" fmla="*/ 76447 h 111284"/>
                <a:gd name="connsiteX277" fmla="*/ 566934 w 1433269"/>
                <a:gd name="connsiteY277" fmla="*/ 86125 h 111284"/>
                <a:gd name="connsiteX278" fmla="*/ 562105 w 1433269"/>
                <a:gd name="connsiteY278" fmla="*/ 87092 h 111284"/>
                <a:gd name="connsiteX279" fmla="*/ 557275 w 1433269"/>
                <a:gd name="connsiteY279" fmla="*/ 85158 h 111284"/>
                <a:gd name="connsiteX280" fmla="*/ 555343 w 1433269"/>
                <a:gd name="connsiteY280" fmla="*/ 80319 h 111284"/>
                <a:gd name="connsiteX281" fmla="*/ 554378 w 1433269"/>
                <a:gd name="connsiteY281" fmla="*/ 67738 h 111284"/>
                <a:gd name="connsiteX282" fmla="*/ 554378 w 1433269"/>
                <a:gd name="connsiteY282" fmla="*/ 32902 h 111284"/>
                <a:gd name="connsiteX283" fmla="*/ 550514 w 1433269"/>
                <a:gd name="connsiteY283" fmla="*/ 32902 h 111284"/>
                <a:gd name="connsiteX284" fmla="*/ 550514 w 1433269"/>
                <a:gd name="connsiteY284" fmla="*/ 24193 h 111284"/>
                <a:gd name="connsiteX285" fmla="*/ 554378 w 1433269"/>
                <a:gd name="connsiteY285" fmla="*/ 24193 h 111284"/>
                <a:gd name="connsiteX286" fmla="*/ 554378 w 1433269"/>
                <a:gd name="connsiteY286" fmla="*/ 9676 h 111284"/>
                <a:gd name="connsiteX287" fmla="*/ 560172 w 1433269"/>
                <a:gd name="connsiteY287" fmla="*/ 2903 h 111284"/>
                <a:gd name="connsiteX288" fmla="*/ 560172 w 1433269"/>
                <a:gd name="connsiteY288" fmla="*/ 24193 h 111284"/>
                <a:gd name="connsiteX289" fmla="*/ 565967 w 1433269"/>
                <a:gd name="connsiteY289" fmla="*/ 24193 h 111284"/>
                <a:gd name="connsiteX290" fmla="*/ 565967 w 1433269"/>
                <a:gd name="connsiteY290" fmla="*/ 32902 h 111284"/>
                <a:gd name="connsiteX291" fmla="*/ 560172 w 1433269"/>
                <a:gd name="connsiteY291" fmla="*/ 32902 h 111284"/>
                <a:gd name="connsiteX292" fmla="*/ 560172 w 1433269"/>
                <a:gd name="connsiteY292" fmla="*/ 68707 h 111284"/>
                <a:gd name="connsiteX293" fmla="*/ 560172 w 1433269"/>
                <a:gd name="connsiteY293" fmla="*/ 74513 h 111284"/>
                <a:gd name="connsiteX294" fmla="*/ 561140 w 1433269"/>
                <a:gd name="connsiteY294" fmla="*/ 76447 h 111284"/>
                <a:gd name="connsiteX295" fmla="*/ 563070 w 1433269"/>
                <a:gd name="connsiteY295" fmla="*/ 77416 h 111284"/>
                <a:gd name="connsiteX296" fmla="*/ 565967 w 1433269"/>
                <a:gd name="connsiteY296" fmla="*/ 76447 h 111284"/>
                <a:gd name="connsiteX297" fmla="*/ 574661 w 1433269"/>
                <a:gd name="connsiteY297" fmla="*/ 86125 h 111284"/>
                <a:gd name="connsiteX298" fmla="*/ 574661 w 1433269"/>
                <a:gd name="connsiteY298" fmla="*/ 24193 h 111284"/>
                <a:gd name="connsiteX299" fmla="*/ 580455 w 1433269"/>
                <a:gd name="connsiteY299" fmla="*/ 24193 h 111284"/>
                <a:gd name="connsiteX300" fmla="*/ 580455 w 1433269"/>
                <a:gd name="connsiteY300" fmla="*/ 33869 h 111284"/>
                <a:gd name="connsiteX301" fmla="*/ 584317 w 1433269"/>
                <a:gd name="connsiteY301" fmla="*/ 25160 h 111284"/>
                <a:gd name="connsiteX302" fmla="*/ 587217 w 1433269"/>
                <a:gd name="connsiteY302" fmla="*/ 23224 h 111284"/>
                <a:gd name="connsiteX303" fmla="*/ 593011 w 1433269"/>
                <a:gd name="connsiteY303" fmla="*/ 26127 h 111284"/>
                <a:gd name="connsiteX304" fmla="*/ 591079 w 1433269"/>
                <a:gd name="connsiteY304" fmla="*/ 35805 h 111284"/>
                <a:gd name="connsiteX305" fmla="*/ 587217 w 1433269"/>
                <a:gd name="connsiteY305" fmla="*/ 33869 h 111284"/>
                <a:gd name="connsiteX306" fmla="*/ 584317 w 1433269"/>
                <a:gd name="connsiteY306" fmla="*/ 35805 h 111284"/>
                <a:gd name="connsiteX307" fmla="*/ 581420 w 1433269"/>
                <a:gd name="connsiteY307" fmla="*/ 41611 h 111284"/>
                <a:gd name="connsiteX308" fmla="*/ 580455 w 1433269"/>
                <a:gd name="connsiteY308" fmla="*/ 54190 h 111284"/>
                <a:gd name="connsiteX309" fmla="*/ 580455 w 1433269"/>
                <a:gd name="connsiteY309" fmla="*/ 86125 h 111284"/>
                <a:gd name="connsiteX310" fmla="*/ 574661 w 1433269"/>
                <a:gd name="connsiteY310" fmla="*/ 86125 h 111284"/>
                <a:gd name="connsiteX311" fmla="*/ 597840 w 1433269"/>
                <a:gd name="connsiteY311" fmla="*/ 55159 h 111284"/>
                <a:gd name="connsiteX312" fmla="*/ 603635 w 1433269"/>
                <a:gd name="connsiteY312" fmla="*/ 29999 h 111284"/>
                <a:gd name="connsiteX313" fmla="*/ 614259 w 1433269"/>
                <a:gd name="connsiteY313" fmla="*/ 23224 h 111284"/>
                <a:gd name="connsiteX314" fmla="*/ 625848 w 1433269"/>
                <a:gd name="connsiteY314" fmla="*/ 30966 h 111284"/>
                <a:gd name="connsiteX315" fmla="*/ 629712 w 1433269"/>
                <a:gd name="connsiteY315" fmla="*/ 54190 h 111284"/>
                <a:gd name="connsiteX316" fmla="*/ 627780 w 1433269"/>
                <a:gd name="connsiteY316" fmla="*/ 73544 h 111284"/>
                <a:gd name="connsiteX317" fmla="*/ 621985 w 1433269"/>
                <a:gd name="connsiteY317" fmla="*/ 83222 h 111284"/>
                <a:gd name="connsiteX318" fmla="*/ 614259 w 1433269"/>
                <a:gd name="connsiteY318" fmla="*/ 87092 h 111284"/>
                <a:gd name="connsiteX319" fmla="*/ 602668 w 1433269"/>
                <a:gd name="connsiteY319" fmla="*/ 79352 h 111284"/>
                <a:gd name="connsiteX320" fmla="*/ 597840 w 1433269"/>
                <a:gd name="connsiteY320" fmla="*/ 55159 h 111284"/>
                <a:gd name="connsiteX321" fmla="*/ 604600 w 1433269"/>
                <a:gd name="connsiteY321" fmla="*/ 55159 h 111284"/>
                <a:gd name="connsiteX322" fmla="*/ 606532 w 1433269"/>
                <a:gd name="connsiteY322" fmla="*/ 72577 h 111284"/>
                <a:gd name="connsiteX323" fmla="*/ 614259 w 1433269"/>
                <a:gd name="connsiteY323" fmla="*/ 78383 h 111284"/>
                <a:gd name="connsiteX324" fmla="*/ 621018 w 1433269"/>
                <a:gd name="connsiteY324" fmla="*/ 72577 h 111284"/>
                <a:gd name="connsiteX325" fmla="*/ 623917 w 1433269"/>
                <a:gd name="connsiteY325" fmla="*/ 55159 h 111284"/>
                <a:gd name="connsiteX326" fmla="*/ 621018 w 1433269"/>
                <a:gd name="connsiteY326" fmla="*/ 37741 h 111284"/>
                <a:gd name="connsiteX327" fmla="*/ 614259 w 1433269"/>
                <a:gd name="connsiteY327" fmla="*/ 31933 h 111284"/>
                <a:gd name="connsiteX328" fmla="*/ 606532 w 1433269"/>
                <a:gd name="connsiteY328" fmla="*/ 37741 h 111284"/>
                <a:gd name="connsiteX329" fmla="*/ 604600 w 1433269"/>
                <a:gd name="connsiteY329" fmla="*/ 55159 h 111284"/>
                <a:gd name="connsiteX330" fmla="*/ 640336 w 1433269"/>
                <a:gd name="connsiteY330" fmla="*/ 86125 h 111284"/>
                <a:gd name="connsiteX331" fmla="*/ 640336 w 1433269"/>
                <a:gd name="connsiteY331" fmla="*/ 24193 h 111284"/>
                <a:gd name="connsiteX332" fmla="*/ 645165 w 1433269"/>
                <a:gd name="connsiteY332" fmla="*/ 24193 h 111284"/>
                <a:gd name="connsiteX333" fmla="*/ 645165 w 1433269"/>
                <a:gd name="connsiteY333" fmla="*/ 32902 h 111284"/>
                <a:gd name="connsiteX334" fmla="*/ 655789 w 1433269"/>
                <a:gd name="connsiteY334" fmla="*/ 23224 h 111284"/>
                <a:gd name="connsiteX335" fmla="*/ 661583 w 1433269"/>
                <a:gd name="connsiteY335" fmla="*/ 25160 h 111284"/>
                <a:gd name="connsiteX336" fmla="*/ 665446 w 1433269"/>
                <a:gd name="connsiteY336" fmla="*/ 29999 h 111284"/>
                <a:gd name="connsiteX337" fmla="*/ 667378 w 1433269"/>
                <a:gd name="connsiteY337" fmla="*/ 37741 h 111284"/>
                <a:gd name="connsiteX338" fmla="*/ 667378 w 1433269"/>
                <a:gd name="connsiteY338" fmla="*/ 48384 h 111284"/>
                <a:gd name="connsiteX339" fmla="*/ 667378 w 1433269"/>
                <a:gd name="connsiteY339" fmla="*/ 86125 h 111284"/>
                <a:gd name="connsiteX340" fmla="*/ 661583 w 1433269"/>
                <a:gd name="connsiteY340" fmla="*/ 86125 h 111284"/>
                <a:gd name="connsiteX341" fmla="*/ 661583 w 1433269"/>
                <a:gd name="connsiteY341" fmla="*/ 48384 h 111284"/>
                <a:gd name="connsiteX342" fmla="*/ 661583 w 1433269"/>
                <a:gd name="connsiteY342" fmla="*/ 38708 h 111284"/>
                <a:gd name="connsiteX343" fmla="*/ 658686 w 1433269"/>
                <a:gd name="connsiteY343" fmla="*/ 33869 h 111284"/>
                <a:gd name="connsiteX344" fmla="*/ 654822 w 1433269"/>
                <a:gd name="connsiteY344" fmla="*/ 31933 h 111284"/>
                <a:gd name="connsiteX345" fmla="*/ 649027 w 1433269"/>
                <a:gd name="connsiteY345" fmla="*/ 36772 h 111284"/>
                <a:gd name="connsiteX346" fmla="*/ 646130 w 1433269"/>
                <a:gd name="connsiteY346" fmla="*/ 52256 h 111284"/>
                <a:gd name="connsiteX347" fmla="*/ 646130 w 1433269"/>
                <a:gd name="connsiteY347" fmla="*/ 86125 h 111284"/>
                <a:gd name="connsiteX348" fmla="*/ 640336 w 1433269"/>
                <a:gd name="connsiteY348" fmla="*/ 86125 h 111284"/>
                <a:gd name="connsiteX349" fmla="*/ 679934 w 1433269"/>
                <a:gd name="connsiteY349" fmla="*/ 13548 h 111284"/>
                <a:gd name="connsiteX350" fmla="*/ 679934 w 1433269"/>
                <a:gd name="connsiteY350" fmla="*/ 967 h 111284"/>
                <a:gd name="connsiteX351" fmla="*/ 685728 w 1433269"/>
                <a:gd name="connsiteY351" fmla="*/ 967 h 111284"/>
                <a:gd name="connsiteX352" fmla="*/ 685728 w 1433269"/>
                <a:gd name="connsiteY352" fmla="*/ 13548 h 111284"/>
                <a:gd name="connsiteX353" fmla="*/ 679934 w 1433269"/>
                <a:gd name="connsiteY353" fmla="*/ 13548 h 111284"/>
                <a:gd name="connsiteX354" fmla="*/ 679934 w 1433269"/>
                <a:gd name="connsiteY354" fmla="*/ 86125 h 111284"/>
                <a:gd name="connsiteX355" fmla="*/ 679934 w 1433269"/>
                <a:gd name="connsiteY355" fmla="*/ 24193 h 111284"/>
                <a:gd name="connsiteX356" fmla="*/ 685728 w 1433269"/>
                <a:gd name="connsiteY356" fmla="*/ 24193 h 111284"/>
                <a:gd name="connsiteX357" fmla="*/ 685728 w 1433269"/>
                <a:gd name="connsiteY357" fmla="*/ 86125 h 111284"/>
                <a:gd name="connsiteX358" fmla="*/ 679934 w 1433269"/>
                <a:gd name="connsiteY358" fmla="*/ 86125 h 111284"/>
                <a:gd name="connsiteX359" fmla="*/ 720497 w 1433269"/>
                <a:gd name="connsiteY359" fmla="*/ 63868 h 111284"/>
                <a:gd name="connsiteX360" fmla="*/ 726294 w 1433269"/>
                <a:gd name="connsiteY360" fmla="*/ 64835 h 111284"/>
                <a:gd name="connsiteX361" fmla="*/ 721464 w 1433269"/>
                <a:gd name="connsiteY361" fmla="*/ 81286 h 111284"/>
                <a:gd name="connsiteX362" fmla="*/ 711805 w 1433269"/>
                <a:gd name="connsiteY362" fmla="*/ 87092 h 111284"/>
                <a:gd name="connsiteX363" fmla="*/ 701182 w 1433269"/>
                <a:gd name="connsiteY363" fmla="*/ 79352 h 111284"/>
                <a:gd name="connsiteX364" fmla="*/ 696352 w 1433269"/>
                <a:gd name="connsiteY364" fmla="*/ 55159 h 111284"/>
                <a:gd name="connsiteX365" fmla="*/ 698284 w 1433269"/>
                <a:gd name="connsiteY365" fmla="*/ 37741 h 111284"/>
                <a:gd name="connsiteX366" fmla="*/ 704079 w 1433269"/>
                <a:gd name="connsiteY366" fmla="*/ 27096 h 111284"/>
                <a:gd name="connsiteX367" fmla="*/ 711805 w 1433269"/>
                <a:gd name="connsiteY367" fmla="*/ 23224 h 111284"/>
                <a:gd name="connsiteX368" fmla="*/ 720497 w 1433269"/>
                <a:gd name="connsiteY368" fmla="*/ 28063 h 111284"/>
                <a:gd name="connsiteX369" fmla="*/ 725327 w 1433269"/>
                <a:gd name="connsiteY369" fmla="*/ 42578 h 111284"/>
                <a:gd name="connsiteX370" fmla="*/ 719532 w 1433269"/>
                <a:gd name="connsiteY370" fmla="*/ 44514 h 111284"/>
                <a:gd name="connsiteX371" fmla="*/ 716635 w 1433269"/>
                <a:gd name="connsiteY371" fmla="*/ 34838 h 111284"/>
                <a:gd name="connsiteX372" fmla="*/ 711805 w 1433269"/>
                <a:gd name="connsiteY372" fmla="*/ 31933 h 111284"/>
                <a:gd name="connsiteX373" fmla="*/ 705046 w 1433269"/>
                <a:gd name="connsiteY373" fmla="*/ 37741 h 111284"/>
                <a:gd name="connsiteX374" fmla="*/ 702147 w 1433269"/>
                <a:gd name="connsiteY374" fmla="*/ 55159 h 111284"/>
                <a:gd name="connsiteX375" fmla="*/ 705046 w 1433269"/>
                <a:gd name="connsiteY375" fmla="*/ 73544 h 111284"/>
                <a:gd name="connsiteX376" fmla="*/ 711805 w 1433269"/>
                <a:gd name="connsiteY376" fmla="*/ 78383 h 111284"/>
                <a:gd name="connsiteX377" fmla="*/ 717600 w 1433269"/>
                <a:gd name="connsiteY377" fmla="*/ 75480 h 111284"/>
                <a:gd name="connsiteX378" fmla="*/ 720497 w 1433269"/>
                <a:gd name="connsiteY378" fmla="*/ 63868 h 111284"/>
                <a:gd name="connsiteX379" fmla="*/ 747541 w 1433269"/>
                <a:gd name="connsiteY379" fmla="*/ 59029 h 111284"/>
                <a:gd name="connsiteX380" fmla="*/ 753336 w 1433269"/>
                <a:gd name="connsiteY380" fmla="*/ 58062 h 111284"/>
                <a:gd name="connsiteX381" fmla="*/ 755268 w 1433269"/>
                <a:gd name="connsiteY381" fmla="*/ 68707 h 111284"/>
                <a:gd name="connsiteX382" fmla="*/ 760097 w 1433269"/>
                <a:gd name="connsiteY382" fmla="*/ 74513 h 111284"/>
                <a:gd name="connsiteX383" fmla="*/ 766857 w 1433269"/>
                <a:gd name="connsiteY383" fmla="*/ 77416 h 111284"/>
                <a:gd name="connsiteX384" fmla="*/ 773618 w 1433269"/>
                <a:gd name="connsiteY384" fmla="*/ 75480 h 111284"/>
                <a:gd name="connsiteX385" fmla="*/ 777481 w 1433269"/>
                <a:gd name="connsiteY385" fmla="*/ 70641 h 111284"/>
                <a:gd name="connsiteX386" fmla="*/ 778448 w 1433269"/>
                <a:gd name="connsiteY386" fmla="*/ 62901 h 111284"/>
                <a:gd name="connsiteX387" fmla="*/ 777481 w 1433269"/>
                <a:gd name="connsiteY387" fmla="*/ 56126 h 111284"/>
                <a:gd name="connsiteX388" fmla="*/ 773618 w 1433269"/>
                <a:gd name="connsiteY388" fmla="*/ 51287 h 111284"/>
                <a:gd name="connsiteX389" fmla="*/ 764925 w 1433269"/>
                <a:gd name="connsiteY389" fmla="*/ 46450 h 111284"/>
                <a:gd name="connsiteX390" fmla="*/ 756233 w 1433269"/>
                <a:gd name="connsiteY390" fmla="*/ 41611 h 111284"/>
                <a:gd name="connsiteX391" fmla="*/ 751404 w 1433269"/>
                <a:gd name="connsiteY391" fmla="*/ 33869 h 111284"/>
                <a:gd name="connsiteX392" fmla="*/ 749473 w 1433269"/>
                <a:gd name="connsiteY392" fmla="*/ 23224 h 111284"/>
                <a:gd name="connsiteX393" fmla="*/ 751404 w 1433269"/>
                <a:gd name="connsiteY393" fmla="*/ 10645 h 111284"/>
                <a:gd name="connsiteX394" fmla="*/ 757198 w 1433269"/>
                <a:gd name="connsiteY394" fmla="*/ 2903 h 111284"/>
                <a:gd name="connsiteX395" fmla="*/ 765892 w 1433269"/>
                <a:gd name="connsiteY395" fmla="*/ 0 h 111284"/>
                <a:gd name="connsiteX396" fmla="*/ 774584 w 1433269"/>
                <a:gd name="connsiteY396" fmla="*/ 2903 h 111284"/>
                <a:gd name="connsiteX397" fmla="*/ 781345 w 1433269"/>
                <a:gd name="connsiteY397" fmla="*/ 11612 h 111284"/>
                <a:gd name="connsiteX398" fmla="*/ 783275 w 1433269"/>
                <a:gd name="connsiteY398" fmla="*/ 25160 h 111284"/>
                <a:gd name="connsiteX399" fmla="*/ 777481 w 1433269"/>
                <a:gd name="connsiteY399" fmla="*/ 26127 h 111284"/>
                <a:gd name="connsiteX400" fmla="*/ 774584 w 1433269"/>
                <a:gd name="connsiteY400" fmla="*/ 13548 h 111284"/>
                <a:gd name="connsiteX401" fmla="*/ 765892 w 1433269"/>
                <a:gd name="connsiteY401" fmla="*/ 9676 h 111284"/>
                <a:gd name="connsiteX402" fmla="*/ 758165 w 1433269"/>
                <a:gd name="connsiteY402" fmla="*/ 13548 h 111284"/>
                <a:gd name="connsiteX403" fmla="*/ 755268 w 1433269"/>
                <a:gd name="connsiteY403" fmla="*/ 22257 h 111284"/>
                <a:gd name="connsiteX404" fmla="*/ 757198 w 1433269"/>
                <a:gd name="connsiteY404" fmla="*/ 29999 h 111284"/>
                <a:gd name="connsiteX405" fmla="*/ 766857 w 1433269"/>
                <a:gd name="connsiteY405" fmla="*/ 35805 h 111284"/>
                <a:gd name="connsiteX406" fmla="*/ 776516 w 1433269"/>
                <a:gd name="connsiteY406" fmla="*/ 41611 h 111284"/>
                <a:gd name="connsiteX407" fmla="*/ 782310 w 1433269"/>
                <a:gd name="connsiteY407" fmla="*/ 50320 h 111284"/>
                <a:gd name="connsiteX408" fmla="*/ 784242 w 1433269"/>
                <a:gd name="connsiteY408" fmla="*/ 61932 h 111284"/>
                <a:gd name="connsiteX409" fmla="*/ 782310 w 1433269"/>
                <a:gd name="connsiteY409" fmla="*/ 74513 h 111284"/>
                <a:gd name="connsiteX410" fmla="*/ 776516 w 1433269"/>
                <a:gd name="connsiteY410" fmla="*/ 84189 h 111284"/>
                <a:gd name="connsiteX411" fmla="*/ 767824 w 1433269"/>
                <a:gd name="connsiteY411" fmla="*/ 87092 h 111284"/>
                <a:gd name="connsiteX412" fmla="*/ 757198 w 1433269"/>
                <a:gd name="connsiteY412" fmla="*/ 84189 h 111284"/>
                <a:gd name="connsiteX413" fmla="*/ 750438 w 1433269"/>
                <a:gd name="connsiteY413" fmla="*/ 73544 h 111284"/>
                <a:gd name="connsiteX414" fmla="*/ 747541 w 1433269"/>
                <a:gd name="connsiteY414" fmla="*/ 59029 h 111284"/>
                <a:gd name="connsiteX415" fmla="*/ 818046 w 1433269"/>
                <a:gd name="connsiteY415" fmla="*/ 63868 h 111284"/>
                <a:gd name="connsiteX416" fmla="*/ 823840 w 1433269"/>
                <a:gd name="connsiteY416" fmla="*/ 64835 h 111284"/>
                <a:gd name="connsiteX417" fmla="*/ 819011 w 1433269"/>
                <a:gd name="connsiteY417" fmla="*/ 81286 h 111284"/>
                <a:gd name="connsiteX418" fmla="*/ 809352 w 1433269"/>
                <a:gd name="connsiteY418" fmla="*/ 87092 h 111284"/>
                <a:gd name="connsiteX419" fmla="*/ 798728 w 1433269"/>
                <a:gd name="connsiteY419" fmla="*/ 79352 h 111284"/>
                <a:gd name="connsiteX420" fmla="*/ 793901 w 1433269"/>
                <a:gd name="connsiteY420" fmla="*/ 55159 h 111284"/>
                <a:gd name="connsiteX421" fmla="*/ 795831 w 1433269"/>
                <a:gd name="connsiteY421" fmla="*/ 37741 h 111284"/>
                <a:gd name="connsiteX422" fmla="*/ 801628 w 1433269"/>
                <a:gd name="connsiteY422" fmla="*/ 27096 h 111284"/>
                <a:gd name="connsiteX423" fmla="*/ 809352 w 1433269"/>
                <a:gd name="connsiteY423" fmla="*/ 23224 h 111284"/>
                <a:gd name="connsiteX424" fmla="*/ 819011 w 1433269"/>
                <a:gd name="connsiteY424" fmla="*/ 28063 h 111284"/>
                <a:gd name="connsiteX425" fmla="*/ 822875 w 1433269"/>
                <a:gd name="connsiteY425" fmla="*/ 42578 h 111284"/>
                <a:gd name="connsiteX426" fmla="*/ 818046 w 1433269"/>
                <a:gd name="connsiteY426" fmla="*/ 44514 h 111284"/>
                <a:gd name="connsiteX427" fmla="*/ 815149 w 1433269"/>
                <a:gd name="connsiteY427" fmla="*/ 34838 h 111284"/>
                <a:gd name="connsiteX428" fmla="*/ 810319 w 1433269"/>
                <a:gd name="connsiteY428" fmla="*/ 31933 h 111284"/>
                <a:gd name="connsiteX429" fmla="*/ 802593 w 1433269"/>
                <a:gd name="connsiteY429" fmla="*/ 37741 h 111284"/>
                <a:gd name="connsiteX430" fmla="*/ 799695 w 1433269"/>
                <a:gd name="connsiteY430" fmla="*/ 55159 h 111284"/>
                <a:gd name="connsiteX431" fmla="*/ 802593 w 1433269"/>
                <a:gd name="connsiteY431" fmla="*/ 73544 h 111284"/>
                <a:gd name="connsiteX432" fmla="*/ 809352 w 1433269"/>
                <a:gd name="connsiteY432" fmla="*/ 78383 h 111284"/>
                <a:gd name="connsiteX433" fmla="*/ 815149 w 1433269"/>
                <a:gd name="connsiteY433" fmla="*/ 75480 h 111284"/>
                <a:gd name="connsiteX434" fmla="*/ 818046 w 1433269"/>
                <a:gd name="connsiteY434" fmla="*/ 63868 h 111284"/>
                <a:gd name="connsiteX435" fmla="*/ 832532 w 1433269"/>
                <a:gd name="connsiteY435" fmla="*/ 13548 h 111284"/>
                <a:gd name="connsiteX436" fmla="*/ 832532 w 1433269"/>
                <a:gd name="connsiteY436" fmla="*/ 967 h 111284"/>
                <a:gd name="connsiteX437" fmla="*/ 838328 w 1433269"/>
                <a:gd name="connsiteY437" fmla="*/ 967 h 111284"/>
                <a:gd name="connsiteX438" fmla="*/ 838328 w 1433269"/>
                <a:gd name="connsiteY438" fmla="*/ 13548 h 111284"/>
                <a:gd name="connsiteX439" fmla="*/ 832532 w 1433269"/>
                <a:gd name="connsiteY439" fmla="*/ 13548 h 111284"/>
                <a:gd name="connsiteX440" fmla="*/ 832532 w 1433269"/>
                <a:gd name="connsiteY440" fmla="*/ 86125 h 111284"/>
                <a:gd name="connsiteX441" fmla="*/ 832532 w 1433269"/>
                <a:gd name="connsiteY441" fmla="*/ 24193 h 111284"/>
                <a:gd name="connsiteX442" fmla="*/ 838328 w 1433269"/>
                <a:gd name="connsiteY442" fmla="*/ 24193 h 111284"/>
                <a:gd name="connsiteX443" fmla="*/ 838328 w 1433269"/>
                <a:gd name="connsiteY443" fmla="*/ 86125 h 111284"/>
                <a:gd name="connsiteX444" fmla="*/ 832532 w 1433269"/>
                <a:gd name="connsiteY444" fmla="*/ 86125 h 111284"/>
                <a:gd name="connsiteX445" fmla="*/ 873097 w 1433269"/>
                <a:gd name="connsiteY445" fmla="*/ 65804 h 111284"/>
                <a:gd name="connsiteX446" fmla="*/ 879857 w 1433269"/>
                <a:gd name="connsiteY446" fmla="*/ 67738 h 111284"/>
                <a:gd name="connsiteX447" fmla="*/ 874062 w 1433269"/>
                <a:gd name="connsiteY447" fmla="*/ 82255 h 111284"/>
                <a:gd name="connsiteX448" fmla="*/ 864406 w 1433269"/>
                <a:gd name="connsiteY448" fmla="*/ 87092 h 111284"/>
                <a:gd name="connsiteX449" fmla="*/ 852815 w 1433269"/>
                <a:gd name="connsiteY449" fmla="*/ 79352 h 111284"/>
                <a:gd name="connsiteX450" fmla="*/ 847985 w 1433269"/>
                <a:gd name="connsiteY450" fmla="*/ 56126 h 111284"/>
                <a:gd name="connsiteX451" fmla="*/ 852815 w 1433269"/>
                <a:gd name="connsiteY451" fmla="*/ 31933 h 111284"/>
                <a:gd name="connsiteX452" fmla="*/ 864406 w 1433269"/>
                <a:gd name="connsiteY452" fmla="*/ 23224 h 111284"/>
                <a:gd name="connsiteX453" fmla="*/ 875027 w 1433269"/>
                <a:gd name="connsiteY453" fmla="*/ 31933 h 111284"/>
                <a:gd name="connsiteX454" fmla="*/ 879857 w 1433269"/>
                <a:gd name="connsiteY454" fmla="*/ 55159 h 111284"/>
                <a:gd name="connsiteX455" fmla="*/ 879857 w 1433269"/>
                <a:gd name="connsiteY455" fmla="*/ 58062 h 111284"/>
                <a:gd name="connsiteX456" fmla="*/ 854747 w 1433269"/>
                <a:gd name="connsiteY456" fmla="*/ 58062 h 111284"/>
                <a:gd name="connsiteX457" fmla="*/ 857644 w 1433269"/>
                <a:gd name="connsiteY457" fmla="*/ 73544 h 111284"/>
                <a:gd name="connsiteX458" fmla="*/ 864406 w 1433269"/>
                <a:gd name="connsiteY458" fmla="*/ 78383 h 111284"/>
                <a:gd name="connsiteX459" fmla="*/ 870200 w 1433269"/>
                <a:gd name="connsiteY459" fmla="*/ 75480 h 111284"/>
                <a:gd name="connsiteX460" fmla="*/ 873097 w 1433269"/>
                <a:gd name="connsiteY460" fmla="*/ 65804 h 111284"/>
                <a:gd name="connsiteX461" fmla="*/ 854747 w 1433269"/>
                <a:gd name="connsiteY461" fmla="*/ 49353 h 111284"/>
                <a:gd name="connsiteX462" fmla="*/ 873097 w 1433269"/>
                <a:gd name="connsiteY462" fmla="*/ 49353 h 111284"/>
                <a:gd name="connsiteX463" fmla="*/ 871165 w 1433269"/>
                <a:gd name="connsiteY463" fmla="*/ 37741 h 111284"/>
                <a:gd name="connsiteX464" fmla="*/ 864406 w 1433269"/>
                <a:gd name="connsiteY464" fmla="*/ 31933 h 111284"/>
                <a:gd name="connsiteX465" fmla="*/ 857644 w 1433269"/>
                <a:gd name="connsiteY465" fmla="*/ 36772 h 111284"/>
                <a:gd name="connsiteX466" fmla="*/ 854747 w 1433269"/>
                <a:gd name="connsiteY466" fmla="*/ 49353 h 111284"/>
                <a:gd name="connsiteX467" fmla="*/ 890481 w 1433269"/>
                <a:gd name="connsiteY467" fmla="*/ 86125 h 111284"/>
                <a:gd name="connsiteX468" fmla="*/ 890481 w 1433269"/>
                <a:gd name="connsiteY468" fmla="*/ 24193 h 111284"/>
                <a:gd name="connsiteX469" fmla="*/ 895310 w 1433269"/>
                <a:gd name="connsiteY469" fmla="*/ 24193 h 111284"/>
                <a:gd name="connsiteX470" fmla="*/ 895310 w 1433269"/>
                <a:gd name="connsiteY470" fmla="*/ 32902 h 111284"/>
                <a:gd name="connsiteX471" fmla="*/ 905934 w 1433269"/>
                <a:gd name="connsiteY471" fmla="*/ 23224 h 111284"/>
                <a:gd name="connsiteX472" fmla="*/ 911730 w 1433269"/>
                <a:gd name="connsiteY472" fmla="*/ 25160 h 111284"/>
                <a:gd name="connsiteX473" fmla="*/ 915593 w 1433269"/>
                <a:gd name="connsiteY473" fmla="*/ 29999 h 111284"/>
                <a:gd name="connsiteX474" fmla="*/ 917525 w 1433269"/>
                <a:gd name="connsiteY474" fmla="*/ 37741 h 111284"/>
                <a:gd name="connsiteX475" fmla="*/ 917525 w 1433269"/>
                <a:gd name="connsiteY475" fmla="*/ 48384 h 111284"/>
                <a:gd name="connsiteX476" fmla="*/ 917525 w 1433269"/>
                <a:gd name="connsiteY476" fmla="*/ 86125 h 111284"/>
                <a:gd name="connsiteX477" fmla="*/ 911730 w 1433269"/>
                <a:gd name="connsiteY477" fmla="*/ 86125 h 111284"/>
                <a:gd name="connsiteX478" fmla="*/ 911730 w 1433269"/>
                <a:gd name="connsiteY478" fmla="*/ 48384 h 111284"/>
                <a:gd name="connsiteX479" fmla="*/ 911730 w 1433269"/>
                <a:gd name="connsiteY479" fmla="*/ 38708 h 111284"/>
                <a:gd name="connsiteX480" fmla="*/ 908831 w 1433269"/>
                <a:gd name="connsiteY480" fmla="*/ 33869 h 111284"/>
                <a:gd name="connsiteX481" fmla="*/ 904969 w 1433269"/>
                <a:gd name="connsiteY481" fmla="*/ 31933 h 111284"/>
                <a:gd name="connsiteX482" fmla="*/ 898207 w 1433269"/>
                <a:gd name="connsiteY482" fmla="*/ 36772 h 111284"/>
                <a:gd name="connsiteX483" fmla="*/ 896277 w 1433269"/>
                <a:gd name="connsiteY483" fmla="*/ 52256 h 111284"/>
                <a:gd name="connsiteX484" fmla="*/ 896277 w 1433269"/>
                <a:gd name="connsiteY484" fmla="*/ 86125 h 111284"/>
                <a:gd name="connsiteX485" fmla="*/ 890481 w 1433269"/>
                <a:gd name="connsiteY485" fmla="*/ 86125 h 111284"/>
                <a:gd name="connsiteX486" fmla="*/ 952294 w 1433269"/>
                <a:gd name="connsiteY486" fmla="*/ 63868 h 111284"/>
                <a:gd name="connsiteX487" fmla="*/ 958088 w 1433269"/>
                <a:gd name="connsiteY487" fmla="*/ 64835 h 111284"/>
                <a:gd name="connsiteX488" fmla="*/ 953259 w 1433269"/>
                <a:gd name="connsiteY488" fmla="*/ 81286 h 111284"/>
                <a:gd name="connsiteX489" fmla="*/ 943602 w 1433269"/>
                <a:gd name="connsiteY489" fmla="*/ 87092 h 111284"/>
                <a:gd name="connsiteX490" fmla="*/ 932978 w 1433269"/>
                <a:gd name="connsiteY490" fmla="*/ 79352 h 111284"/>
                <a:gd name="connsiteX491" fmla="*/ 928149 w 1433269"/>
                <a:gd name="connsiteY491" fmla="*/ 55159 h 111284"/>
                <a:gd name="connsiteX492" fmla="*/ 930081 w 1433269"/>
                <a:gd name="connsiteY492" fmla="*/ 37741 h 111284"/>
                <a:gd name="connsiteX493" fmla="*/ 935875 w 1433269"/>
                <a:gd name="connsiteY493" fmla="*/ 27096 h 111284"/>
                <a:gd name="connsiteX494" fmla="*/ 943602 w 1433269"/>
                <a:gd name="connsiteY494" fmla="*/ 23224 h 111284"/>
                <a:gd name="connsiteX495" fmla="*/ 952294 w 1433269"/>
                <a:gd name="connsiteY495" fmla="*/ 28063 h 111284"/>
                <a:gd name="connsiteX496" fmla="*/ 957123 w 1433269"/>
                <a:gd name="connsiteY496" fmla="*/ 42578 h 111284"/>
                <a:gd name="connsiteX497" fmla="*/ 951328 w 1433269"/>
                <a:gd name="connsiteY497" fmla="*/ 44514 h 111284"/>
                <a:gd name="connsiteX498" fmla="*/ 948431 w 1433269"/>
                <a:gd name="connsiteY498" fmla="*/ 34838 h 111284"/>
                <a:gd name="connsiteX499" fmla="*/ 943602 w 1433269"/>
                <a:gd name="connsiteY499" fmla="*/ 31933 h 111284"/>
                <a:gd name="connsiteX500" fmla="*/ 936840 w 1433269"/>
                <a:gd name="connsiteY500" fmla="*/ 37741 h 111284"/>
                <a:gd name="connsiteX501" fmla="*/ 933943 w 1433269"/>
                <a:gd name="connsiteY501" fmla="*/ 55159 h 111284"/>
                <a:gd name="connsiteX502" fmla="*/ 936840 w 1433269"/>
                <a:gd name="connsiteY502" fmla="*/ 73544 h 111284"/>
                <a:gd name="connsiteX503" fmla="*/ 943602 w 1433269"/>
                <a:gd name="connsiteY503" fmla="*/ 78383 h 111284"/>
                <a:gd name="connsiteX504" fmla="*/ 949396 w 1433269"/>
                <a:gd name="connsiteY504" fmla="*/ 75480 h 111284"/>
                <a:gd name="connsiteX505" fmla="*/ 952294 w 1433269"/>
                <a:gd name="connsiteY505" fmla="*/ 63868 h 111284"/>
                <a:gd name="connsiteX506" fmla="*/ 988994 w 1433269"/>
                <a:gd name="connsiteY506" fmla="*/ 65804 h 111284"/>
                <a:gd name="connsiteX507" fmla="*/ 995756 w 1433269"/>
                <a:gd name="connsiteY507" fmla="*/ 67738 h 111284"/>
                <a:gd name="connsiteX508" fmla="*/ 989960 w 1433269"/>
                <a:gd name="connsiteY508" fmla="*/ 82255 h 111284"/>
                <a:gd name="connsiteX509" fmla="*/ 980303 w 1433269"/>
                <a:gd name="connsiteY509" fmla="*/ 87092 h 111284"/>
                <a:gd name="connsiteX510" fmla="*/ 968712 w 1433269"/>
                <a:gd name="connsiteY510" fmla="*/ 79352 h 111284"/>
                <a:gd name="connsiteX511" fmla="*/ 963884 w 1433269"/>
                <a:gd name="connsiteY511" fmla="*/ 56126 h 111284"/>
                <a:gd name="connsiteX512" fmla="*/ 968712 w 1433269"/>
                <a:gd name="connsiteY512" fmla="*/ 31933 h 111284"/>
                <a:gd name="connsiteX513" fmla="*/ 980303 w 1433269"/>
                <a:gd name="connsiteY513" fmla="*/ 23224 h 111284"/>
                <a:gd name="connsiteX514" fmla="*/ 990927 w 1433269"/>
                <a:gd name="connsiteY514" fmla="*/ 31933 h 111284"/>
                <a:gd name="connsiteX515" fmla="*/ 995756 w 1433269"/>
                <a:gd name="connsiteY515" fmla="*/ 55159 h 111284"/>
                <a:gd name="connsiteX516" fmla="*/ 995756 w 1433269"/>
                <a:gd name="connsiteY516" fmla="*/ 58062 h 111284"/>
                <a:gd name="connsiteX517" fmla="*/ 970644 w 1433269"/>
                <a:gd name="connsiteY517" fmla="*/ 58062 h 111284"/>
                <a:gd name="connsiteX518" fmla="*/ 973541 w 1433269"/>
                <a:gd name="connsiteY518" fmla="*/ 73544 h 111284"/>
                <a:gd name="connsiteX519" fmla="*/ 980303 w 1433269"/>
                <a:gd name="connsiteY519" fmla="*/ 78383 h 111284"/>
                <a:gd name="connsiteX520" fmla="*/ 986097 w 1433269"/>
                <a:gd name="connsiteY520" fmla="*/ 75480 h 111284"/>
                <a:gd name="connsiteX521" fmla="*/ 988994 w 1433269"/>
                <a:gd name="connsiteY521" fmla="*/ 65804 h 111284"/>
                <a:gd name="connsiteX522" fmla="*/ 970644 w 1433269"/>
                <a:gd name="connsiteY522" fmla="*/ 49353 h 111284"/>
                <a:gd name="connsiteX523" fmla="*/ 988994 w 1433269"/>
                <a:gd name="connsiteY523" fmla="*/ 49353 h 111284"/>
                <a:gd name="connsiteX524" fmla="*/ 987062 w 1433269"/>
                <a:gd name="connsiteY524" fmla="*/ 37741 h 111284"/>
                <a:gd name="connsiteX525" fmla="*/ 980303 w 1433269"/>
                <a:gd name="connsiteY525" fmla="*/ 31933 h 111284"/>
                <a:gd name="connsiteX526" fmla="*/ 973541 w 1433269"/>
                <a:gd name="connsiteY526" fmla="*/ 36772 h 111284"/>
                <a:gd name="connsiteX527" fmla="*/ 970644 w 1433269"/>
                <a:gd name="connsiteY527" fmla="*/ 49353 h 111284"/>
                <a:gd name="connsiteX528" fmla="*/ 1043081 w 1433269"/>
                <a:gd name="connsiteY528" fmla="*/ 78383 h 111284"/>
                <a:gd name="connsiteX529" fmla="*/ 1036319 w 1433269"/>
                <a:gd name="connsiteY529" fmla="*/ 85158 h 111284"/>
                <a:gd name="connsiteX530" fmla="*/ 1030525 w 1433269"/>
                <a:gd name="connsiteY530" fmla="*/ 87092 h 111284"/>
                <a:gd name="connsiteX531" fmla="*/ 1021833 w 1433269"/>
                <a:gd name="connsiteY531" fmla="*/ 82255 h 111284"/>
                <a:gd name="connsiteX532" fmla="*/ 1018936 w 1433269"/>
                <a:gd name="connsiteY532" fmla="*/ 69674 h 111284"/>
                <a:gd name="connsiteX533" fmla="*/ 1019901 w 1433269"/>
                <a:gd name="connsiteY533" fmla="*/ 61932 h 111284"/>
                <a:gd name="connsiteX534" fmla="*/ 1022798 w 1433269"/>
                <a:gd name="connsiteY534" fmla="*/ 55159 h 111284"/>
                <a:gd name="connsiteX535" fmla="*/ 1026660 w 1433269"/>
                <a:gd name="connsiteY535" fmla="*/ 52256 h 111284"/>
                <a:gd name="connsiteX536" fmla="*/ 1031490 w 1433269"/>
                <a:gd name="connsiteY536" fmla="*/ 50320 h 111284"/>
                <a:gd name="connsiteX537" fmla="*/ 1042114 w 1433269"/>
                <a:gd name="connsiteY537" fmla="*/ 47417 h 111284"/>
                <a:gd name="connsiteX538" fmla="*/ 1042114 w 1433269"/>
                <a:gd name="connsiteY538" fmla="*/ 44514 h 111284"/>
                <a:gd name="connsiteX539" fmla="*/ 1040184 w 1433269"/>
                <a:gd name="connsiteY539" fmla="*/ 34838 h 111284"/>
                <a:gd name="connsiteX540" fmla="*/ 1034387 w 1433269"/>
                <a:gd name="connsiteY540" fmla="*/ 31933 h 111284"/>
                <a:gd name="connsiteX541" fmla="*/ 1027628 w 1433269"/>
                <a:gd name="connsiteY541" fmla="*/ 33869 h 111284"/>
                <a:gd name="connsiteX542" fmla="*/ 1025695 w 1433269"/>
                <a:gd name="connsiteY542" fmla="*/ 43547 h 111284"/>
                <a:gd name="connsiteX543" fmla="*/ 1019901 w 1433269"/>
                <a:gd name="connsiteY543" fmla="*/ 41611 h 111284"/>
                <a:gd name="connsiteX544" fmla="*/ 1021833 w 1433269"/>
                <a:gd name="connsiteY544" fmla="*/ 31933 h 111284"/>
                <a:gd name="connsiteX545" fmla="*/ 1027628 w 1433269"/>
                <a:gd name="connsiteY545" fmla="*/ 25160 h 111284"/>
                <a:gd name="connsiteX546" fmla="*/ 1035354 w 1433269"/>
                <a:gd name="connsiteY546" fmla="*/ 23224 h 111284"/>
                <a:gd name="connsiteX547" fmla="*/ 1042114 w 1433269"/>
                <a:gd name="connsiteY547" fmla="*/ 25160 h 111284"/>
                <a:gd name="connsiteX548" fmla="*/ 1045978 w 1433269"/>
                <a:gd name="connsiteY548" fmla="*/ 29999 h 111284"/>
                <a:gd name="connsiteX549" fmla="*/ 1047910 w 1433269"/>
                <a:gd name="connsiteY549" fmla="*/ 36772 h 111284"/>
                <a:gd name="connsiteX550" fmla="*/ 1047910 w 1433269"/>
                <a:gd name="connsiteY550" fmla="*/ 46450 h 111284"/>
                <a:gd name="connsiteX551" fmla="*/ 1047910 w 1433269"/>
                <a:gd name="connsiteY551" fmla="*/ 59998 h 111284"/>
                <a:gd name="connsiteX552" fmla="*/ 1047910 w 1433269"/>
                <a:gd name="connsiteY552" fmla="*/ 78383 h 111284"/>
                <a:gd name="connsiteX553" fmla="*/ 1049840 w 1433269"/>
                <a:gd name="connsiteY553" fmla="*/ 86125 h 111284"/>
                <a:gd name="connsiteX554" fmla="*/ 1044046 w 1433269"/>
                <a:gd name="connsiteY554" fmla="*/ 86125 h 111284"/>
                <a:gd name="connsiteX555" fmla="*/ 1043081 w 1433269"/>
                <a:gd name="connsiteY555" fmla="*/ 78383 h 111284"/>
                <a:gd name="connsiteX556" fmla="*/ 1042114 w 1433269"/>
                <a:gd name="connsiteY556" fmla="*/ 55159 h 111284"/>
                <a:gd name="connsiteX557" fmla="*/ 1032457 w 1433269"/>
                <a:gd name="connsiteY557" fmla="*/ 59029 h 111284"/>
                <a:gd name="connsiteX558" fmla="*/ 1027628 w 1433269"/>
                <a:gd name="connsiteY558" fmla="*/ 60965 h 111284"/>
                <a:gd name="connsiteX559" fmla="*/ 1025695 w 1433269"/>
                <a:gd name="connsiteY559" fmla="*/ 64835 h 111284"/>
                <a:gd name="connsiteX560" fmla="*/ 1024730 w 1433269"/>
                <a:gd name="connsiteY560" fmla="*/ 69674 h 111284"/>
                <a:gd name="connsiteX561" fmla="*/ 1026660 w 1433269"/>
                <a:gd name="connsiteY561" fmla="*/ 76447 h 111284"/>
                <a:gd name="connsiteX562" fmla="*/ 1031490 w 1433269"/>
                <a:gd name="connsiteY562" fmla="*/ 79352 h 111284"/>
                <a:gd name="connsiteX563" fmla="*/ 1037286 w 1433269"/>
                <a:gd name="connsiteY563" fmla="*/ 76447 h 111284"/>
                <a:gd name="connsiteX564" fmla="*/ 1041149 w 1433269"/>
                <a:gd name="connsiteY564" fmla="*/ 69674 h 111284"/>
                <a:gd name="connsiteX565" fmla="*/ 1042114 w 1433269"/>
                <a:gd name="connsiteY565" fmla="*/ 59029 h 111284"/>
                <a:gd name="connsiteX566" fmla="*/ 1042114 w 1433269"/>
                <a:gd name="connsiteY566" fmla="*/ 55159 h 111284"/>
                <a:gd name="connsiteX567" fmla="*/ 1060464 w 1433269"/>
                <a:gd name="connsiteY567" fmla="*/ 86125 h 111284"/>
                <a:gd name="connsiteX568" fmla="*/ 1060464 w 1433269"/>
                <a:gd name="connsiteY568" fmla="*/ 24193 h 111284"/>
                <a:gd name="connsiteX569" fmla="*/ 1065294 w 1433269"/>
                <a:gd name="connsiteY569" fmla="*/ 24193 h 111284"/>
                <a:gd name="connsiteX570" fmla="*/ 1065294 w 1433269"/>
                <a:gd name="connsiteY570" fmla="*/ 32902 h 111284"/>
                <a:gd name="connsiteX571" fmla="*/ 1075917 w 1433269"/>
                <a:gd name="connsiteY571" fmla="*/ 23224 h 111284"/>
                <a:gd name="connsiteX572" fmla="*/ 1081714 w 1433269"/>
                <a:gd name="connsiteY572" fmla="*/ 25160 h 111284"/>
                <a:gd name="connsiteX573" fmla="*/ 1085576 w 1433269"/>
                <a:gd name="connsiteY573" fmla="*/ 29999 h 111284"/>
                <a:gd name="connsiteX574" fmla="*/ 1087508 w 1433269"/>
                <a:gd name="connsiteY574" fmla="*/ 37741 h 111284"/>
                <a:gd name="connsiteX575" fmla="*/ 1087508 w 1433269"/>
                <a:gd name="connsiteY575" fmla="*/ 48384 h 111284"/>
                <a:gd name="connsiteX576" fmla="*/ 1087508 w 1433269"/>
                <a:gd name="connsiteY576" fmla="*/ 86125 h 111284"/>
                <a:gd name="connsiteX577" fmla="*/ 1082679 w 1433269"/>
                <a:gd name="connsiteY577" fmla="*/ 86125 h 111284"/>
                <a:gd name="connsiteX578" fmla="*/ 1082679 w 1433269"/>
                <a:gd name="connsiteY578" fmla="*/ 48384 h 111284"/>
                <a:gd name="connsiteX579" fmla="*/ 1081714 w 1433269"/>
                <a:gd name="connsiteY579" fmla="*/ 38708 h 111284"/>
                <a:gd name="connsiteX580" fmla="*/ 1078815 w 1433269"/>
                <a:gd name="connsiteY580" fmla="*/ 33869 h 111284"/>
                <a:gd name="connsiteX581" fmla="*/ 1074952 w 1433269"/>
                <a:gd name="connsiteY581" fmla="*/ 31933 h 111284"/>
                <a:gd name="connsiteX582" fmla="*/ 1069158 w 1433269"/>
                <a:gd name="connsiteY582" fmla="*/ 36772 h 111284"/>
                <a:gd name="connsiteX583" fmla="*/ 1066261 w 1433269"/>
                <a:gd name="connsiteY583" fmla="*/ 52256 h 111284"/>
                <a:gd name="connsiteX584" fmla="*/ 1066261 w 1433269"/>
                <a:gd name="connsiteY584" fmla="*/ 86125 h 111284"/>
                <a:gd name="connsiteX585" fmla="*/ 1060464 w 1433269"/>
                <a:gd name="connsiteY585" fmla="*/ 86125 h 111284"/>
                <a:gd name="connsiteX586" fmla="*/ 1122277 w 1433269"/>
                <a:gd name="connsiteY586" fmla="*/ 86125 h 111284"/>
                <a:gd name="connsiteX587" fmla="*/ 1122277 w 1433269"/>
                <a:gd name="connsiteY587" fmla="*/ 78383 h 111284"/>
                <a:gd name="connsiteX588" fmla="*/ 1112618 w 1433269"/>
                <a:gd name="connsiteY588" fmla="*/ 87092 h 111284"/>
                <a:gd name="connsiteX589" fmla="*/ 1105859 w 1433269"/>
                <a:gd name="connsiteY589" fmla="*/ 83222 h 111284"/>
                <a:gd name="connsiteX590" fmla="*/ 1100064 w 1433269"/>
                <a:gd name="connsiteY590" fmla="*/ 71610 h 111284"/>
                <a:gd name="connsiteX591" fmla="*/ 1098132 w 1433269"/>
                <a:gd name="connsiteY591" fmla="*/ 55159 h 111284"/>
                <a:gd name="connsiteX592" fmla="*/ 1100064 w 1433269"/>
                <a:gd name="connsiteY592" fmla="*/ 38708 h 111284"/>
                <a:gd name="connsiteX593" fmla="*/ 1104892 w 1433269"/>
                <a:gd name="connsiteY593" fmla="*/ 27096 h 111284"/>
                <a:gd name="connsiteX594" fmla="*/ 1112618 w 1433269"/>
                <a:gd name="connsiteY594" fmla="*/ 23224 h 111284"/>
                <a:gd name="connsiteX595" fmla="*/ 1118415 w 1433269"/>
                <a:gd name="connsiteY595" fmla="*/ 25160 h 111284"/>
                <a:gd name="connsiteX596" fmla="*/ 1122277 w 1433269"/>
                <a:gd name="connsiteY596" fmla="*/ 31933 h 111284"/>
                <a:gd name="connsiteX597" fmla="*/ 1122277 w 1433269"/>
                <a:gd name="connsiteY597" fmla="*/ 967 h 111284"/>
                <a:gd name="connsiteX598" fmla="*/ 1127106 w 1433269"/>
                <a:gd name="connsiteY598" fmla="*/ 967 h 111284"/>
                <a:gd name="connsiteX599" fmla="*/ 1127106 w 1433269"/>
                <a:gd name="connsiteY599" fmla="*/ 86125 h 111284"/>
                <a:gd name="connsiteX600" fmla="*/ 1122277 w 1433269"/>
                <a:gd name="connsiteY600" fmla="*/ 86125 h 111284"/>
                <a:gd name="connsiteX601" fmla="*/ 1103927 w 1433269"/>
                <a:gd name="connsiteY601" fmla="*/ 55159 h 111284"/>
                <a:gd name="connsiteX602" fmla="*/ 1106824 w 1433269"/>
                <a:gd name="connsiteY602" fmla="*/ 72577 h 111284"/>
                <a:gd name="connsiteX603" fmla="*/ 1113585 w 1433269"/>
                <a:gd name="connsiteY603" fmla="*/ 78383 h 111284"/>
                <a:gd name="connsiteX604" fmla="*/ 1119380 w 1433269"/>
                <a:gd name="connsiteY604" fmla="*/ 73544 h 111284"/>
                <a:gd name="connsiteX605" fmla="*/ 1122277 w 1433269"/>
                <a:gd name="connsiteY605" fmla="*/ 56126 h 111284"/>
                <a:gd name="connsiteX606" fmla="*/ 1119380 w 1433269"/>
                <a:gd name="connsiteY606" fmla="*/ 37741 h 111284"/>
                <a:gd name="connsiteX607" fmla="*/ 1112618 w 1433269"/>
                <a:gd name="connsiteY607" fmla="*/ 31933 h 111284"/>
                <a:gd name="connsiteX608" fmla="*/ 1106824 w 1433269"/>
                <a:gd name="connsiteY608" fmla="*/ 37741 h 111284"/>
                <a:gd name="connsiteX609" fmla="*/ 1103927 w 1433269"/>
                <a:gd name="connsiteY609" fmla="*/ 55159 h 111284"/>
                <a:gd name="connsiteX610" fmla="*/ 1165740 w 1433269"/>
                <a:gd name="connsiteY610" fmla="*/ 86125 h 111284"/>
                <a:gd name="connsiteX611" fmla="*/ 1165740 w 1433269"/>
                <a:gd name="connsiteY611" fmla="*/ 10645 h 111284"/>
                <a:gd name="connsiteX612" fmla="*/ 1150286 w 1433269"/>
                <a:gd name="connsiteY612" fmla="*/ 10645 h 111284"/>
                <a:gd name="connsiteX613" fmla="*/ 1150286 w 1433269"/>
                <a:gd name="connsiteY613" fmla="*/ 967 h 111284"/>
                <a:gd name="connsiteX614" fmla="*/ 1187952 w 1433269"/>
                <a:gd name="connsiteY614" fmla="*/ 967 h 111284"/>
                <a:gd name="connsiteX615" fmla="*/ 1187952 w 1433269"/>
                <a:gd name="connsiteY615" fmla="*/ 10645 h 111284"/>
                <a:gd name="connsiteX616" fmla="*/ 1172499 w 1433269"/>
                <a:gd name="connsiteY616" fmla="*/ 10645 h 111284"/>
                <a:gd name="connsiteX617" fmla="*/ 1172499 w 1433269"/>
                <a:gd name="connsiteY617" fmla="*/ 86125 h 111284"/>
                <a:gd name="connsiteX618" fmla="*/ 1165740 w 1433269"/>
                <a:gd name="connsiteY618" fmla="*/ 86125 h 111284"/>
                <a:gd name="connsiteX619" fmla="*/ 1213064 w 1433269"/>
                <a:gd name="connsiteY619" fmla="*/ 65804 h 111284"/>
                <a:gd name="connsiteX620" fmla="*/ 1218859 w 1433269"/>
                <a:gd name="connsiteY620" fmla="*/ 67738 h 111284"/>
                <a:gd name="connsiteX621" fmla="*/ 1214029 w 1433269"/>
                <a:gd name="connsiteY621" fmla="*/ 82255 h 111284"/>
                <a:gd name="connsiteX622" fmla="*/ 1204371 w 1433269"/>
                <a:gd name="connsiteY622" fmla="*/ 87092 h 111284"/>
                <a:gd name="connsiteX623" fmla="*/ 1191817 w 1433269"/>
                <a:gd name="connsiteY623" fmla="*/ 79352 h 111284"/>
                <a:gd name="connsiteX624" fmla="*/ 1187952 w 1433269"/>
                <a:gd name="connsiteY624" fmla="*/ 56126 h 111284"/>
                <a:gd name="connsiteX625" fmla="*/ 1191817 w 1433269"/>
                <a:gd name="connsiteY625" fmla="*/ 31933 h 111284"/>
                <a:gd name="connsiteX626" fmla="*/ 1203405 w 1433269"/>
                <a:gd name="connsiteY626" fmla="*/ 23224 h 111284"/>
                <a:gd name="connsiteX627" fmla="*/ 1214996 w 1433269"/>
                <a:gd name="connsiteY627" fmla="*/ 31933 h 111284"/>
                <a:gd name="connsiteX628" fmla="*/ 1218859 w 1433269"/>
                <a:gd name="connsiteY628" fmla="*/ 55159 h 111284"/>
                <a:gd name="connsiteX629" fmla="*/ 1218859 w 1433269"/>
                <a:gd name="connsiteY629" fmla="*/ 58062 h 111284"/>
                <a:gd name="connsiteX630" fmla="*/ 1193747 w 1433269"/>
                <a:gd name="connsiteY630" fmla="*/ 58062 h 111284"/>
                <a:gd name="connsiteX631" fmla="*/ 1196644 w 1433269"/>
                <a:gd name="connsiteY631" fmla="*/ 73544 h 111284"/>
                <a:gd name="connsiteX632" fmla="*/ 1204371 w 1433269"/>
                <a:gd name="connsiteY632" fmla="*/ 78383 h 111284"/>
                <a:gd name="connsiteX633" fmla="*/ 1209200 w 1433269"/>
                <a:gd name="connsiteY633" fmla="*/ 75480 h 111284"/>
                <a:gd name="connsiteX634" fmla="*/ 1213064 w 1433269"/>
                <a:gd name="connsiteY634" fmla="*/ 65804 h 111284"/>
                <a:gd name="connsiteX635" fmla="*/ 1193747 w 1433269"/>
                <a:gd name="connsiteY635" fmla="*/ 49353 h 111284"/>
                <a:gd name="connsiteX636" fmla="*/ 1213064 w 1433269"/>
                <a:gd name="connsiteY636" fmla="*/ 49353 h 111284"/>
                <a:gd name="connsiteX637" fmla="*/ 1211132 w 1433269"/>
                <a:gd name="connsiteY637" fmla="*/ 37741 h 111284"/>
                <a:gd name="connsiteX638" fmla="*/ 1203405 w 1433269"/>
                <a:gd name="connsiteY638" fmla="*/ 31933 h 111284"/>
                <a:gd name="connsiteX639" fmla="*/ 1196644 w 1433269"/>
                <a:gd name="connsiteY639" fmla="*/ 36772 h 111284"/>
                <a:gd name="connsiteX640" fmla="*/ 1193747 w 1433269"/>
                <a:gd name="connsiteY640" fmla="*/ 49353 h 111284"/>
                <a:gd name="connsiteX641" fmla="*/ 1251697 w 1433269"/>
                <a:gd name="connsiteY641" fmla="*/ 63868 h 111284"/>
                <a:gd name="connsiteX642" fmla="*/ 1257492 w 1433269"/>
                <a:gd name="connsiteY642" fmla="*/ 64835 h 111284"/>
                <a:gd name="connsiteX643" fmla="*/ 1252662 w 1433269"/>
                <a:gd name="connsiteY643" fmla="*/ 81286 h 111284"/>
                <a:gd name="connsiteX644" fmla="*/ 1243004 w 1433269"/>
                <a:gd name="connsiteY644" fmla="*/ 87092 h 111284"/>
                <a:gd name="connsiteX645" fmla="*/ 1232380 w 1433269"/>
                <a:gd name="connsiteY645" fmla="*/ 79352 h 111284"/>
                <a:gd name="connsiteX646" fmla="*/ 1227550 w 1433269"/>
                <a:gd name="connsiteY646" fmla="*/ 55159 h 111284"/>
                <a:gd name="connsiteX647" fmla="*/ 1229483 w 1433269"/>
                <a:gd name="connsiteY647" fmla="*/ 37741 h 111284"/>
                <a:gd name="connsiteX648" fmla="*/ 1235277 w 1433269"/>
                <a:gd name="connsiteY648" fmla="*/ 27096 h 111284"/>
                <a:gd name="connsiteX649" fmla="*/ 1243004 w 1433269"/>
                <a:gd name="connsiteY649" fmla="*/ 23224 h 111284"/>
                <a:gd name="connsiteX650" fmla="*/ 1252662 w 1433269"/>
                <a:gd name="connsiteY650" fmla="*/ 28063 h 111284"/>
                <a:gd name="connsiteX651" fmla="*/ 1256525 w 1433269"/>
                <a:gd name="connsiteY651" fmla="*/ 42578 h 111284"/>
                <a:gd name="connsiteX652" fmla="*/ 1250730 w 1433269"/>
                <a:gd name="connsiteY652" fmla="*/ 44514 h 111284"/>
                <a:gd name="connsiteX653" fmla="*/ 1248798 w 1433269"/>
                <a:gd name="connsiteY653" fmla="*/ 34838 h 111284"/>
                <a:gd name="connsiteX654" fmla="*/ 1243004 w 1433269"/>
                <a:gd name="connsiteY654" fmla="*/ 31933 h 111284"/>
                <a:gd name="connsiteX655" fmla="*/ 1236244 w 1433269"/>
                <a:gd name="connsiteY655" fmla="*/ 37741 h 111284"/>
                <a:gd name="connsiteX656" fmla="*/ 1233347 w 1433269"/>
                <a:gd name="connsiteY656" fmla="*/ 55159 h 111284"/>
                <a:gd name="connsiteX657" fmla="*/ 1236244 w 1433269"/>
                <a:gd name="connsiteY657" fmla="*/ 73544 h 111284"/>
                <a:gd name="connsiteX658" fmla="*/ 1243004 w 1433269"/>
                <a:gd name="connsiteY658" fmla="*/ 78383 h 111284"/>
                <a:gd name="connsiteX659" fmla="*/ 1248798 w 1433269"/>
                <a:gd name="connsiteY659" fmla="*/ 75480 h 111284"/>
                <a:gd name="connsiteX660" fmla="*/ 1251697 w 1433269"/>
                <a:gd name="connsiteY660" fmla="*/ 63868 h 111284"/>
                <a:gd name="connsiteX661" fmla="*/ 1266189 w 1433269"/>
                <a:gd name="connsiteY661" fmla="*/ 86125 h 111284"/>
                <a:gd name="connsiteX662" fmla="*/ 1266189 w 1433269"/>
                <a:gd name="connsiteY662" fmla="*/ 967 h 111284"/>
                <a:gd name="connsiteX663" fmla="*/ 1271984 w 1433269"/>
                <a:gd name="connsiteY663" fmla="*/ 967 h 111284"/>
                <a:gd name="connsiteX664" fmla="*/ 1271984 w 1433269"/>
                <a:gd name="connsiteY664" fmla="*/ 31933 h 111284"/>
                <a:gd name="connsiteX665" fmla="*/ 1281635 w 1433269"/>
                <a:gd name="connsiteY665" fmla="*/ 23224 h 111284"/>
                <a:gd name="connsiteX666" fmla="*/ 1288389 w 1433269"/>
                <a:gd name="connsiteY666" fmla="*/ 26127 h 111284"/>
                <a:gd name="connsiteX667" fmla="*/ 1292264 w 1433269"/>
                <a:gd name="connsiteY667" fmla="*/ 32902 h 111284"/>
                <a:gd name="connsiteX668" fmla="*/ 1293224 w 1433269"/>
                <a:gd name="connsiteY668" fmla="*/ 47417 h 111284"/>
                <a:gd name="connsiteX669" fmla="*/ 1293224 w 1433269"/>
                <a:gd name="connsiteY669" fmla="*/ 86125 h 111284"/>
                <a:gd name="connsiteX670" fmla="*/ 1287429 w 1433269"/>
                <a:gd name="connsiteY670" fmla="*/ 86125 h 111284"/>
                <a:gd name="connsiteX671" fmla="*/ 1287429 w 1433269"/>
                <a:gd name="connsiteY671" fmla="*/ 47417 h 111284"/>
                <a:gd name="connsiteX672" fmla="*/ 1285491 w 1433269"/>
                <a:gd name="connsiteY672" fmla="*/ 35805 h 111284"/>
                <a:gd name="connsiteX673" fmla="*/ 1280675 w 1433269"/>
                <a:gd name="connsiteY673" fmla="*/ 31933 h 111284"/>
                <a:gd name="connsiteX674" fmla="*/ 1275840 w 1433269"/>
                <a:gd name="connsiteY674" fmla="*/ 34838 h 111284"/>
                <a:gd name="connsiteX675" fmla="*/ 1272943 w 1433269"/>
                <a:gd name="connsiteY675" fmla="*/ 40644 h 111284"/>
                <a:gd name="connsiteX676" fmla="*/ 1271984 w 1433269"/>
                <a:gd name="connsiteY676" fmla="*/ 52256 h 111284"/>
                <a:gd name="connsiteX677" fmla="*/ 1271984 w 1433269"/>
                <a:gd name="connsiteY677" fmla="*/ 86125 h 111284"/>
                <a:gd name="connsiteX678" fmla="*/ 1266189 w 1433269"/>
                <a:gd name="connsiteY678" fmla="*/ 86125 h 111284"/>
                <a:gd name="connsiteX679" fmla="*/ 1305791 w 1433269"/>
                <a:gd name="connsiteY679" fmla="*/ 86125 h 111284"/>
                <a:gd name="connsiteX680" fmla="*/ 1305791 w 1433269"/>
                <a:gd name="connsiteY680" fmla="*/ 24193 h 111284"/>
                <a:gd name="connsiteX681" fmla="*/ 1310607 w 1433269"/>
                <a:gd name="connsiteY681" fmla="*/ 24193 h 111284"/>
                <a:gd name="connsiteX682" fmla="*/ 1310607 w 1433269"/>
                <a:gd name="connsiteY682" fmla="*/ 32902 h 111284"/>
                <a:gd name="connsiteX683" fmla="*/ 1321237 w 1433269"/>
                <a:gd name="connsiteY683" fmla="*/ 23224 h 111284"/>
                <a:gd name="connsiteX684" fmla="*/ 1327031 w 1433269"/>
                <a:gd name="connsiteY684" fmla="*/ 25160 h 111284"/>
                <a:gd name="connsiteX685" fmla="*/ 1330888 w 1433269"/>
                <a:gd name="connsiteY685" fmla="*/ 29999 h 111284"/>
                <a:gd name="connsiteX686" fmla="*/ 1332826 w 1433269"/>
                <a:gd name="connsiteY686" fmla="*/ 37741 h 111284"/>
                <a:gd name="connsiteX687" fmla="*/ 1332826 w 1433269"/>
                <a:gd name="connsiteY687" fmla="*/ 48384 h 111284"/>
                <a:gd name="connsiteX688" fmla="*/ 1332826 w 1433269"/>
                <a:gd name="connsiteY688" fmla="*/ 86125 h 111284"/>
                <a:gd name="connsiteX689" fmla="*/ 1327031 w 1433269"/>
                <a:gd name="connsiteY689" fmla="*/ 86125 h 111284"/>
                <a:gd name="connsiteX690" fmla="*/ 1327031 w 1433269"/>
                <a:gd name="connsiteY690" fmla="*/ 48384 h 111284"/>
                <a:gd name="connsiteX691" fmla="*/ 1327031 w 1433269"/>
                <a:gd name="connsiteY691" fmla="*/ 38708 h 111284"/>
                <a:gd name="connsiteX692" fmla="*/ 1324134 w 1433269"/>
                <a:gd name="connsiteY692" fmla="*/ 33869 h 111284"/>
                <a:gd name="connsiteX693" fmla="*/ 1320277 w 1433269"/>
                <a:gd name="connsiteY693" fmla="*/ 31933 h 111284"/>
                <a:gd name="connsiteX694" fmla="*/ 1314483 w 1433269"/>
                <a:gd name="connsiteY694" fmla="*/ 36772 h 111284"/>
                <a:gd name="connsiteX695" fmla="*/ 1311586 w 1433269"/>
                <a:gd name="connsiteY695" fmla="*/ 52256 h 111284"/>
                <a:gd name="connsiteX696" fmla="*/ 1311586 w 1433269"/>
                <a:gd name="connsiteY696" fmla="*/ 86125 h 111284"/>
                <a:gd name="connsiteX697" fmla="*/ 1305791 w 1433269"/>
                <a:gd name="connsiteY697" fmla="*/ 86125 h 111284"/>
                <a:gd name="connsiteX698" fmla="*/ 1343455 w 1433269"/>
                <a:gd name="connsiteY698" fmla="*/ 55159 h 111284"/>
                <a:gd name="connsiteX699" fmla="*/ 1348271 w 1433269"/>
                <a:gd name="connsiteY699" fmla="*/ 29999 h 111284"/>
                <a:gd name="connsiteX700" fmla="*/ 1358901 w 1433269"/>
                <a:gd name="connsiteY700" fmla="*/ 23224 h 111284"/>
                <a:gd name="connsiteX701" fmla="*/ 1370490 w 1433269"/>
                <a:gd name="connsiteY701" fmla="*/ 30966 h 111284"/>
                <a:gd name="connsiteX702" fmla="*/ 1375325 w 1433269"/>
                <a:gd name="connsiteY702" fmla="*/ 54190 h 111284"/>
                <a:gd name="connsiteX703" fmla="*/ 1373387 w 1433269"/>
                <a:gd name="connsiteY703" fmla="*/ 73544 h 111284"/>
                <a:gd name="connsiteX704" fmla="*/ 1367593 w 1433269"/>
                <a:gd name="connsiteY704" fmla="*/ 83222 h 111284"/>
                <a:gd name="connsiteX705" fmla="*/ 1358901 w 1433269"/>
                <a:gd name="connsiteY705" fmla="*/ 87092 h 111284"/>
                <a:gd name="connsiteX706" fmla="*/ 1347312 w 1433269"/>
                <a:gd name="connsiteY706" fmla="*/ 79352 h 111284"/>
                <a:gd name="connsiteX707" fmla="*/ 1343455 w 1433269"/>
                <a:gd name="connsiteY707" fmla="*/ 55159 h 111284"/>
                <a:gd name="connsiteX708" fmla="*/ 1349250 w 1433269"/>
                <a:gd name="connsiteY708" fmla="*/ 55159 h 111284"/>
                <a:gd name="connsiteX709" fmla="*/ 1352147 w 1433269"/>
                <a:gd name="connsiteY709" fmla="*/ 72577 h 111284"/>
                <a:gd name="connsiteX710" fmla="*/ 1358901 w 1433269"/>
                <a:gd name="connsiteY710" fmla="*/ 78383 h 111284"/>
                <a:gd name="connsiteX711" fmla="*/ 1366633 w 1433269"/>
                <a:gd name="connsiteY711" fmla="*/ 72577 h 111284"/>
                <a:gd name="connsiteX712" fmla="*/ 1369531 w 1433269"/>
                <a:gd name="connsiteY712" fmla="*/ 55159 h 111284"/>
                <a:gd name="connsiteX713" fmla="*/ 1366633 w 1433269"/>
                <a:gd name="connsiteY713" fmla="*/ 37741 h 111284"/>
                <a:gd name="connsiteX714" fmla="*/ 1358901 w 1433269"/>
                <a:gd name="connsiteY714" fmla="*/ 31933 h 111284"/>
                <a:gd name="connsiteX715" fmla="*/ 1352147 w 1433269"/>
                <a:gd name="connsiteY715" fmla="*/ 37741 h 111284"/>
                <a:gd name="connsiteX716" fmla="*/ 1349250 w 1433269"/>
                <a:gd name="connsiteY716" fmla="*/ 55159 h 111284"/>
                <a:gd name="connsiteX717" fmla="*/ 1384976 w 1433269"/>
                <a:gd name="connsiteY717" fmla="*/ 86125 h 111284"/>
                <a:gd name="connsiteX718" fmla="*/ 1384976 w 1433269"/>
                <a:gd name="connsiteY718" fmla="*/ 967 h 111284"/>
                <a:gd name="connsiteX719" fmla="*/ 1390770 w 1433269"/>
                <a:gd name="connsiteY719" fmla="*/ 967 h 111284"/>
                <a:gd name="connsiteX720" fmla="*/ 1390770 w 1433269"/>
                <a:gd name="connsiteY720" fmla="*/ 86125 h 111284"/>
                <a:gd name="connsiteX721" fmla="*/ 1384976 w 1433269"/>
                <a:gd name="connsiteY721" fmla="*/ 86125 h 111284"/>
                <a:gd name="connsiteX722" fmla="*/ 1401400 w 1433269"/>
                <a:gd name="connsiteY722" fmla="*/ 55159 h 111284"/>
                <a:gd name="connsiteX723" fmla="*/ 1406235 w 1433269"/>
                <a:gd name="connsiteY723" fmla="*/ 29999 h 111284"/>
                <a:gd name="connsiteX724" fmla="*/ 1416846 w 1433269"/>
                <a:gd name="connsiteY724" fmla="*/ 23224 h 111284"/>
                <a:gd name="connsiteX725" fmla="*/ 1428435 w 1433269"/>
                <a:gd name="connsiteY725" fmla="*/ 30966 h 111284"/>
                <a:gd name="connsiteX726" fmla="*/ 1433270 w 1433269"/>
                <a:gd name="connsiteY726" fmla="*/ 54190 h 111284"/>
                <a:gd name="connsiteX727" fmla="*/ 1431332 w 1433269"/>
                <a:gd name="connsiteY727" fmla="*/ 73544 h 111284"/>
                <a:gd name="connsiteX728" fmla="*/ 1425537 w 1433269"/>
                <a:gd name="connsiteY728" fmla="*/ 83222 h 111284"/>
                <a:gd name="connsiteX729" fmla="*/ 1416846 w 1433269"/>
                <a:gd name="connsiteY729" fmla="*/ 87092 h 111284"/>
                <a:gd name="connsiteX730" fmla="*/ 1405257 w 1433269"/>
                <a:gd name="connsiteY730" fmla="*/ 79352 h 111284"/>
                <a:gd name="connsiteX731" fmla="*/ 1401400 w 1433269"/>
                <a:gd name="connsiteY731" fmla="*/ 55159 h 111284"/>
                <a:gd name="connsiteX732" fmla="*/ 1407195 w 1433269"/>
                <a:gd name="connsiteY732" fmla="*/ 55159 h 111284"/>
                <a:gd name="connsiteX733" fmla="*/ 1410092 w 1433269"/>
                <a:gd name="connsiteY733" fmla="*/ 72577 h 111284"/>
                <a:gd name="connsiteX734" fmla="*/ 1416846 w 1433269"/>
                <a:gd name="connsiteY734" fmla="*/ 78383 h 111284"/>
                <a:gd name="connsiteX735" fmla="*/ 1424578 w 1433269"/>
                <a:gd name="connsiteY735" fmla="*/ 72577 h 111284"/>
                <a:gd name="connsiteX736" fmla="*/ 1427475 w 1433269"/>
                <a:gd name="connsiteY736" fmla="*/ 55159 h 111284"/>
                <a:gd name="connsiteX737" fmla="*/ 1424578 w 1433269"/>
                <a:gd name="connsiteY737" fmla="*/ 37741 h 111284"/>
                <a:gd name="connsiteX738" fmla="*/ 1416846 w 1433269"/>
                <a:gd name="connsiteY738" fmla="*/ 31933 h 111284"/>
                <a:gd name="connsiteX739" fmla="*/ 1410092 w 1433269"/>
                <a:gd name="connsiteY739" fmla="*/ 37741 h 111284"/>
                <a:gd name="connsiteX740" fmla="*/ 1407195 w 1433269"/>
                <a:gd name="connsiteY740" fmla="*/ 55159 h 11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Lst>
              <a:rect l="l" t="t" r="r" b="b"/>
              <a:pathLst>
                <a:path w="1433269" h="111284">
                  <a:moveTo>
                    <a:pt x="30906" y="967"/>
                  </a:moveTo>
                  <a:cubicBezTo>
                    <a:pt x="36701" y="967"/>
                    <a:pt x="36701" y="967"/>
                    <a:pt x="36701" y="967"/>
                  </a:cubicBezTo>
                  <a:cubicBezTo>
                    <a:pt x="36701" y="50320"/>
                    <a:pt x="36701" y="50320"/>
                    <a:pt x="36701" y="50320"/>
                  </a:cubicBezTo>
                  <a:cubicBezTo>
                    <a:pt x="36701" y="59029"/>
                    <a:pt x="36701" y="65804"/>
                    <a:pt x="34769" y="70641"/>
                  </a:cubicBezTo>
                  <a:cubicBezTo>
                    <a:pt x="33804" y="75480"/>
                    <a:pt x="31872" y="79352"/>
                    <a:pt x="29939" y="83222"/>
                  </a:cubicBezTo>
                  <a:cubicBezTo>
                    <a:pt x="27042" y="86125"/>
                    <a:pt x="23180" y="87092"/>
                    <a:pt x="18350" y="87092"/>
                  </a:cubicBezTo>
                  <a:cubicBezTo>
                    <a:pt x="14488" y="87092"/>
                    <a:pt x="10624" y="86125"/>
                    <a:pt x="7727" y="83222"/>
                  </a:cubicBezTo>
                  <a:cubicBezTo>
                    <a:pt x="4829" y="80319"/>
                    <a:pt x="2897" y="76447"/>
                    <a:pt x="1932" y="71610"/>
                  </a:cubicBezTo>
                  <a:cubicBezTo>
                    <a:pt x="965" y="65804"/>
                    <a:pt x="0" y="59029"/>
                    <a:pt x="0" y="50320"/>
                  </a:cubicBezTo>
                  <a:cubicBezTo>
                    <a:pt x="0" y="967"/>
                    <a:pt x="0" y="967"/>
                    <a:pt x="0" y="967"/>
                  </a:cubicBezTo>
                  <a:cubicBezTo>
                    <a:pt x="6761" y="967"/>
                    <a:pt x="6761" y="967"/>
                    <a:pt x="6761" y="967"/>
                  </a:cubicBezTo>
                  <a:cubicBezTo>
                    <a:pt x="6761" y="50320"/>
                    <a:pt x="6761" y="50320"/>
                    <a:pt x="6761" y="50320"/>
                  </a:cubicBezTo>
                  <a:cubicBezTo>
                    <a:pt x="6761" y="57095"/>
                    <a:pt x="6761" y="62901"/>
                    <a:pt x="7727" y="66771"/>
                  </a:cubicBezTo>
                  <a:cubicBezTo>
                    <a:pt x="7727" y="69674"/>
                    <a:pt x="9659" y="72577"/>
                    <a:pt x="11589" y="74513"/>
                  </a:cubicBezTo>
                  <a:cubicBezTo>
                    <a:pt x="13521" y="76447"/>
                    <a:pt x="15453" y="77416"/>
                    <a:pt x="18350" y="77416"/>
                  </a:cubicBezTo>
                  <a:cubicBezTo>
                    <a:pt x="22213" y="77416"/>
                    <a:pt x="26077" y="75480"/>
                    <a:pt x="28009" y="71610"/>
                  </a:cubicBezTo>
                  <a:cubicBezTo>
                    <a:pt x="29939" y="67738"/>
                    <a:pt x="30906" y="60965"/>
                    <a:pt x="30906" y="50320"/>
                  </a:cubicBezTo>
                  <a:cubicBezTo>
                    <a:pt x="30906" y="967"/>
                    <a:pt x="30906" y="967"/>
                    <a:pt x="30906" y="967"/>
                  </a:cubicBezTo>
                  <a:close/>
                  <a:moveTo>
                    <a:pt x="50222" y="86125"/>
                  </a:moveTo>
                  <a:cubicBezTo>
                    <a:pt x="50222" y="24193"/>
                    <a:pt x="50222" y="24193"/>
                    <a:pt x="50222" y="24193"/>
                  </a:cubicBezTo>
                  <a:cubicBezTo>
                    <a:pt x="55051" y="24193"/>
                    <a:pt x="55051" y="24193"/>
                    <a:pt x="55051" y="24193"/>
                  </a:cubicBezTo>
                  <a:cubicBezTo>
                    <a:pt x="55051" y="32902"/>
                    <a:pt x="55051" y="32902"/>
                    <a:pt x="55051" y="32902"/>
                  </a:cubicBezTo>
                  <a:cubicBezTo>
                    <a:pt x="57949" y="26127"/>
                    <a:pt x="60846" y="23224"/>
                    <a:pt x="65675" y="23224"/>
                  </a:cubicBezTo>
                  <a:cubicBezTo>
                    <a:pt x="67607" y="23224"/>
                    <a:pt x="69540" y="24193"/>
                    <a:pt x="71470" y="25160"/>
                  </a:cubicBezTo>
                  <a:cubicBezTo>
                    <a:pt x="73402" y="26127"/>
                    <a:pt x="74367" y="28063"/>
                    <a:pt x="75334" y="29999"/>
                  </a:cubicBezTo>
                  <a:cubicBezTo>
                    <a:pt x="76299" y="32902"/>
                    <a:pt x="76299" y="34838"/>
                    <a:pt x="77266" y="37741"/>
                  </a:cubicBezTo>
                  <a:cubicBezTo>
                    <a:pt x="77266" y="39675"/>
                    <a:pt x="77266" y="43547"/>
                    <a:pt x="77266" y="48384"/>
                  </a:cubicBezTo>
                  <a:cubicBezTo>
                    <a:pt x="77266" y="86125"/>
                    <a:pt x="77266" y="86125"/>
                    <a:pt x="77266" y="86125"/>
                  </a:cubicBezTo>
                  <a:cubicBezTo>
                    <a:pt x="71470" y="86125"/>
                    <a:pt x="71470" y="86125"/>
                    <a:pt x="71470" y="86125"/>
                  </a:cubicBezTo>
                  <a:cubicBezTo>
                    <a:pt x="71470" y="48384"/>
                    <a:pt x="71470" y="48384"/>
                    <a:pt x="71470" y="48384"/>
                  </a:cubicBezTo>
                  <a:cubicBezTo>
                    <a:pt x="71470" y="44514"/>
                    <a:pt x="71470" y="41611"/>
                    <a:pt x="71470" y="38708"/>
                  </a:cubicBezTo>
                  <a:cubicBezTo>
                    <a:pt x="70505" y="36772"/>
                    <a:pt x="69540" y="34838"/>
                    <a:pt x="68572" y="33869"/>
                  </a:cubicBezTo>
                  <a:cubicBezTo>
                    <a:pt x="67607" y="32902"/>
                    <a:pt x="66640" y="31933"/>
                    <a:pt x="64710" y="31933"/>
                  </a:cubicBezTo>
                  <a:cubicBezTo>
                    <a:pt x="61813" y="31933"/>
                    <a:pt x="59881" y="33869"/>
                    <a:pt x="57949" y="36772"/>
                  </a:cubicBezTo>
                  <a:cubicBezTo>
                    <a:pt x="56984" y="38708"/>
                    <a:pt x="56016" y="44514"/>
                    <a:pt x="56016" y="52256"/>
                  </a:cubicBezTo>
                  <a:cubicBezTo>
                    <a:pt x="56016" y="86125"/>
                    <a:pt x="56016" y="86125"/>
                    <a:pt x="56016" y="86125"/>
                  </a:cubicBezTo>
                  <a:cubicBezTo>
                    <a:pt x="50222" y="86125"/>
                    <a:pt x="50222" y="86125"/>
                    <a:pt x="50222" y="86125"/>
                  </a:cubicBezTo>
                  <a:close/>
                  <a:moveTo>
                    <a:pt x="89820" y="13548"/>
                  </a:moveTo>
                  <a:cubicBezTo>
                    <a:pt x="89820" y="967"/>
                    <a:pt x="89820" y="967"/>
                    <a:pt x="89820" y="967"/>
                  </a:cubicBezTo>
                  <a:cubicBezTo>
                    <a:pt x="95617" y="967"/>
                    <a:pt x="95617" y="967"/>
                    <a:pt x="95617" y="967"/>
                  </a:cubicBezTo>
                  <a:cubicBezTo>
                    <a:pt x="95617" y="13548"/>
                    <a:pt x="95617" y="13548"/>
                    <a:pt x="95617" y="13548"/>
                  </a:cubicBezTo>
                  <a:cubicBezTo>
                    <a:pt x="89820" y="13548"/>
                    <a:pt x="89820" y="13548"/>
                    <a:pt x="89820" y="13548"/>
                  </a:cubicBezTo>
                  <a:close/>
                  <a:moveTo>
                    <a:pt x="89820" y="86125"/>
                  </a:moveTo>
                  <a:cubicBezTo>
                    <a:pt x="89820" y="24193"/>
                    <a:pt x="89820" y="24193"/>
                    <a:pt x="89820" y="24193"/>
                  </a:cubicBezTo>
                  <a:cubicBezTo>
                    <a:pt x="95617" y="24193"/>
                    <a:pt x="95617" y="24193"/>
                    <a:pt x="95617" y="24193"/>
                  </a:cubicBezTo>
                  <a:cubicBezTo>
                    <a:pt x="95617" y="86125"/>
                    <a:pt x="95617" y="86125"/>
                    <a:pt x="95617" y="86125"/>
                  </a:cubicBezTo>
                  <a:cubicBezTo>
                    <a:pt x="89820" y="86125"/>
                    <a:pt x="89820" y="86125"/>
                    <a:pt x="89820" y="86125"/>
                  </a:cubicBezTo>
                  <a:close/>
                  <a:moveTo>
                    <a:pt x="116864" y="86125"/>
                  </a:moveTo>
                  <a:cubicBezTo>
                    <a:pt x="104308" y="24193"/>
                    <a:pt x="104308" y="24193"/>
                    <a:pt x="104308" y="24193"/>
                  </a:cubicBezTo>
                  <a:cubicBezTo>
                    <a:pt x="110103" y="24193"/>
                    <a:pt x="110103" y="24193"/>
                    <a:pt x="110103" y="24193"/>
                  </a:cubicBezTo>
                  <a:cubicBezTo>
                    <a:pt x="117829" y="60965"/>
                    <a:pt x="117829" y="60965"/>
                    <a:pt x="117829" y="60965"/>
                  </a:cubicBezTo>
                  <a:cubicBezTo>
                    <a:pt x="118794" y="65804"/>
                    <a:pt x="118794" y="69674"/>
                    <a:pt x="119761" y="73544"/>
                  </a:cubicBezTo>
                  <a:cubicBezTo>
                    <a:pt x="120727" y="70641"/>
                    <a:pt x="120727" y="66771"/>
                    <a:pt x="121694" y="61932"/>
                  </a:cubicBezTo>
                  <a:cubicBezTo>
                    <a:pt x="129418" y="24193"/>
                    <a:pt x="129418" y="24193"/>
                    <a:pt x="129418" y="24193"/>
                  </a:cubicBezTo>
                  <a:cubicBezTo>
                    <a:pt x="135215" y="24193"/>
                    <a:pt x="135215" y="24193"/>
                    <a:pt x="135215" y="24193"/>
                  </a:cubicBezTo>
                  <a:cubicBezTo>
                    <a:pt x="122659" y="86125"/>
                    <a:pt x="122659" y="86125"/>
                    <a:pt x="122659" y="86125"/>
                  </a:cubicBezTo>
                  <a:cubicBezTo>
                    <a:pt x="116864" y="86125"/>
                    <a:pt x="116864" y="86125"/>
                    <a:pt x="116864" y="86125"/>
                  </a:cubicBezTo>
                  <a:close/>
                  <a:moveTo>
                    <a:pt x="167086" y="65804"/>
                  </a:moveTo>
                  <a:cubicBezTo>
                    <a:pt x="172881" y="67738"/>
                    <a:pt x="172881" y="67738"/>
                    <a:pt x="172881" y="67738"/>
                  </a:cubicBezTo>
                  <a:cubicBezTo>
                    <a:pt x="171916" y="73544"/>
                    <a:pt x="170949" y="78383"/>
                    <a:pt x="168051" y="82255"/>
                  </a:cubicBezTo>
                  <a:cubicBezTo>
                    <a:pt x="165154" y="86125"/>
                    <a:pt x="162257" y="87092"/>
                    <a:pt x="158395" y="87092"/>
                  </a:cubicBezTo>
                  <a:cubicBezTo>
                    <a:pt x="153565" y="87092"/>
                    <a:pt x="149701" y="84189"/>
                    <a:pt x="146804" y="79352"/>
                  </a:cubicBezTo>
                  <a:cubicBezTo>
                    <a:pt x="143906" y="73544"/>
                    <a:pt x="141974" y="65804"/>
                    <a:pt x="141974" y="56126"/>
                  </a:cubicBezTo>
                  <a:cubicBezTo>
                    <a:pt x="141974" y="45481"/>
                    <a:pt x="143906" y="37741"/>
                    <a:pt x="146804" y="31933"/>
                  </a:cubicBezTo>
                  <a:cubicBezTo>
                    <a:pt x="149701" y="26127"/>
                    <a:pt x="153565" y="23224"/>
                    <a:pt x="158395" y="23224"/>
                  </a:cubicBezTo>
                  <a:cubicBezTo>
                    <a:pt x="162257" y="23224"/>
                    <a:pt x="166121" y="26127"/>
                    <a:pt x="169018" y="31933"/>
                  </a:cubicBezTo>
                  <a:cubicBezTo>
                    <a:pt x="171916" y="36772"/>
                    <a:pt x="173846" y="44514"/>
                    <a:pt x="173846" y="55159"/>
                  </a:cubicBezTo>
                  <a:cubicBezTo>
                    <a:pt x="173846" y="56126"/>
                    <a:pt x="173846" y="57095"/>
                    <a:pt x="172881" y="58062"/>
                  </a:cubicBezTo>
                  <a:cubicBezTo>
                    <a:pt x="147771" y="58062"/>
                    <a:pt x="147771" y="58062"/>
                    <a:pt x="147771" y="58062"/>
                  </a:cubicBezTo>
                  <a:cubicBezTo>
                    <a:pt x="148736" y="64835"/>
                    <a:pt x="149701" y="69674"/>
                    <a:pt x="151633" y="73544"/>
                  </a:cubicBezTo>
                  <a:cubicBezTo>
                    <a:pt x="153565" y="77416"/>
                    <a:pt x="155495" y="78383"/>
                    <a:pt x="158395" y="78383"/>
                  </a:cubicBezTo>
                  <a:cubicBezTo>
                    <a:pt x="160325" y="78383"/>
                    <a:pt x="162257" y="77416"/>
                    <a:pt x="164189" y="75480"/>
                  </a:cubicBezTo>
                  <a:cubicBezTo>
                    <a:pt x="165154" y="73544"/>
                    <a:pt x="166121" y="70641"/>
                    <a:pt x="167086" y="65804"/>
                  </a:cubicBezTo>
                  <a:close/>
                  <a:moveTo>
                    <a:pt x="148736" y="49353"/>
                  </a:moveTo>
                  <a:cubicBezTo>
                    <a:pt x="167086" y="49353"/>
                    <a:pt x="167086" y="49353"/>
                    <a:pt x="167086" y="49353"/>
                  </a:cubicBezTo>
                  <a:cubicBezTo>
                    <a:pt x="167086" y="44514"/>
                    <a:pt x="166121" y="40644"/>
                    <a:pt x="165154" y="37741"/>
                  </a:cubicBezTo>
                  <a:cubicBezTo>
                    <a:pt x="163222" y="33869"/>
                    <a:pt x="161292" y="31933"/>
                    <a:pt x="158395" y="31933"/>
                  </a:cubicBezTo>
                  <a:cubicBezTo>
                    <a:pt x="155495" y="31933"/>
                    <a:pt x="153565" y="32902"/>
                    <a:pt x="151633" y="36772"/>
                  </a:cubicBezTo>
                  <a:cubicBezTo>
                    <a:pt x="149701" y="39675"/>
                    <a:pt x="148736" y="43547"/>
                    <a:pt x="148736" y="49353"/>
                  </a:cubicBezTo>
                  <a:close/>
                  <a:moveTo>
                    <a:pt x="183505" y="86125"/>
                  </a:moveTo>
                  <a:cubicBezTo>
                    <a:pt x="183505" y="24193"/>
                    <a:pt x="183505" y="24193"/>
                    <a:pt x="183505" y="24193"/>
                  </a:cubicBezTo>
                  <a:cubicBezTo>
                    <a:pt x="189299" y="24193"/>
                    <a:pt x="189299" y="24193"/>
                    <a:pt x="189299" y="24193"/>
                  </a:cubicBezTo>
                  <a:cubicBezTo>
                    <a:pt x="189299" y="33869"/>
                    <a:pt x="189299" y="33869"/>
                    <a:pt x="189299" y="33869"/>
                  </a:cubicBezTo>
                  <a:cubicBezTo>
                    <a:pt x="190266" y="29030"/>
                    <a:pt x="191231" y="26127"/>
                    <a:pt x="193163" y="25160"/>
                  </a:cubicBezTo>
                  <a:cubicBezTo>
                    <a:pt x="194128" y="24193"/>
                    <a:pt x="195095" y="23224"/>
                    <a:pt x="196061" y="23224"/>
                  </a:cubicBezTo>
                  <a:cubicBezTo>
                    <a:pt x="197993" y="23224"/>
                    <a:pt x="199923" y="24193"/>
                    <a:pt x="201855" y="26127"/>
                  </a:cubicBezTo>
                  <a:cubicBezTo>
                    <a:pt x="199923" y="35805"/>
                    <a:pt x="199923" y="35805"/>
                    <a:pt x="199923" y="35805"/>
                  </a:cubicBezTo>
                  <a:cubicBezTo>
                    <a:pt x="198958" y="34838"/>
                    <a:pt x="197993" y="33869"/>
                    <a:pt x="196061" y="33869"/>
                  </a:cubicBezTo>
                  <a:cubicBezTo>
                    <a:pt x="195095" y="33869"/>
                    <a:pt x="194128" y="34838"/>
                    <a:pt x="193163" y="35805"/>
                  </a:cubicBezTo>
                  <a:cubicBezTo>
                    <a:pt x="192196" y="37741"/>
                    <a:pt x="191231" y="39675"/>
                    <a:pt x="190266" y="41611"/>
                  </a:cubicBezTo>
                  <a:cubicBezTo>
                    <a:pt x="190266" y="45481"/>
                    <a:pt x="189299" y="49353"/>
                    <a:pt x="189299" y="54190"/>
                  </a:cubicBezTo>
                  <a:cubicBezTo>
                    <a:pt x="189299" y="86125"/>
                    <a:pt x="189299" y="86125"/>
                    <a:pt x="189299" y="86125"/>
                  </a:cubicBezTo>
                  <a:cubicBezTo>
                    <a:pt x="183505" y="86125"/>
                    <a:pt x="183505" y="86125"/>
                    <a:pt x="183505" y="86125"/>
                  </a:cubicBezTo>
                  <a:close/>
                  <a:moveTo>
                    <a:pt x="206684" y="67738"/>
                  </a:moveTo>
                  <a:cubicBezTo>
                    <a:pt x="212479" y="65804"/>
                    <a:pt x="212479" y="65804"/>
                    <a:pt x="212479" y="65804"/>
                  </a:cubicBezTo>
                  <a:cubicBezTo>
                    <a:pt x="213446" y="70641"/>
                    <a:pt x="213446" y="73544"/>
                    <a:pt x="215376" y="75480"/>
                  </a:cubicBezTo>
                  <a:cubicBezTo>
                    <a:pt x="216343" y="77416"/>
                    <a:pt x="219240" y="78383"/>
                    <a:pt x="221173" y="78383"/>
                  </a:cubicBezTo>
                  <a:cubicBezTo>
                    <a:pt x="224070" y="78383"/>
                    <a:pt x="226000" y="77416"/>
                    <a:pt x="226967" y="75480"/>
                  </a:cubicBezTo>
                  <a:cubicBezTo>
                    <a:pt x="228899" y="73544"/>
                    <a:pt x="228899" y="71610"/>
                    <a:pt x="228899" y="68707"/>
                  </a:cubicBezTo>
                  <a:cubicBezTo>
                    <a:pt x="228899" y="66771"/>
                    <a:pt x="228899" y="64835"/>
                    <a:pt x="227932" y="63868"/>
                  </a:cubicBezTo>
                  <a:cubicBezTo>
                    <a:pt x="226967" y="62901"/>
                    <a:pt x="225035" y="60965"/>
                    <a:pt x="222138" y="59998"/>
                  </a:cubicBezTo>
                  <a:cubicBezTo>
                    <a:pt x="217308" y="58062"/>
                    <a:pt x="214411" y="56126"/>
                    <a:pt x="212479" y="55159"/>
                  </a:cubicBezTo>
                  <a:cubicBezTo>
                    <a:pt x="211514" y="53223"/>
                    <a:pt x="210547" y="51287"/>
                    <a:pt x="209582" y="49353"/>
                  </a:cubicBezTo>
                  <a:cubicBezTo>
                    <a:pt x="208617" y="46450"/>
                    <a:pt x="207650" y="43547"/>
                    <a:pt x="207650" y="40644"/>
                  </a:cubicBezTo>
                  <a:cubicBezTo>
                    <a:pt x="207650" y="37741"/>
                    <a:pt x="208617" y="35805"/>
                    <a:pt x="208617" y="32902"/>
                  </a:cubicBezTo>
                  <a:cubicBezTo>
                    <a:pt x="209582" y="30966"/>
                    <a:pt x="210547" y="29030"/>
                    <a:pt x="211514" y="27096"/>
                  </a:cubicBezTo>
                  <a:cubicBezTo>
                    <a:pt x="212479" y="26127"/>
                    <a:pt x="214411" y="25160"/>
                    <a:pt x="215376" y="24193"/>
                  </a:cubicBezTo>
                  <a:cubicBezTo>
                    <a:pt x="217308" y="23224"/>
                    <a:pt x="218273" y="23224"/>
                    <a:pt x="220205" y="23224"/>
                  </a:cubicBezTo>
                  <a:cubicBezTo>
                    <a:pt x="223103" y="23224"/>
                    <a:pt x="225035" y="24193"/>
                    <a:pt x="226967" y="25160"/>
                  </a:cubicBezTo>
                  <a:cubicBezTo>
                    <a:pt x="229864" y="26127"/>
                    <a:pt x="230829" y="28063"/>
                    <a:pt x="231796" y="30966"/>
                  </a:cubicBezTo>
                  <a:cubicBezTo>
                    <a:pt x="232761" y="32902"/>
                    <a:pt x="233727" y="36772"/>
                    <a:pt x="233727" y="40644"/>
                  </a:cubicBezTo>
                  <a:cubicBezTo>
                    <a:pt x="227932" y="41611"/>
                    <a:pt x="227932" y="41611"/>
                    <a:pt x="227932" y="41611"/>
                  </a:cubicBezTo>
                  <a:cubicBezTo>
                    <a:pt x="227932" y="38708"/>
                    <a:pt x="226967" y="35805"/>
                    <a:pt x="226000" y="33869"/>
                  </a:cubicBezTo>
                  <a:cubicBezTo>
                    <a:pt x="225035" y="32902"/>
                    <a:pt x="223103" y="31933"/>
                    <a:pt x="221173" y="31933"/>
                  </a:cubicBezTo>
                  <a:cubicBezTo>
                    <a:pt x="218273" y="31933"/>
                    <a:pt x="216343" y="32902"/>
                    <a:pt x="215376" y="33869"/>
                  </a:cubicBezTo>
                  <a:cubicBezTo>
                    <a:pt x="214411" y="35805"/>
                    <a:pt x="213446" y="37741"/>
                    <a:pt x="213446" y="39675"/>
                  </a:cubicBezTo>
                  <a:cubicBezTo>
                    <a:pt x="213446" y="40644"/>
                    <a:pt x="213446" y="42578"/>
                    <a:pt x="214411" y="43547"/>
                  </a:cubicBezTo>
                  <a:cubicBezTo>
                    <a:pt x="214411" y="44514"/>
                    <a:pt x="215376" y="45481"/>
                    <a:pt x="216343" y="46450"/>
                  </a:cubicBezTo>
                  <a:cubicBezTo>
                    <a:pt x="217308" y="46450"/>
                    <a:pt x="218273" y="47417"/>
                    <a:pt x="221173" y="48384"/>
                  </a:cubicBezTo>
                  <a:cubicBezTo>
                    <a:pt x="226000" y="50320"/>
                    <a:pt x="227932" y="52256"/>
                    <a:pt x="229864" y="53223"/>
                  </a:cubicBezTo>
                  <a:cubicBezTo>
                    <a:pt x="231796" y="55159"/>
                    <a:pt x="232761" y="57095"/>
                    <a:pt x="233727" y="59029"/>
                  </a:cubicBezTo>
                  <a:cubicBezTo>
                    <a:pt x="234694" y="60965"/>
                    <a:pt x="234694" y="64835"/>
                    <a:pt x="234694" y="67738"/>
                  </a:cubicBezTo>
                  <a:cubicBezTo>
                    <a:pt x="234694" y="71610"/>
                    <a:pt x="234694" y="74513"/>
                    <a:pt x="233727" y="77416"/>
                  </a:cubicBezTo>
                  <a:cubicBezTo>
                    <a:pt x="232761" y="81286"/>
                    <a:pt x="230829" y="83222"/>
                    <a:pt x="228899" y="85158"/>
                  </a:cubicBezTo>
                  <a:cubicBezTo>
                    <a:pt x="226967" y="86125"/>
                    <a:pt x="224070" y="87092"/>
                    <a:pt x="221173" y="87092"/>
                  </a:cubicBezTo>
                  <a:cubicBezTo>
                    <a:pt x="217308" y="87092"/>
                    <a:pt x="213446" y="86125"/>
                    <a:pt x="211514" y="82255"/>
                  </a:cubicBezTo>
                  <a:cubicBezTo>
                    <a:pt x="209582" y="79352"/>
                    <a:pt x="207650" y="74513"/>
                    <a:pt x="206684" y="67738"/>
                  </a:cubicBezTo>
                  <a:close/>
                  <a:moveTo>
                    <a:pt x="245317" y="13548"/>
                  </a:moveTo>
                  <a:cubicBezTo>
                    <a:pt x="245317" y="967"/>
                    <a:pt x="245317" y="967"/>
                    <a:pt x="245317" y="967"/>
                  </a:cubicBezTo>
                  <a:cubicBezTo>
                    <a:pt x="251112" y="967"/>
                    <a:pt x="251112" y="967"/>
                    <a:pt x="251112" y="967"/>
                  </a:cubicBezTo>
                  <a:cubicBezTo>
                    <a:pt x="251112" y="13548"/>
                    <a:pt x="251112" y="13548"/>
                    <a:pt x="251112" y="13548"/>
                  </a:cubicBezTo>
                  <a:cubicBezTo>
                    <a:pt x="245317" y="13548"/>
                    <a:pt x="245317" y="13548"/>
                    <a:pt x="245317" y="13548"/>
                  </a:cubicBezTo>
                  <a:close/>
                  <a:moveTo>
                    <a:pt x="245317" y="86125"/>
                  </a:moveTo>
                  <a:cubicBezTo>
                    <a:pt x="245317" y="24193"/>
                    <a:pt x="245317" y="24193"/>
                    <a:pt x="245317" y="24193"/>
                  </a:cubicBezTo>
                  <a:cubicBezTo>
                    <a:pt x="251112" y="24193"/>
                    <a:pt x="251112" y="24193"/>
                    <a:pt x="251112" y="24193"/>
                  </a:cubicBezTo>
                  <a:cubicBezTo>
                    <a:pt x="251112" y="86125"/>
                    <a:pt x="251112" y="86125"/>
                    <a:pt x="251112" y="86125"/>
                  </a:cubicBezTo>
                  <a:cubicBezTo>
                    <a:pt x="245317" y="86125"/>
                    <a:pt x="245317" y="86125"/>
                    <a:pt x="245317" y="86125"/>
                  </a:cubicBezTo>
                  <a:close/>
                  <a:moveTo>
                    <a:pt x="276224" y="76447"/>
                  </a:moveTo>
                  <a:cubicBezTo>
                    <a:pt x="277189" y="86125"/>
                    <a:pt x="277189" y="86125"/>
                    <a:pt x="277189" y="86125"/>
                  </a:cubicBezTo>
                  <a:cubicBezTo>
                    <a:pt x="275257" y="86125"/>
                    <a:pt x="274292" y="87092"/>
                    <a:pt x="272360" y="87092"/>
                  </a:cubicBezTo>
                  <a:cubicBezTo>
                    <a:pt x="270427" y="87092"/>
                    <a:pt x="268497" y="86125"/>
                    <a:pt x="267530" y="85158"/>
                  </a:cubicBezTo>
                  <a:cubicBezTo>
                    <a:pt x="266565" y="84189"/>
                    <a:pt x="265600" y="82255"/>
                    <a:pt x="265600" y="80319"/>
                  </a:cubicBezTo>
                  <a:cubicBezTo>
                    <a:pt x="264633" y="78383"/>
                    <a:pt x="264633" y="74513"/>
                    <a:pt x="264633" y="67738"/>
                  </a:cubicBezTo>
                  <a:cubicBezTo>
                    <a:pt x="264633" y="32902"/>
                    <a:pt x="264633" y="32902"/>
                    <a:pt x="264633" y="32902"/>
                  </a:cubicBezTo>
                  <a:cubicBezTo>
                    <a:pt x="260771" y="32902"/>
                    <a:pt x="260771" y="32902"/>
                    <a:pt x="260771" y="32902"/>
                  </a:cubicBezTo>
                  <a:cubicBezTo>
                    <a:pt x="260771" y="24193"/>
                    <a:pt x="260771" y="24193"/>
                    <a:pt x="260771" y="24193"/>
                  </a:cubicBezTo>
                  <a:cubicBezTo>
                    <a:pt x="264633" y="24193"/>
                    <a:pt x="264633" y="24193"/>
                    <a:pt x="264633" y="24193"/>
                  </a:cubicBezTo>
                  <a:cubicBezTo>
                    <a:pt x="264633" y="9676"/>
                    <a:pt x="264633" y="9676"/>
                    <a:pt x="264633" y="9676"/>
                  </a:cubicBezTo>
                  <a:cubicBezTo>
                    <a:pt x="270427" y="2903"/>
                    <a:pt x="270427" y="2903"/>
                    <a:pt x="270427" y="2903"/>
                  </a:cubicBezTo>
                  <a:cubicBezTo>
                    <a:pt x="270427" y="24193"/>
                    <a:pt x="270427" y="24193"/>
                    <a:pt x="270427" y="24193"/>
                  </a:cubicBezTo>
                  <a:cubicBezTo>
                    <a:pt x="276224" y="24193"/>
                    <a:pt x="276224" y="24193"/>
                    <a:pt x="276224" y="24193"/>
                  </a:cubicBezTo>
                  <a:cubicBezTo>
                    <a:pt x="276224" y="32902"/>
                    <a:pt x="276224" y="32902"/>
                    <a:pt x="276224" y="32902"/>
                  </a:cubicBezTo>
                  <a:cubicBezTo>
                    <a:pt x="270427" y="32902"/>
                    <a:pt x="270427" y="32902"/>
                    <a:pt x="270427" y="32902"/>
                  </a:cubicBezTo>
                  <a:cubicBezTo>
                    <a:pt x="270427" y="68707"/>
                    <a:pt x="270427" y="68707"/>
                    <a:pt x="270427" y="68707"/>
                  </a:cubicBezTo>
                  <a:cubicBezTo>
                    <a:pt x="270427" y="71610"/>
                    <a:pt x="270427" y="73544"/>
                    <a:pt x="270427" y="74513"/>
                  </a:cubicBezTo>
                  <a:cubicBezTo>
                    <a:pt x="270427" y="75480"/>
                    <a:pt x="271395" y="75480"/>
                    <a:pt x="271395" y="76447"/>
                  </a:cubicBezTo>
                  <a:cubicBezTo>
                    <a:pt x="272360" y="76447"/>
                    <a:pt x="272360" y="77416"/>
                    <a:pt x="273325" y="77416"/>
                  </a:cubicBezTo>
                  <a:cubicBezTo>
                    <a:pt x="274292" y="77416"/>
                    <a:pt x="275257" y="77416"/>
                    <a:pt x="276224" y="76447"/>
                  </a:cubicBezTo>
                  <a:close/>
                  <a:moveTo>
                    <a:pt x="284916" y="109349"/>
                  </a:moveTo>
                  <a:cubicBezTo>
                    <a:pt x="284916" y="99673"/>
                    <a:pt x="284916" y="99673"/>
                    <a:pt x="284916" y="99673"/>
                  </a:cubicBezTo>
                  <a:cubicBezTo>
                    <a:pt x="285881" y="100640"/>
                    <a:pt x="286848" y="100640"/>
                    <a:pt x="287813" y="100640"/>
                  </a:cubicBezTo>
                  <a:cubicBezTo>
                    <a:pt x="288778" y="100640"/>
                    <a:pt x="289745" y="100640"/>
                    <a:pt x="290710" y="99673"/>
                  </a:cubicBezTo>
                  <a:cubicBezTo>
                    <a:pt x="291677" y="98704"/>
                    <a:pt x="292642" y="97737"/>
                    <a:pt x="292642" y="96770"/>
                  </a:cubicBezTo>
                  <a:cubicBezTo>
                    <a:pt x="292642" y="95801"/>
                    <a:pt x="293607" y="92898"/>
                    <a:pt x="294574" y="89028"/>
                  </a:cubicBezTo>
                  <a:cubicBezTo>
                    <a:pt x="294574" y="88061"/>
                    <a:pt x="294574" y="87092"/>
                    <a:pt x="294574" y="86125"/>
                  </a:cubicBezTo>
                  <a:cubicBezTo>
                    <a:pt x="282018" y="24193"/>
                    <a:pt x="282018" y="24193"/>
                    <a:pt x="282018" y="24193"/>
                  </a:cubicBezTo>
                  <a:cubicBezTo>
                    <a:pt x="287813" y="24193"/>
                    <a:pt x="287813" y="24193"/>
                    <a:pt x="287813" y="24193"/>
                  </a:cubicBezTo>
                  <a:cubicBezTo>
                    <a:pt x="295539" y="59998"/>
                    <a:pt x="295539" y="59998"/>
                    <a:pt x="295539" y="59998"/>
                  </a:cubicBezTo>
                  <a:cubicBezTo>
                    <a:pt x="296505" y="64835"/>
                    <a:pt x="297472" y="69674"/>
                    <a:pt x="297472" y="74513"/>
                  </a:cubicBezTo>
                  <a:cubicBezTo>
                    <a:pt x="298437" y="69674"/>
                    <a:pt x="299402" y="64835"/>
                    <a:pt x="300369" y="59998"/>
                  </a:cubicBezTo>
                  <a:cubicBezTo>
                    <a:pt x="307128" y="24193"/>
                    <a:pt x="307128" y="24193"/>
                    <a:pt x="307128" y="24193"/>
                  </a:cubicBezTo>
                  <a:cubicBezTo>
                    <a:pt x="312925" y="24193"/>
                    <a:pt x="312925" y="24193"/>
                    <a:pt x="312925" y="24193"/>
                  </a:cubicBezTo>
                  <a:cubicBezTo>
                    <a:pt x="300369" y="87092"/>
                    <a:pt x="300369" y="87092"/>
                    <a:pt x="300369" y="87092"/>
                  </a:cubicBezTo>
                  <a:cubicBezTo>
                    <a:pt x="298437" y="93867"/>
                    <a:pt x="297472" y="98704"/>
                    <a:pt x="297472" y="100640"/>
                  </a:cubicBezTo>
                  <a:cubicBezTo>
                    <a:pt x="295539" y="104512"/>
                    <a:pt x="294574" y="107415"/>
                    <a:pt x="293607" y="108382"/>
                  </a:cubicBezTo>
                  <a:cubicBezTo>
                    <a:pt x="292642" y="110318"/>
                    <a:pt x="290710" y="111285"/>
                    <a:pt x="288778" y="111285"/>
                  </a:cubicBezTo>
                  <a:cubicBezTo>
                    <a:pt x="287813" y="111285"/>
                    <a:pt x="286848" y="110318"/>
                    <a:pt x="284916" y="109349"/>
                  </a:cubicBezTo>
                  <a:close/>
                  <a:moveTo>
                    <a:pt x="334173" y="55159"/>
                  </a:moveTo>
                  <a:cubicBezTo>
                    <a:pt x="334173" y="43547"/>
                    <a:pt x="336103" y="35805"/>
                    <a:pt x="339002" y="29999"/>
                  </a:cubicBezTo>
                  <a:cubicBezTo>
                    <a:pt x="341899" y="25160"/>
                    <a:pt x="345761" y="23224"/>
                    <a:pt x="349626" y="23224"/>
                  </a:cubicBezTo>
                  <a:cubicBezTo>
                    <a:pt x="354455" y="23224"/>
                    <a:pt x="358317" y="26127"/>
                    <a:pt x="361215" y="30966"/>
                  </a:cubicBezTo>
                  <a:cubicBezTo>
                    <a:pt x="364112" y="36772"/>
                    <a:pt x="366044" y="44514"/>
                    <a:pt x="366044" y="54190"/>
                  </a:cubicBezTo>
                  <a:cubicBezTo>
                    <a:pt x="366044" y="61932"/>
                    <a:pt x="365079" y="68707"/>
                    <a:pt x="363147" y="73544"/>
                  </a:cubicBezTo>
                  <a:cubicBezTo>
                    <a:pt x="362180" y="77416"/>
                    <a:pt x="360250" y="81286"/>
                    <a:pt x="358317" y="83222"/>
                  </a:cubicBezTo>
                  <a:cubicBezTo>
                    <a:pt x="355420" y="86125"/>
                    <a:pt x="352523" y="87092"/>
                    <a:pt x="349626" y="87092"/>
                  </a:cubicBezTo>
                  <a:cubicBezTo>
                    <a:pt x="344796" y="87092"/>
                    <a:pt x="340932" y="84189"/>
                    <a:pt x="338035" y="79352"/>
                  </a:cubicBezTo>
                  <a:cubicBezTo>
                    <a:pt x="335138" y="73544"/>
                    <a:pt x="334173" y="65804"/>
                    <a:pt x="334173" y="55159"/>
                  </a:cubicBezTo>
                  <a:close/>
                  <a:moveTo>
                    <a:pt x="339967" y="55159"/>
                  </a:moveTo>
                  <a:cubicBezTo>
                    <a:pt x="339967" y="62901"/>
                    <a:pt x="340932" y="68707"/>
                    <a:pt x="342864" y="72577"/>
                  </a:cubicBezTo>
                  <a:cubicBezTo>
                    <a:pt x="344796" y="76447"/>
                    <a:pt x="346729" y="78383"/>
                    <a:pt x="349626" y="78383"/>
                  </a:cubicBezTo>
                  <a:cubicBezTo>
                    <a:pt x="352523" y="78383"/>
                    <a:pt x="355420" y="76447"/>
                    <a:pt x="356385" y="72577"/>
                  </a:cubicBezTo>
                  <a:cubicBezTo>
                    <a:pt x="358317" y="68707"/>
                    <a:pt x="359283" y="62901"/>
                    <a:pt x="359283" y="55159"/>
                  </a:cubicBezTo>
                  <a:cubicBezTo>
                    <a:pt x="359283" y="47417"/>
                    <a:pt x="358317" y="41611"/>
                    <a:pt x="356385" y="37741"/>
                  </a:cubicBezTo>
                  <a:cubicBezTo>
                    <a:pt x="355420" y="33869"/>
                    <a:pt x="352523" y="31933"/>
                    <a:pt x="349626" y="31933"/>
                  </a:cubicBezTo>
                  <a:cubicBezTo>
                    <a:pt x="346729" y="31933"/>
                    <a:pt x="344796" y="33869"/>
                    <a:pt x="342864" y="37741"/>
                  </a:cubicBezTo>
                  <a:cubicBezTo>
                    <a:pt x="340932" y="41611"/>
                    <a:pt x="339967" y="47417"/>
                    <a:pt x="339967" y="55159"/>
                  </a:cubicBezTo>
                  <a:close/>
                  <a:moveTo>
                    <a:pt x="377633" y="86125"/>
                  </a:moveTo>
                  <a:cubicBezTo>
                    <a:pt x="377633" y="32902"/>
                    <a:pt x="377633" y="32902"/>
                    <a:pt x="377633" y="32902"/>
                  </a:cubicBezTo>
                  <a:cubicBezTo>
                    <a:pt x="371839" y="32902"/>
                    <a:pt x="371839" y="32902"/>
                    <a:pt x="371839" y="32902"/>
                  </a:cubicBezTo>
                  <a:cubicBezTo>
                    <a:pt x="371839" y="24193"/>
                    <a:pt x="371839" y="24193"/>
                    <a:pt x="371839" y="24193"/>
                  </a:cubicBezTo>
                  <a:cubicBezTo>
                    <a:pt x="377633" y="24193"/>
                    <a:pt x="377633" y="24193"/>
                    <a:pt x="377633" y="24193"/>
                  </a:cubicBezTo>
                  <a:cubicBezTo>
                    <a:pt x="377633" y="18387"/>
                    <a:pt x="377633" y="18387"/>
                    <a:pt x="377633" y="18387"/>
                  </a:cubicBezTo>
                  <a:cubicBezTo>
                    <a:pt x="377633" y="13548"/>
                    <a:pt x="377633" y="10645"/>
                    <a:pt x="377633" y="8709"/>
                  </a:cubicBezTo>
                  <a:cubicBezTo>
                    <a:pt x="378600" y="5806"/>
                    <a:pt x="379565" y="3870"/>
                    <a:pt x="380532" y="1936"/>
                  </a:cubicBezTo>
                  <a:cubicBezTo>
                    <a:pt x="382462" y="0"/>
                    <a:pt x="384395" y="0"/>
                    <a:pt x="386327" y="0"/>
                  </a:cubicBezTo>
                  <a:cubicBezTo>
                    <a:pt x="388257" y="0"/>
                    <a:pt x="390189" y="0"/>
                    <a:pt x="392121" y="967"/>
                  </a:cubicBezTo>
                  <a:cubicBezTo>
                    <a:pt x="391156" y="9676"/>
                    <a:pt x="391156" y="9676"/>
                    <a:pt x="391156" y="9676"/>
                  </a:cubicBezTo>
                  <a:cubicBezTo>
                    <a:pt x="390189" y="9676"/>
                    <a:pt x="389224" y="8709"/>
                    <a:pt x="387292" y="8709"/>
                  </a:cubicBezTo>
                  <a:cubicBezTo>
                    <a:pt x="386327" y="8709"/>
                    <a:pt x="384395" y="9676"/>
                    <a:pt x="384395" y="11612"/>
                  </a:cubicBezTo>
                  <a:cubicBezTo>
                    <a:pt x="383429" y="12581"/>
                    <a:pt x="383429" y="15484"/>
                    <a:pt x="383429" y="18387"/>
                  </a:cubicBezTo>
                  <a:cubicBezTo>
                    <a:pt x="383429" y="24193"/>
                    <a:pt x="383429" y="24193"/>
                    <a:pt x="383429" y="24193"/>
                  </a:cubicBezTo>
                  <a:cubicBezTo>
                    <a:pt x="389224" y="24193"/>
                    <a:pt x="389224" y="24193"/>
                    <a:pt x="389224" y="24193"/>
                  </a:cubicBezTo>
                  <a:cubicBezTo>
                    <a:pt x="389224" y="32902"/>
                    <a:pt x="389224" y="32902"/>
                    <a:pt x="389224" y="32902"/>
                  </a:cubicBezTo>
                  <a:cubicBezTo>
                    <a:pt x="383429" y="32902"/>
                    <a:pt x="383429" y="32902"/>
                    <a:pt x="383429" y="32902"/>
                  </a:cubicBezTo>
                  <a:cubicBezTo>
                    <a:pt x="383429" y="86125"/>
                    <a:pt x="383429" y="86125"/>
                    <a:pt x="383429" y="86125"/>
                  </a:cubicBezTo>
                  <a:cubicBezTo>
                    <a:pt x="377633" y="86125"/>
                    <a:pt x="377633" y="86125"/>
                    <a:pt x="377633" y="86125"/>
                  </a:cubicBezTo>
                  <a:close/>
                  <a:moveTo>
                    <a:pt x="413369" y="86125"/>
                  </a:moveTo>
                  <a:cubicBezTo>
                    <a:pt x="413369" y="967"/>
                    <a:pt x="413369" y="967"/>
                    <a:pt x="413369" y="967"/>
                  </a:cubicBezTo>
                  <a:cubicBezTo>
                    <a:pt x="447172" y="967"/>
                    <a:pt x="447172" y="967"/>
                    <a:pt x="447172" y="967"/>
                  </a:cubicBezTo>
                  <a:cubicBezTo>
                    <a:pt x="447172" y="10645"/>
                    <a:pt x="447172" y="10645"/>
                    <a:pt x="447172" y="10645"/>
                  </a:cubicBezTo>
                  <a:cubicBezTo>
                    <a:pt x="419163" y="10645"/>
                    <a:pt x="419163" y="10645"/>
                    <a:pt x="419163" y="10645"/>
                  </a:cubicBezTo>
                  <a:cubicBezTo>
                    <a:pt x="419163" y="36772"/>
                    <a:pt x="419163" y="36772"/>
                    <a:pt x="419163" y="36772"/>
                  </a:cubicBezTo>
                  <a:cubicBezTo>
                    <a:pt x="445240" y="36772"/>
                    <a:pt x="445240" y="36772"/>
                    <a:pt x="445240" y="36772"/>
                  </a:cubicBezTo>
                  <a:cubicBezTo>
                    <a:pt x="445240" y="47417"/>
                    <a:pt x="445240" y="47417"/>
                    <a:pt x="445240" y="47417"/>
                  </a:cubicBezTo>
                  <a:cubicBezTo>
                    <a:pt x="419163" y="47417"/>
                    <a:pt x="419163" y="47417"/>
                    <a:pt x="419163" y="47417"/>
                  </a:cubicBezTo>
                  <a:cubicBezTo>
                    <a:pt x="419163" y="76447"/>
                    <a:pt x="419163" y="76447"/>
                    <a:pt x="419163" y="76447"/>
                  </a:cubicBezTo>
                  <a:cubicBezTo>
                    <a:pt x="448138" y="76447"/>
                    <a:pt x="448138" y="76447"/>
                    <a:pt x="448138" y="76447"/>
                  </a:cubicBezTo>
                  <a:cubicBezTo>
                    <a:pt x="448138" y="86125"/>
                    <a:pt x="448138" y="86125"/>
                    <a:pt x="448138" y="86125"/>
                  </a:cubicBezTo>
                  <a:cubicBezTo>
                    <a:pt x="413369" y="86125"/>
                    <a:pt x="413369" y="86125"/>
                    <a:pt x="413369" y="86125"/>
                  </a:cubicBezTo>
                  <a:close/>
                  <a:moveTo>
                    <a:pt x="458761" y="86125"/>
                  </a:moveTo>
                  <a:cubicBezTo>
                    <a:pt x="458761" y="967"/>
                    <a:pt x="458761" y="967"/>
                    <a:pt x="458761" y="967"/>
                  </a:cubicBezTo>
                  <a:cubicBezTo>
                    <a:pt x="464558" y="967"/>
                    <a:pt x="464558" y="967"/>
                    <a:pt x="464558" y="967"/>
                  </a:cubicBezTo>
                  <a:cubicBezTo>
                    <a:pt x="464558" y="86125"/>
                    <a:pt x="464558" y="86125"/>
                    <a:pt x="464558" y="86125"/>
                  </a:cubicBezTo>
                  <a:cubicBezTo>
                    <a:pt x="458761" y="86125"/>
                    <a:pt x="458761" y="86125"/>
                    <a:pt x="458761" y="86125"/>
                  </a:cubicBezTo>
                  <a:close/>
                  <a:moveTo>
                    <a:pt x="500292" y="65804"/>
                  </a:moveTo>
                  <a:cubicBezTo>
                    <a:pt x="506088" y="67738"/>
                    <a:pt x="506088" y="67738"/>
                    <a:pt x="506088" y="67738"/>
                  </a:cubicBezTo>
                  <a:cubicBezTo>
                    <a:pt x="505121" y="73544"/>
                    <a:pt x="504156" y="78383"/>
                    <a:pt x="501259" y="82255"/>
                  </a:cubicBezTo>
                  <a:cubicBezTo>
                    <a:pt x="498362" y="86125"/>
                    <a:pt x="495462" y="87092"/>
                    <a:pt x="491600" y="87092"/>
                  </a:cubicBezTo>
                  <a:cubicBezTo>
                    <a:pt x="486771" y="87092"/>
                    <a:pt x="482908" y="84189"/>
                    <a:pt x="480011" y="79352"/>
                  </a:cubicBezTo>
                  <a:cubicBezTo>
                    <a:pt x="477112" y="73544"/>
                    <a:pt x="475182" y="65804"/>
                    <a:pt x="475182" y="56126"/>
                  </a:cubicBezTo>
                  <a:cubicBezTo>
                    <a:pt x="475182" y="45481"/>
                    <a:pt x="477112" y="37741"/>
                    <a:pt x="480011" y="31933"/>
                  </a:cubicBezTo>
                  <a:cubicBezTo>
                    <a:pt x="482908" y="26127"/>
                    <a:pt x="486771" y="23224"/>
                    <a:pt x="491600" y="23224"/>
                  </a:cubicBezTo>
                  <a:cubicBezTo>
                    <a:pt x="495462" y="23224"/>
                    <a:pt x="499327" y="26127"/>
                    <a:pt x="502224" y="31933"/>
                  </a:cubicBezTo>
                  <a:cubicBezTo>
                    <a:pt x="505121" y="36772"/>
                    <a:pt x="506088" y="44514"/>
                    <a:pt x="506088" y="55159"/>
                  </a:cubicBezTo>
                  <a:cubicBezTo>
                    <a:pt x="506088" y="56126"/>
                    <a:pt x="506088" y="57095"/>
                    <a:pt x="506088" y="58062"/>
                  </a:cubicBezTo>
                  <a:cubicBezTo>
                    <a:pt x="480976" y="58062"/>
                    <a:pt x="480976" y="58062"/>
                    <a:pt x="480976" y="58062"/>
                  </a:cubicBezTo>
                  <a:cubicBezTo>
                    <a:pt x="481941" y="64835"/>
                    <a:pt x="482908" y="69674"/>
                    <a:pt x="484838" y="73544"/>
                  </a:cubicBezTo>
                  <a:cubicBezTo>
                    <a:pt x="486771" y="77416"/>
                    <a:pt x="488703" y="78383"/>
                    <a:pt x="491600" y="78383"/>
                  </a:cubicBezTo>
                  <a:cubicBezTo>
                    <a:pt x="493532" y="78383"/>
                    <a:pt x="495462" y="77416"/>
                    <a:pt x="496429" y="75480"/>
                  </a:cubicBezTo>
                  <a:cubicBezTo>
                    <a:pt x="498362" y="73544"/>
                    <a:pt x="499327" y="70641"/>
                    <a:pt x="500292" y="65804"/>
                  </a:cubicBezTo>
                  <a:close/>
                  <a:moveTo>
                    <a:pt x="481941" y="49353"/>
                  </a:moveTo>
                  <a:cubicBezTo>
                    <a:pt x="500292" y="49353"/>
                    <a:pt x="500292" y="49353"/>
                    <a:pt x="500292" y="49353"/>
                  </a:cubicBezTo>
                  <a:cubicBezTo>
                    <a:pt x="500292" y="44514"/>
                    <a:pt x="499327" y="40644"/>
                    <a:pt x="498362" y="37741"/>
                  </a:cubicBezTo>
                  <a:cubicBezTo>
                    <a:pt x="496429" y="33869"/>
                    <a:pt x="494497" y="31933"/>
                    <a:pt x="491600" y="31933"/>
                  </a:cubicBezTo>
                  <a:cubicBezTo>
                    <a:pt x="488703" y="31933"/>
                    <a:pt x="486771" y="32902"/>
                    <a:pt x="484838" y="36772"/>
                  </a:cubicBezTo>
                  <a:cubicBezTo>
                    <a:pt x="482908" y="39675"/>
                    <a:pt x="481941" y="43547"/>
                    <a:pt x="481941" y="49353"/>
                  </a:cubicBezTo>
                  <a:close/>
                  <a:moveTo>
                    <a:pt x="538925" y="63868"/>
                  </a:moveTo>
                  <a:cubicBezTo>
                    <a:pt x="544719" y="64835"/>
                    <a:pt x="544719" y="64835"/>
                    <a:pt x="544719" y="64835"/>
                  </a:cubicBezTo>
                  <a:cubicBezTo>
                    <a:pt x="544719" y="71610"/>
                    <a:pt x="542789" y="77416"/>
                    <a:pt x="539890" y="81286"/>
                  </a:cubicBezTo>
                  <a:cubicBezTo>
                    <a:pt x="537960" y="85158"/>
                    <a:pt x="534095" y="87092"/>
                    <a:pt x="531198" y="87092"/>
                  </a:cubicBezTo>
                  <a:cubicBezTo>
                    <a:pt x="526369" y="87092"/>
                    <a:pt x="522506" y="84189"/>
                    <a:pt x="519609" y="79352"/>
                  </a:cubicBezTo>
                  <a:cubicBezTo>
                    <a:pt x="516712" y="73544"/>
                    <a:pt x="515745" y="65804"/>
                    <a:pt x="515745" y="55159"/>
                  </a:cubicBezTo>
                  <a:cubicBezTo>
                    <a:pt x="515745" y="48384"/>
                    <a:pt x="515745" y="42578"/>
                    <a:pt x="517677" y="37741"/>
                  </a:cubicBezTo>
                  <a:cubicBezTo>
                    <a:pt x="518642" y="32902"/>
                    <a:pt x="520574" y="29030"/>
                    <a:pt x="522506" y="27096"/>
                  </a:cubicBezTo>
                  <a:cubicBezTo>
                    <a:pt x="525404" y="24193"/>
                    <a:pt x="528301" y="23224"/>
                    <a:pt x="531198" y="23224"/>
                  </a:cubicBezTo>
                  <a:cubicBezTo>
                    <a:pt x="534095" y="23224"/>
                    <a:pt x="537960" y="25160"/>
                    <a:pt x="539890" y="28063"/>
                  </a:cubicBezTo>
                  <a:cubicBezTo>
                    <a:pt x="541822" y="31933"/>
                    <a:pt x="543754" y="36772"/>
                    <a:pt x="544719" y="42578"/>
                  </a:cubicBezTo>
                  <a:cubicBezTo>
                    <a:pt x="538925" y="44514"/>
                    <a:pt x="538925" y="44514"/>
                    <a:pt x="538925" y="44514"/>
                  </a:cubicBezTo>
                  <a:cubicBezTo>
                    <a:pt x="537960" y="39675"/>
                    <a:pt x="536993" y="36772"/>
                    <a:pt x="536028" y="34838"/>
                  </a:cubicBezTo>
                  <a:cubicBezTo>
                    <a:pt x="535062" y="32902"/>
                    <a:pt x="533130" y="31933"/>
                    <a:pt x="531198" y="31933"/>
                  </a:cubicBezTo>
                  <a:cubicBezTo>
                    <a:pt x="528301" y="31933"/>
                    <a:pt x="525404" y="33869"/>
                    <a:pt x="524439" y="37741"/>
                  </a:cubicBezTo>
                  <a:cubicBezTo>
                    <a:pt x="522506" y="40644"/>
                    <a:pt x="521539" y="47417"/>
                    <a:pt x="521539" y="55159"/>
                  </a:cubicBezTo>
                  <a:cubicBezTo>
                    <a:pt x="521539" y="63868"/>
                    <a:pt x="522506" y="69674"/>
                    <a:pt x="523472" y="73544"/>
                  </a:cubicBezTo>
                  <a:cubicBezTo>
                    <a:pt x="525404" y="77416"/>
                    <a:pt x="528301" y="78383"/>
                    <a:pt x="531198" y="78383"/>
                  </a:cubicBezTo>
                  <a:cubicBezTo>
                    <a:pt x="533130" y="78383"/>
                    <a:pt x="535062" y="77416"/>
                    <a:pt x="536028" y="75480"/>
                  </a:cubicBezTo>
                  <a:cubicBezTo>
                    <a:pt x="537960" y="72577"/>
                    <a:pt x="538925" y="68707"/>
                    <a:pt x="538925" y="63868"/>
                  </a:cubicBezTo>
                  <a:close/>
                  <a:moveTo>
                    <a:pt x="565967" y="76447"/>
                  </a:moveTo>
                  <a:cubicBezTo>
                    <a:pt x="566934" y="86125"/>
                    <a:pt x="566934" y="86125"/>
                    <a:pt x="566934" y="86125"/>
                  </a:cubicBezTo>
                  <a:cubicBezTo>
                    <a:pt x="565002" y="86125"/>
                    <a:pt x="564037" y="87092"/>
                    <a:pt x="562105" y="87092"/>
                  </a:cubicBezTo>
                  <a:cubicBezTo>
                    <a:pt x="560172" y="87092"/>
                    <a:pt x="558240" y="86125"/>
                    <a:pt x="557275" y="85158"/>
                  </a:cubicBezTo>
                  <a:cubicBezTo>
                    <a:pt x="556310" y="84189"/>
                    <a:pt x="555343" y="82255"/>
                    <a:pt x="555343" y="80319"/>
                  </a:cubicBezTo>
                  <a:cubicBezTo>
                    <a:pt x="554378" y="78383"/>
                    <a:pt x="554378" y="74513"/>
                    <a:pt x="554378" y="67738"/>
                  </a:cubicBezTo>
                  <a:cubicBezTo>
                    <a:pt x="554378" y="32902"/>
                    <a:pt x="554378" y="32902"/>
                    <a:pt x="554378" y="32902"/>
                  </a:cubicBezTo>
                  <a:cubicBezTo>
                    <a:pt x="550514" y="32902"/>
                    <a:pt x="550514" y="32902"/>
                    <a:pt x="550514" y="32902"/>
                  </a:cubicBezTo>
                  <a:cubicBezTo>
                    <a:pt x="550514" y="24193"/>
                    <a:pt x="550514" y="24193"/>
                    <a:pt x="550514" y="24193"/>
                  </a:cubicBezTo>
                  <a:cubicBezTo>
                    <a:pt x="554378" y="24193"/>
                    <a:pt x="554378" y="24193"/>
                    <a:pt x="554378" y="24193"/>
                  </a:cubicBezTo>
                  <a:cubicBezTo>
                    <a:pt x="554378" y="9676"/>
                    <a:pt x="554378" y="9676"/>
                    <a:pt x="554378" y="9676"/>
                  </a:cubicBezTo>
                  <a:cubicBezTo>
                    <a:pt x="560172" y="2903"/>
                    <a:pt x="560172" y="2903"/>
                    <a:pt x="560172" y="2903"/>
                  </a:cubicBezTo>
                  <a:cubicBezTo>
                    <a:pt x="560172" y="24193"/>
                    <a:pt x="560172" y="24193"/>
                    <a:pt x="560172" y="24193"/>
                  </a:cubicBezTo>
                  <a:cubicBezTo>
                    <a:pt x="565967" y="24193"/>
                    <a:pt x="565967" y="24193"/>
                    <a:pt x="565967" y="24193"/>
                  </a:cubicBezTo>
                  <a:cubicBezTo>
                    <a:pt x="565967" y="32902"/>
                    <a:pt x="565967" y="32902"/>
                    <a:pt x="565967" y="32902"/>
                  </a:cubicBezTo>
                  <a:cubicBezTo>
                    <a:pt x="560172" y="32902"/>
                    <a:pt x="560172" y="32902"/>
                    <a:pt x="560172" y="32902"/>
                  </a:cubicBezTo>
                  <a:cubicBezTo>
                    <a:pt x="560172" y="68707"/>
                    <a:pt x="560172" y="68707"/>
                    <a:pt x="560172" y="68707"/>
                  </a:cubicBezTo>
                  <a:cubicBezTo>
                    <a:pt x="560172" y="71610"/>
                    <a:pt x="560172" y="73544"/>
                    <a:pt x="560172" y="74513"/>
                  </a:cubicBezTo>
                  <a:cubicBezTo>
                    <a:pt x="560172" y="75480"/>
                    <a:pt x="561140" y="75480"/>
                    <a:pt x="561140" y="76447"/>
                  </a:cubicBezTo>
                  <a:cubicBezTo>
                    <a:pt x="562105" y="76447"/>
                    <a:pt x="562105" y="77416"/>
                    <a:pt x="563070" y="77416"/>
                  </a:cubicBezTo>
                  <a:cubicBezTo>
                    <a:pt x="564037" y="77416"/>
                    <a:pt x="565002" y="77416"/>
                    <a:pt x="565967" y="76447"/>
                  </a:cubicBezTo>
                  <a:close/>
                  <a:moveTo>
                    <a:pt x="574661" y="86125"/>
                  </a:moveTo>
                  <a:cubicBezTo>
                    <a:pt x="574661" y="24193"/>
                    <a:pt x="574661" y="24193"/>
                    <a:pt x="574661" y="24193"/>
                  </a:cubicBezTo>
                  <a:cubicBezTo>
                    <a:pt x="580455" y="24193"/>
                    <a:pt x="580455" y="24193"/>
                    <a:pt x="580455" y="24193"/>
                  </a:cubicBezTo>
                  <a:cubicBezTo>
                    <a:pt x="580455" y="33869"/>
                    <a:pt x="580455" y="33869"/>
                    <a:pt x="580455" y="33869"/>
                  </a:cubicBezTo>
                  <a:cubicBezTo>
                    <a:pt x="581420" y="29030"/>
                    <a:pt x="582387" y="26127"/>
                    <a:pt x="584317" y="25160"/>
                  </a:cubicBezTo>
                  <a:cubicBezTo>
                    <a:pt x="585284" y="24193"/>
                    <a:pt x="586250" y="23224"/>
                    <a:pt x="587217" y="23224"/>
                  </a:cubicBezTo>
                  <a:cubicBezTo>
                    <a:pt x="589147" y="23224"/>
                    <a:pt x="591079" y="24193"/>
                    <a:pt x="593011" y="26127"/>
                  </a:cubicBezTo>
                  <a:cubicBezTo>
                    <a:pt x="591079" y="35805"/>
                    <a:pt x="591079" y="35805"/>
                    <a:pt x="591079" y="35805"/>
                  </a:cubicBezTo>
                  <a:cubicBezTo>
                    <a:pt x="590114" y="34838"/>
                    <a:pt x="588182" y="33869"/>
                    <a:pt x="587217" y="33869"/>
                  </a:cubicBezTo>
                  <a:cubicBezTo>
                    <a:pt x="586250" y="33869"/>
                    <a:pt x="585284" y="34838"/>
                    <a:pt x="584317" y="35805"/>
                  </a:cubicBezTo>
                  <a:cubicBezTo>
                    <a:pt x="582387" y="37741"/>
                    <a:pt x="582387" y="39675"/>
                    <a:pt x="581420" y="41611"/>
                  </a:cubicBezTo>
                  <a:cubicBezTo>
                    <a:pt x="581420" y="45481"/>
                    <a:pt x="580455" y="49353"/>
                    <a:pt x="580455" y="54190"/>
                  </a:cubicBezTo>
                  <a:cubicBezTo>
                    <a:pt x="580455" y="86125"/>
                    <a:pt x="580455" y="86125"/>
                    <a:pt x="580455" y="86125"/>
                  </a:cubicBezTo>
                  <a:cubicBezTo>
                    <a:pt x="574661" y="86125"/>
                    <a:pt x="574661" y="86125"/>
                    <a:pt x="574661" y="86125"/>
                  </a:cubicBezTo>
                  <a:close/>
                  <a:moveTo>
                    <a:pt x="597840" y="55159"/>
                  </a:moveTo>
                  <a:cubicBezTo>
                    <a:pt x="597840" y="43547"/>
                    <a:pt x="599771" y="35805"/>
                    <a:pt x="603635" y="29999"/>
                  </a:cubicBezTo>
                  <a:cubicBezTo>
                    <a:pt x="606532" y="25160"/>
                    <a:pt x="610395" y="23224"/>
                    <a:pt x="614259" y="23224"/>
                  </a:cubicBezTo>
                  <a:cubicBezTo>
                    <a:pt x="619088" y="23224"/>
                    <a:pt x="622950" y="26127"/>
                    <a:pt x="625848" y="30966"/>
                  </a:cubicBezTo>
                  <a:cubicBezTo>
                    <a:pt x="628745" y="36772"/>
                    <a:pt x="629712" y="44514"/>
                    <a:pt x="629712" y="54190"/>
                  </a:cubicBezTo>
                  <a:cubicBezTo>
                    <a:pt x="629712" y="61932"/>
                    <a:pt x="629712" y="68707"/>
                    <a:pt x="627780" y="73544"/>
                  </a:cubicBezTo>
                  <a:cubicBezTo>
                    <a:pt x="626815" y="77416"/>
                    <a:pt x="624883" y="81286"/>
                    <a:pt x="621985" y="83222"/>
                  </a:cubicBezTo>
                  <a:cubicBezTo>
                    <a:pt x="620053" y="86125"/>
                    <a:pt x="617156" y="87092"/>
                    <a:pt x="614259" y="87092"/>
                  </a:cubicBezTo>
                  <a:cubicBezTo>
                    <a:pt x="609429" y="87092"/>
                    <a:pt x="605567" y="84189"/>
                    <a:pt x="602668" y="79352"/>
                  </a:cubicBezTo>
                  <a:cubicBezTo>
                    <a:pt x="599771" y="73544"/>
                    <a:pt x="597840" y="65804"/>
                    <a:pt x="597840" y="55159"/>
                  </a:cubicBezTo>
                  <a:close/>
                  <a:moveTo>
                    <a:pt x="604600" y="55159"/>
                  </a:moveTo>
                  <a:cubicBezTo>
                    <a:pt x="604600" y="62901"/>
                    <a:pt x="605567" y="68707"/>
                    <a:pt x="606532" y="72577"/>
                  </a:cubicBezTo>
                  <a:cubicBezTo>
                    <a:pt x="608464" y="76447"/>
                    <a:pt x="611361" y="78383"/>
                    <a:pt x="614259" y="78383"/>
                  </a:cubicBezTo>
                  <a:cubicBezTo>
                    <a:pt x="617156" y="78383"/>
                    <a:pt x="619088" y="76447"/>
                    <a:pt x="621018" y="72577"/>
                  </a:cubicBezTo>
                  <a:cubicBezTo>
                    <a:pt x="622950" y="68707"/>
                    <a:pt x="623917" y="62901"/>
                    <a:pt x="623917" y="55159"/>
                  </a:cubicBezTo>
                  <a:cubicBezTo>
                    <a:pt x="623917" y="47417"/>
                    <a:pt x="622950" y="41611"/>
                    <a:pt x="621018" y="37741"/>
                  </a:cubicBezTo>
                  <a:cubicBezTo>
                    <a:pt x="619088" y="33869"/>
                    <a:pt x="617156" y="31933"/>
                    <a:pt x="614259" y="31933"/>
                  </a:cubicBezTo>
                  <a:cubicBezTo>
                    <a:pt x="611361" y="31933"/>
                    <a:pt x="608464" y="33869"/>
                    <a:pt x="606532" y="37741"/>
                  </a:cubicBezTo>
                  <a:cubicBezTo>
                    <a:pt x="605567" y="41611"/>
                    <a:pt x="604600" y="47417"/>
                    <a:pt x="604600" y="55159"/>
                  </a:cubicBezTo>
                  <a:close/>
                  <a:moveTo>
                    <a:pt x="640336" y="86125"/>
                  </a:moveTo>
                  <a:cubicBezTo>
                    <a:pt x="640336" y="24193"/>
                    <a:pt x="640336" y="24193"/>
                    <a:pt x="640336" y="24193"/>
                  </a:cubicBezTo>
                  <a:cubicBezTo>
                    <a:pt x="645165" y="24193"/>
                    <a:pt x="645165" y="24193"/>
                    <a:pt x="645165" y="24193"/>
                  </a:cubicBezTo>
                  <a:cubicBezTo>
                    <a:pt x="645165" y="32902"/>
                    <a:pt x="645165" y="32902"/>
                    <a:pt x="645165" y="32902"/>
                  </a:cubicBezTo>
                  <a:cubicBezTo>
                    <a:pt x="648062" y="26127"/>
                    <a:pt x="651925" y="23224"/>
                    <a:pt x="655789" y="23224"/>
                  </a:cubicBezTo>
                  <a:cubicBezTo>
                    <a:pt x="658686" y="23224"/>
                    <a:pt x="659651" y="24193"/>
                    <a:pt x="661583" y="25160"/>
                  </a:cubicBezTo>
                  <a:cubicBezTo>
                    <a:pt x="663516" y="26127"/>
                    <a:pt x="664481" y="28063"/>
                    <a:pt x="665446" y="29999"/>
                  </a:cubicBezTo>
                  <a:cubicBezTo>
                    <a:pt x="666413" y="32902"/>
                    <a:pt x="667378" y="34838"/>
                    <a:pt x="667378" y="37741"/>
                  </a:cubicBezTo>
                  <a:cubicBezTo>
                    <a:pt x="667378" y="39675"/>
                    <a:pt x="667378" y="43547"/>
                    <a:pt x="667378" y="48384"/>
                  </a:cubicBezTo>
                  <a:cubicBezTo>
                    <a:pt x="667378" y="86125"/>
                    <a:pt x="667378" y="86125"/>
                    <a:pt x="667378" y="86125"/>
                  </a:cubicBezTo>
                  <a:cubicBezTo>
                    <a:pt x="661583" y="86125"/>
                    <a:pt x="661583" y="86125"/>
                    <a:pt x="661583" y="86125"/>
                  </a:cubicBezTo>
                  <a:cubicBezTo>
                    <a:pt x="661583" y="48384"/>
                    <a:pt x="661583" y="48384"/>
                    <a:pt x="661583" y="48384"/>
                  </a:cubicBezTo>
                  <a:cubicBezTo>
                    <a:pt x="661583" y="44514"/>
                    <a:pt x="661583" y="41611"/>
                    <a:pt x="661583" y="38708"/>
                  </a:cubicBezTo>
                  <a:cubicBezTo>
                    <a:pt x="660618" y="36772"/>
                    <a:pt x="659651" y="34838"/>
                    <a:pt x="658686" y="33869"/>
                  </a:cubicBezTo>
                  <a:cubicBezTo>
                    <a:pt x="657719" y="32902"/>
                    <a:pt x="656754" y="31933"/>
                    <a:pt x="654822" y="31933"/>
                  </a:cubicBezTo>
                  <a:cubicBezTo>
                    <a:pt x="652892" y="31933"/>
                    <a:pt x="649995" y="33869"/>
                    <a:pt x="649027" y="36772"/>
                  </a:cubicBezTo>
                  <a:cubicBezTo>
                    <a:pt x="647095" y="38708"/>
                    <a:pt x="646130" y="44514"/>
                    <a:pt x="646130" y="52256"/>
                  </a:cubicBezTo>
                  <a:cubicBezTo>
                    <a:pt x="646130" y="86125"/>
                    <a:pt x="646130" y="86125"/>
                    <a:pt x="646130" y="86125"/>
                  </a:cubicBezTo>
                  <a:cubicBezTo>
                    <a:pt x="640336" y="86125"/>
                    <a:pt x="640336" y="86125"/>
                    <a:pt x="640336" y="86125"/>
                  </a:cubicBezTo>
                  <a:close/>
                  <a:moveTo>
                    <a:pt x="679934" y="13548"/>
                  </a:moveTo>
                  <a:cubicBezTo>
                    <a:pt x="679934" y="967"/>
                    <a:pt x="679934" y="967"/>
                    <a:pt x="679934" y="967"/>
                  </a:cubicBezTo>
                  <a:cubicBezTo>
                    <a:pt x="685728" y="967"/>
                    <a:pt x="685728" y="967"/>
                    <a:pt x="685728" y="967"/>
                  </a:cubicBezTo>
                  <a:cubicBezTo>
                    <a:pt x="685728" y="13548"/>
                    <a:pt x="685728" y="13548"/>
                    <a:pt x="685728" y="13548"/>
                  </a:cubicBezTo>
                  <a:cubicBezTo>
                    <a:pt x="679934" y="13548"/>
                    <a:pt x="679934" y="13548"/>
                    <a:pt x="679934" y="13548"/>
                  </a:cubicBezTo>
                  <a:close/>
                  <a:moveTo>
                    <a:pt x="679934" y="86125"/>
                  </a:moveTo>
                  <a:cubicBezTo>
                    <a:pt x="679934" y="24193"/>
                    <a:pt x="679934" y="24193"/>
                    <a:pt x="679934" y="24193"/>
                  </a:cubicBezTo>
                  <a:cubicBezTo>
                    <a:pt x="685728" y="24193"/>
                    <a:pt x="685728" y="24193"/>
                    <a:pt x="685728" y="24193"/>
                  </a:cubicBezTo>
                  <a:cubicBezTo>
                    <a:pt x="685728" y="86125"/>
                    <a:pt x="685728" y="86125"/>
                    <a:pt x="685728" y="86125"/>
                  </a:cubicBezTo>
                  <a:cubicBezTo>
                    <a:pt x="679934" y="86125"/>
                    <a:pt x="679934" y="86125"/>
                    <a:pt x="679934" y="86125"/>
                  </a:cubicBezTo>
                  <a:close/>
                  <a:moveTo>
                    <a:pt x="720497" y="63868"/>
                  </a:moveTo>
                  <a:cubicBezTo>
                    <a:pt x="726294" y="64835"/>
                    <a:pt x="726294" y="64835"/>
                    <a:pt x="726294" y="64835"/>
                  </a:cubicBezTo>
                  <a:cubicBezTo>
                    <a:pt x="725327" y="71610"/>
                    <a:pt x="723396" y="77416"/>
                    <a:pt x="721464" y="81286"/>
                  </a:cubicBezTo>
                  <a:cubicBezTo>
                    <a:pt x="718567" y="85158"/>
                    <a:pt x="715670" y="87092"/>
                    <a:pt x="711805" y="87092"/>
                  </a:cubicBezTo>
                  <a:cubicBezTo>
                    <a:pt x="706976" y="87092"/>
                    <a:pt x="703114" y="84189"/>
                    <a:pt x="701182" y="79352"/>
                  </a:cubicBezTo>
                  <a:cubicBezTo>
                    <a:pt x="698284" y="73544"/>
                    <a:pt x="696352" y="65804"/>
                    <a:pt x="696352" y="55159"/>
                  </a:cubicBezTo>
                  <a:cubicBezTo>
                    <a:pt x="696352" y="48384"/>
                    <a:pt x="697319" y="42578"/>
                    <a:pt x="698284" y="37741"/>
                  </a:cubicBezTo>
                  <a:cubicBezTo>
                    <a:pt x="699250" y="32902"/>
                    <a:pt x="701182" y="29030"/>
                    <a:pt x="704079" y="27096"/>
                  </a:cubicBezTo>
                  <a:cubicBezTo>
                    <a:pt x="706011" y="24193"/>
                    <a:pt x="708908" y="23224"/>
                    <a:pt x="711805" y="23224"/>
                  </a:cubicBezTo>
                  <a:cubicBezTo>
                    <a:pt x="715670" y="23224"/>
                    <a:pt x="718567" y="25160"/>
                    <a:pt x="720497" y="28063"/>
                  </a:cubicBezTo>
                  <a:cubicBezTo>
                    <a:pt x="723396" y="31933"/>
                    <a:pt x="724361" y="36772"/>
                    <a:pt x="725327" y="42578"/>
                  </a:cubicBezTo>
                  <a:cubicBezTo>
                    <a:pt x="719532" y="44514"/>
                    <a:pt x="719532" y="44514"/>
                    <a:pt x="719532" y="44514"/>
                  </a:cubicBezTo>
                  <a:cubicBezTo>
                    <a:pt x="719532" y="39675"/>
                    <a:pt x="718567" y="36772"/>
                    <a:pt x="716635" y="34838"/>
                  </a:cubicBezTo>
                  <a:cubicBezTo>
                    <a:pt x="715670" y="32902"/>
                    <a:pt x="713738" y="31933"/>
                    <a:pt x="711805" y="31933"/>
                  </a:cubicBezTo>
                  <a:cubicBezTo>
                    <a:pt x="708908" y="31933"/>
                    <a:pt x="706976" y="33869"/>
                    <a:pt x="705046" y="37741"/>
                  </a:cubicBezTo>
                  <a:cubicBezTo>
                    <a:pt x="703114" y="40644"/>
                    <a:pt x="702147" y="47417"/>
                    <a:pt x="702147" y="55159"/>
                  </a:cubicBezTo>
                  <a:cubicBezTo>
                    <a:pt x="702147" y="63868"/>
                    <a:pt x="703114" y="69674"/>
                    <a:pt x="705046" y="73544"/>
                  </a:cubicBezTo>
                  <a:cubicBezTo>
                    <a:pt x="706976" y="77416"/>
                    <a:pt x="708908" y="78383"/>
                    <a:pt x="711805" y="78383"/>
                  </a:cubicBezTo>
                  <a:cubicBezTo>
                    <a:pt x="713738" y="78383"/>
                    <a:pt x="715670" y="77416"/>
                    <a:pt x="717600" y="75480"/>
                  </a:cubicBezTo>
                  <a:cubicBezTo>
                    <a:pt x="718567" y="72577"/>
                    <a:pt x="719532" y="68707"/>
                    <a:pt x="720497" y="63868"/>
                  </a:cubicBezTo>
                  <a:close/>
                  <a:moveTo>
                    <a:pt x="747541" y="59029"/>
                  </a:moveTo>
                  <a:cubicBezTo>
                    <a:pt x="753336" y="58062"/>
                    <a:pt x="753336" y="58062"/>
                    <a:pt x="753336" y="58062"/>
                  </a:cubicBezTo>
                  <a:cubicBezTo>
                    <a:pt x="753336" y="61932"/>
                    <a:pt x="754301" y="65804"/>
                    <a:pt x="755268" y="68707"/>
                  </a:cubicBezTo>
                  <a:cubicBezTo>
                    <a:pt x="756233" y="70641"/>
                    <a:pt x="758165" y="73544"/>
                    <a:pt x="760097" y="74513"/>
                  </a:cubicBezTo>
                  <a:cubicBezTo>
                    <a:pt x="762028" y="76447"/>
                    <a:pt x="764925" y="77416"/>
                    <a:pt x="766857" y="77416"/>
                  </a:cubicBezTo>
                  <a:cubicBezTo>
                    <a:pt x="769754" y="77416"/>
                    <a:pt x="771686" y="76447"/>
                    <a:pt x="773618" y="75480"/>
                  </a:cubicBezTo>
                  <a:cubicBezTo>
                    <a:pt x="775550" y="74513"/>
                    <a:pt x="776516" y="72577"/>
                    <a:pt x="777481" y="70641"/>
                  </a:cubicBezTo>
                  <a:cubicBezTo>
                    <a:pt x="778448" y="67738"/>
                    <a:pt x="778448" y="65804"/>
                    <a:pt x="778448" y="62901"/>
                  </a:cubicBezTo>
                  <a:cubicBezTo>
                    <a:pt x="778448" y="59998"/>
                    <a:pt x="778448" y="58062"/>
                    <a:pt x="777481" y="56126"/>
                  </a:cubicBezTo>
                  <a:cubicBezTo>
                    <a:pt x="776516" y="54190"/>
                    <a:pt x="775550" y="52256"/>
                    <a:pt x="773618" y="51287"/>
                  </a:cubicBezTo>
                  <a:cubicBezTo>
                    <a:pt x="771686" y="50320"/>
                    <a:pt x="768789" y="48384"/>
                    <a:pt x="764925" y="46450"/>
                  </a:cubicBezTo>
                  <a:cubicBezTo>
                    <a:pt x="761062" y="44514"/>
                    <a:pt x="758165" y="43547"/>
                    <a:pt x="756233" y="41611"/>
                  </a:cubicBezTo>
                  <a:cubicBezTo>
                    <a:pt x="753336" y="39675"/>
                    <a:pt x="752371" y="36772"/>
                    <a:pt x="751404" y="33869"/>
                  </a:cubicBezTo>
                  <a:cubicBezTo>
                    <a:pt x="749473" y="29999"/>
                    <a:pt x="749473" y="27096"/>
                    <a:pt x="749473" y="23224"/>
                  </a:cubicBezTo>
                  <a:cubicBezTo>
                    <a:pt x="749473" y="18387"/>
                    <a:pt x="750438" y="14515"/>
                    <a:pt x="751404" y="10645"/>
                  </a:cubicBezTo>
                  <a:cubicBezTo>
                    <a:pt x="752371" y="7742"/>
                    <a:pt x="754301" y="4839"/>
                    <a:pt x="757198" y="2903"/>
                  </a:cubicBezTo>
                  <a:cubicBezTo>
                    <a:pt x="760097" y="967"/>
                    <a:pt x="762994" y="0"/>
                    <a:pt x="765892" y="0"/>
                  </a:cubicBezTo>
                  <a:cubicBezTo>
                    <a:pt x="768789" y="0"/>
                    <a:pt x="772651" y="967"/>
                    <a:pt x="774584" y="2903"/>
                  </a:cubicBezTo>
                  <a:cubicBezTo>
                    <a:pt x="777481" y="4839"/>
                    <a:pt x="779413" y="7742"/>
                    <a:pt x="781345" y="11612"/>
                  </a:cubicBezTo>
                  <a:cubicBezTo>
                    <a:pt x="782310" y="15484"/>
                    <a:pt x="783275" y="20321"/>
                    <a:pt x="783275" y="25160"/>
                  </a:cubicBezTo>
                  <a:cubicBezTo>
                    <a:pt x="777481" y="26127"/>
                    <a:pt x="777481" y="26127"/>
                    <a:pt x="777481" y="26127"/>
                  </a:cubicBezTo>
                  <a:cubicBezTo>
                    <a:pt x="777481" y="20321"/>
                    <a:pt x="775550" y="16451"/>
                    <a:pt x="774584" y="13548"/>
                  </a:cubicBezTo>
                  <a:cubicBezTo>
                    <a:pt x="772651" y="10645"/>
                    <a:pt x="769754" y="9676"/>
                    <a:pt x="765892" y="9676"/>
                  </a:cubicBezTo>
                  <a:cubicBezTo>
                    <a:pt x="762028" y="9676"/>
                    <a:pt x="759130" y="10645"/>
                    <a:pt x="758165" y="13548"/>
                  </a:cubicBezTo>
                  <a:cubicBezTo>
                    <a:pt x="756233" y="15484"/>
                    <a:pt x="755268" y="18387"/>
                    <a:pt x="755268" y="22257"/>
                  </a:cubicBezTo>
                  <a:cubicBezTo>
                    <a:pt x="755268" y="25160"/>
                    <a:pt x="756233" y="28063"/>
                    <a:pt x="757198" y="29999"/>
                  </a:cubicBezTo>
                  <a:cubicBezTo>
                    <a:pt x="758165" y="31933"/>
                    <a:pt x="761062" y="33869"/>
                    <a:pt x="766857" y="35805"/>
                  </a:cubicBezTo>
                  <a:cubicBezTo>
                    <a:pt x="771686" y="37741"/>
                    <a:pt x="774584" y="39675"/>
                    <a:pt x="776516" y="41611"/>
                  </a:cubicBezTo>
                  <a:cubicBezTo>
                    <a:pt x="779413" y="43547"/>
                    <a:pt x="781345" y="46450"/>
                    <a:pt x="782310" y="50320"/>
                  </a:cubicBezTo>
                  <a:cubicBezTo>
                    <a:pt x="784242" y="53223"/>
                    <a:pt x="784242" y="57095"/>
                    <a:pt x="784242" y="61932"/>
                  </a:cubicBezTo>
                  <a:cubicBezTo>
                    <a:pt x="784242" y="66771"/>
                    <a:pt x="784242" y="70641"/>
                    <a:pt x="782310" y="74513"/>
                  </a:cubicBezTo>
                  <a:cubicBezTo>
                    <a:pt x="781345" y="78383"/>
                    <a:pt x="779413" y="82255"/>
                    <a:pt x="776516" y="84189"/>
                  </a:cubicBezTo>
                  <a:cubicBezTo>
                    <a:pt x="773618" y="86125"/>
                    <a:pt x="770721" y="87092"/>
                    <a:pt x="767824" y="87092"/>
                  </a:cubicBezTo>
                  <a:cubicBezTo>
                    <a:pt x="762994" y="87092"/>
                    <a:pt x="760097" y="86125"/>
                    <a:pt x="757198" y="84189"/>
                  </a:cubicBezTo>
                  <a:cubicBezTo>
                    <a:pt x="754301" y="82255"/>
                    <a:pt x="751404" y="78383"/>
                    <a:pt x="750438" y="73544"/>
                  </a:cubicBezTo>
                  <a:cubicBezTo>
                    <a:pt x="748506" y="69674"/>
                    <a:pt x="747541" y="64835"/>
                    <a:pt x="747541" y="59029"/>
                  </a:cubicBezTo>
                  <a:close/>
                  <a:moveTo>
                    <a:pt x="818046" y="63868"/>
                  </a:moveTo>
                  <a:cubicBezTo>
                    <a:pt x="823840" y="64835"/>
                    <a:pt x="823840" y="64835"/>
                    <a:pt x="823840" y="64835"/>
                  </a:cubicBezTo>
                  <a:cubicBezTo>
                    <a:pt x="822875" y="71610"/>
                    <a:pt x="821908" y="77416"/>
                    <a:pt x="819011" y="81286"/>
                  </a:cubicBezTo>
                  <a:cubicBezTo>
                    <a:pt x="816114" y="85158"/>
                    <a:pt x="813216" y="87092"/>
                    <a:pt x="809352" y="87092"/>
                  </a:cubicBezTo>
                  <a:cubicBezTo>
                    <a:pt x="805490" y="87092"/>
                    <a:pt x="801628" y="84189"/>
                    <a:pt x="798728" y="79352"/>
                  </a:cubicBezTo>
                  <a:cubicBezTo>
                    <a:pt x="795831" y="73544"/>
                    <a:pt x="793901" y="65804"/>
                    <a:pt x="793901" y="55159"/>
                  </a:cubicBezTo>
                  <a:cubicBezTo>
                    <a:pt x="793901" y="48384"/>
                    <a:pt x="794866" y="42578"/>
                    <a:pt x="795831" y="37741"/>
                  </a:cubicBezTo>
                  <a:cubicBezTo>
                    <a:pt x="797763" y="32902"/>
                    <a:pt x="798728" y="29030"/>
                    <a:pt x="801628" y="27096"/>
                  </a:cubicBezTo>
                  <a:cubicBezTo>
                    <a:pt x="804525" y="24193"/>
                    <a:pt x="806455" y="23224"/>
                    <a:pt x="809352" y="23224"/>
                  </a:cubicBezTo>
                  <a:cubicBezTo>
                    <a:pt x="813216" y="23224"/>
                    <a:pt x="816114" y="25160"/>
                    <a:pt x="819011" y="28063"/>
                  </a:cubicBezTo>
                  <a:cubicBezTo>
                    <a:pt x="820943" y="31933"/>
                    <a:pt x="822875" y="36772"/>
                    <a:pt x="822875" y="42578"/>
                  </a:cubicBezTo>
                  <a:cubicBezTo>
                    <a:pt x="818046" y="44514"/>
                    <a:pt x="818046" y="44514"/>
                    <a:pt x="818046" y="44514"/>
                  </a:cubicBezTo>
                  <a:cubicBezTo>
                    <a:pt x="817079" y="39675"/>
                    <a:pt x="816114" y="36772"/>
                    <a:pt x="815149" y="34838"/>
                  </a:cubicBezTo>
                  <a:cubicBezTo>
                    <a:pt x="813216" y="32902"/>
                    <a:pt x="812251" y="31933"/>
                    <a:pt x="810319" y="31933"/>
                  </a:cubicBezTo>
                  <a:cubicBezTo>
                    <a:pt x="807422" y="31933"/>
                    <a:pt x="804525" y="33869"/>
                    <a:pt x="802593" y="37741"/>
                  </a:cubicBezTo>
                  <a:cubicBezTo>
                    <a:pt x="800661" y="40644"/>
                    <a:pt x="799695" y="47417"/>
                    <a:pt x="799695" y="55159"/>
                  </a:cubicBezTo>
                  <a:cubicBezTo>
                    <a:pt x="799695" y="63868"/>
                    <a:pt x="800661" y="69674"/>
                    <a:pt x="802593" y="73544"/>
                  </a:cubicBezTo>
                  <a:cubicBezTo>
                    <a:pt x="804525" y="77416"/>
                    <a:pt x="806455" y="78383"/>
                    <a:pt x="809352" y="78383"/>
                  </a:cubicBezTo>
                  <a:cubicBezTo>
                    <a:pt x="812251" y="78383"/>
                    <a:pt x="814182" y="77416"/>
                    <a:pt x="815149" y="75480"/>
                  </a:cubicBezTo>
                  <a:cubicBezTo>
                    <a:pt x="817079" y="72577"/>
                    <a:pt x="818046" y="68707"/>
                    <a:pt x="818046" y="63868"/>
                  </a:cubicBezTo>
                  <a:close/>
                  <a:moveTo>
                    <a:pt x="832532" y="13548"/>
                  </a:moveTo>
                  <a:cubicBezTo>
                    <a:pt x="832532" y="967"/>
                    <a:pt x="832532" y="967"/>
                    <a:pt x="832532" y="967"/>
                  </a:cubicBezTo>
                  <a:cubicBezTo>
                    <a:pt x="838328" y="967"/>
                    <a:pt x="838328" y="967"/>
                    <a:pt x="838328" y="967"/>
                  </a:cubicBezTo>
                  <a:cubicBezTo>
                    <a:pt x="838328" y="13548"/>
                    <a:pt x="838328" y="13548"/>
                    <a:pt x="838328" y="13548"/>
                  </a:cubicBezTo>
                  <a:cubicBezTo>
                    <a:pt x="832532" y="13548"/>
                    <a:pt x="832532" y="13548"/>
                    <a:pt x="832532" y="13548"/>
                  </a:cubicBezTo>
                  <a:close/>
                  <a:moveTo>
                    <a:pt x="832532" y="86125"/>
                  </a:moveTo>
                  <a:cubicBezTo>
                    <a:pt x="832532" y="24193"/>
                    <a:pt x="832532" y="24193"/>
                    <a:pt x="832532" y="24193"/>
                  </a:cubicBezTo>
                  <a:cubicBezTo>
                    <a:pt x="838328" y="24193"/>
                    <a:pt x="838328" y="24193"/>
                    <a:pt x="838328" y="24193"/>
                  </a:cubicBezTo>
                  <a:cubicBezTo>
                    <a:pt x="838328" y="86125"/>
                    <a:pt x="838328" y="86125"/>
                    <a:pt x="838328" y="86125"/>
                  </a:cubicBezTo>
                  <a:cubicBezTo>
                    <a:pt x="832532" y="86125"/>
                    <a:pt x="832532" y="86125"/>
                    <a:pt x="832532" y="86125"/>
                  </a:cubicBezTo>
                  <a:close/>
                  <a:moveTo>
                    <a:pt x="873097" y="65804"/>
                  </a:moveTo>
                  <a:cubicBezTo>
                    <a:pt x="879857" y="67738"/>
                    <a:pt x="879857" y="67738"/>
                    <a:pt x="879857" y="67738"/>
                  </a:cubicBezTo>
                  <a:cubicBezTo>
                    <a:pt x="878892" y="73544"/>
                    <a:pt x="876960" y="78383"/>
                    <a:pt x="874062" y="82255"/>
                  </a:cubicBezTo>
                  <a:cubicBezTo>
                    <a:pt x="872130" y="86125"/>
                    <a:pt x="868268" y="87092"/>
                    <a:pt x="864406" y="87092"/>
                  </a:cubicBezTo>
                  <a:cubicBezTo>
                    <a:pt x="859576" y="87092"/>
                    <a:pt x="855712" y="84189"/>
                    <a:pt x="852815" y="79352"/>
                  </a:cubicBezTo>
                  <a:cubicBezTo>
                    <a:pt x="849917" y="73544"/>
                    <a:pt x="847985" y="65804"/>
                    <a:pt x="847985" y="56126"/>
                  </a:cubicBezTo>
                  <a:cubicBezTo>
                    <a:pt x="847985" y="45481"/>
                    <a:pt x="849917" y="37741"/>
                    <a:pt x="852815" y="31933"/>
                  </a:cubicBezTo>
                  <a:cubicBezTo>
                    <a:pt x="855712" y="26127"/>
                    <a:pt x="859576" y="23224"/>
                    <a:pt x="864406" y="23224"/>
                  </a:cubicBezTo>
                  <a:cubicBezTo>
                    <a:pt x="868268" y="23224"/>
                    <a:pt x="872130" y="26127"/>
                    <a:pt x="875027" y="31933"/>
                  </a:cubicBezTo>
                  <a:cubicBezTo>
                    <a:pt x="877927" y="36772"/>
                    <a:pt x="879857" y="44514"/>
                    <a:pt x="879857" y="55159"/>
                  </a:cubicBezTo>
                  <a:cubicBezTo>
                    <a:pt x="879857" y="56126"/>
                    <a:pt x="879857" y="57095"/>
                    <a:pt x="879857" y="58062"/>
                  </a:cubicBezTo>
                  <a:cubicBezTo>
                    <a:pt x="854747" y="58062"/>
                    <a:pt x="854747" y="58062"/>
                    <a:pt x="854747" y="58062"/>
                  </a:cubicBezTo>
                  <a:cubicBezTo>
                    <a:pt x="854747" y="64835"/>
                    <a:pt x="855712" y="69674"/>
                    <a:pt x="857644" y="73544"/>
                  </a:cubicBezTo>
                  <a:cubicBezTo>
                    <a:pt x="859576" y="77416"/>
                    <a:pt x="861506" y="78383"/>
                    <a:pt x="864406" y="78383"/>
                  </a:cubicBezTo>
                  <a:cubicBezTo>
                    <a:pt x="866336" y="78383"/>
                    <a:pt x="868268" y="77416"/>
                    <a:pt x="870200" y="75480"/>
                  </a:cubicBezTo>
                  <a:cubicBezTo>
                    <a:pt x="871165" y="73544"/>
                    <a:pt x="872130" y="70641"/>
                    <a:pt x="873097" y="65804"/>
                  </a:cubicBezTo>
                  <a:close/>
                  <a:moveTo>
                    <a:pt x="854747" y="49353"/>
                  </a:moveTo>
                  <a:cubicBezTo>
                    <a:pt x="873097" y="49353"/>
                    <a:pt x="873097" y="49353"/>
                    <a:pt x="873097" y="49353"/>
                  </a:cubicBezTo>
                  <a:cubicBezTo>
                    <a:pt x="873097" y="44514"/>
                    <a:pt x="872130" y="40644"/>
                    <a:pt x="871165" y="37741"/>
                  </a:cubicBezTo>
                  <a:cubicBezTo>
                    <a:pt x="869233" y="33869"/>
                    <a:pt x="867303" y="31933"/>
                    <a:pt x="864406" y="31933"/>
                  </a:cubicBezTo>
                  <a:cubicBezTo>
                    <a:pt x="861506" y="31933"/>
                    <a:pt x="859576" y="32902"/>
                    <a:pt x="857644" y="36772"/>
                  </a:cubicBezTo>
                  <a:cubicBezTo>
                    <a:pt x="855712" y="39675"/>
                    <a:pt x="854747" y="43547"/>
                    <a:pt x="854747" y="49353"/>
                  </a:cubicBezTo>
                  <a:close/>
                  <a:moveTo>
                    <a:pt x="890481" y="86125"/>
                  </a:moveTo>
                  <a:cubicBezTo>
                    <a:pt x="890481" y="24193"/>
                    <a:pt x="890481" y="24193"/>
                    <a:pt x="890481" y="24193"/>
                  </a:cubicBezTo>
                  <a:cubicBezTo>
                    <a:pt x="895310" y="24193"/>
                    <a:pt x="895310" y="24193"/>
                    <a:pt x="895310" y="24193"/>
                  </a:cubicBezTo>
                  <a:cubicBezTo>
                    <a:pt x="895310" y="32902"/>
                    <a:pt x="895310" y="32902"/>
                    <a:pt x="895310" y="32902"/>
                  </a:cubicBezTo>
                  <a:cubicBezTo>
                    <a:pt x="898207" y="26127"/>
                    <a:pt x="901105" y="23224"/>
                    <a:pt x="905934" y="23224"/>
                  </a:cubicBezTo>
                  <a:cubicBezTo>
                    <a:pt x="907866" y="23224"/>
                    <a:pt x="909798" y="24193"/>
                    <a:pt x="911730" y="25160"/>
                  </a:cubicBezTo>
                  <a:cubicBezTo>
                    <a:pt x="913661" y="26127"/>
                    <a:pt x="914627" y="28063"/>
                    <a:pt x="915593" y="29999"/>
                  </a:cubicBezTo>
                  <a:cubicBezTo>
                    <a:pt x="916558" y="32902"/>
                    <a:pt x="916558" y="34838"/>
                    <a:pt x="917525" y="37741"/>
                  </a:cubicBezTo>
                  <a:cubicBezTo>
                    <a:pt x="917525" y="39675"/>
                    <a:pt x="917525" y="43547"/>
                    <a:pt x="917525" y="48384"/>
                  </a:cubicBezTo>
                  <a:cubicBezTo>
                    <a:pt x="917525" y="86125"/>
                    <a:pt x="917525" y="86125"/>
                    <a:pt x="917525" y="86125"/>
                  </a:cubicBezTo>
                  <a:cubicBezTo>
                    <a:pt x="911730" y="86125"/>
                    <a:pt x="911730" y="86125"/>
                    <a:pt x="911730" y="86125"/>
                  </a:cubicBezTo>
                  <a:cubicBezTo>
                    <a:pt x="911730" y="48384"/>
                    <a:pt x="911730" y="48384"/>
                    <a:pt x="911730" y="48384"/>
                  </a:cubicBezTo>
                  <a:cubicBezTo>
                    <a:pt x="911730" y="44514"/>
                    <a:pt x="911730" y="41611"/>
                    <a:pt x="911730" y="38708"/>
                  </a:cubicBezTo>
                  <a:cubicBezTo>
                    <a:pt x="910763" y="36772"/>
                    <a:pt x="909798" y="34838"/>
                    <a:pt x="908831" y="33869"/>
                  </a:cubicBezTo>
                  <a:cubicBezTo>
                    <a:pt x="907866" y="32902"/>
                    <a:pt x="906901" y="31933"/>
                    <a:pt x="904969" y="31933"/>
                  </a:cubicBezTo>
                  <a:cubicBezTo>
                    <a:pt x="902072" y="31933"/>
                    <a:pt x="900139" y="33869"/>
                    <a:pt x="898207" y="36772"/>
                  </a:cubicBezTo>
                  <a:cubicBezTo>
                    <a:pt x="897242" y="38708"/>
                    <a:pt x="896277" y="44514"/>
                    <a:pt x="896277" y="52256"/>
                  </a:cubicBezTo>
                  <a:cubicBezTo>
                    <a:pt x="896277" y="86125"/>
                    <a:pt x="896277" y="86125"/>
                    <a:pt x="896277" y="86125"/>
                  </a:cubicBezTo>
                  <a:cubicBezTo>
                    <a:pt x="890481" y="86125"/>
                    <a:pt x="890481" y="86125"/>
                    <a:pt x="890481" y="86125"/>
                  </a:cubicBezTo>
                  <a:close/>
                  <a:moveTo>
                    <a:pt x="952294" y="63868"/>
                  </a:moveTo>
                  <a:cubicBezTo>
                    <a:pt x="958088" y="64835"/>
                    <a:pt x="958088" y="64835"/>
                    <a:pt x="958088" y="64835"/>
                  </a:cubicBezTo>
                  <a:cubicBezTo>
                    <a:pt x="957123" y="71610"/>
                    <a:pt x="955191" y="77416"/>
                    <a:pt x="953259" y="81286"/>
                  </a:cubicBezTo>
                  <a:cubicBezTo>
                    <a:pt x="950361" y="85158"/>
                    <a:pt x="947464" y="87092"/>
                    <a:pt x="943602" y="87092"/>
                  </a:cubicBezTo>
                  <a:cubicBezTo>
                    <a:pt x="938773" y="87092"/>
                    <a:pt x="934908" y="84189"/>
                    <a:pt x="932978" y="79352"/>
                  </a:cubicBezTo>
                  <a:cubicBezTo>
                    <a:pt x="930081" y="73544"/>
                    <a:pt x="928149" y="65804"/>
                    <a:pt x="928149" y="55159"/>
                  </a:cubicBezTo>
                  <a:cubicBezTo>
                    <a:pt x="928149" y="48384"/>
                    <a:pt x="929114" y="42578"/>
                    <a:pt x="930081" y="37741"/>
                  </a:cubicBezTo>
                  <a:cubicBezTo>
                    <a:pt x="931046" y="32902"/>
                    <a:pt x="932978" y="29030"/>
                    <a:pt x="935875" y="27096"/>
                  </a:cubicBezTo>
                  <a:cubicBezTo>
                    <a:pt x="937807" y="24193"/>
                    <a:pt x="940705" y="23224"/>
                    <a:pt x="943602" y="23224"/>
                  </a:cubicBezTo>
                  <a:cubicBezTo>
                    <a:pt x="947464" y="23224"/>
                    <a:pt x="950361" y="25160"/>
                    <a:pt x="952294" y="28063"/>
                  </a:cubicBezTo>
                  <a:cubicBezTo>
                    <a:pt x="955191" y="31933"/>
                    <a:pt x="956158" y="36772"/>
                    <a:pt x="957123" y="42578"/>
                  </a:cubicBezTo>
                  <a:cubicBezTo>
                    <a:pt x="951328" y="44514"/>
                    <a:pt x="951328" y="44514"/>
                    <a:pt x="951328" y="44514"/>
                  </a:cubicBezTo>
                  <a:cubicBezTo>
                    <a:pt x="951328" y="39675"/>
                    <a:pt x="950361" y="36772"/>
                    <a:pt x="948431" y="34838"/>
                  </a:cubicBezTo>
                  <a:cubicBezTo>
                    <a:pt x="947464" y="32902"/>
                    <a:pt x="945534" y="31933"/>
                    <a:pt x="943602" y="31933"/>
                  </a:cubicBezTo>
                  <a:cubicBezTo>
                    <a:pt x="940705" y="31933"/>
                    <a:pt x="938773" y="33869"/>
                    <a:pt x="936840" y="37741"/>
                  </a:cubicBezTo>
                  <a:cubicBezTo>
                    <a:pt x="934908" y="40644"/>
                    <a:pt x="933943" y="47417"/>
                    <a:pt x="933943" y="55159"/>
                  </a:cubicBezTo>
                  <a:cubicBezTo>
                    <a:pt x="933943" y="63868"/>
                    <a:pt x="934908" y="69674"/>
                    <a:pt x="936840" y="73544"/>
                  </a:cubicBezTo>
                  <a:cubicBezTo>
                    <a:pt x="938773" y="77416"/>
                    <a:pt x="940705" y="78383"/>
                    <a:pt x="943602" y="78383"/>
                  </a:cubicBezTo>
                  <a:cubicBezTo>
                    <a:pt x="945534" y="78383"/>
                    <a:pt x="947464" y="77416"/>
                    <a:pt x="949396" y="75480"/>
                  </a:cubicBezTo>
                  <a:cubicBezTo>
                    <a:pt x="950361" y="72577"/>
                    <a:pt x="951328" y="68707"/>
                    <a:pt x="952294" y="63868"/>
                  </a:cubicBezTo>
                  <a:close/>
                  <a:moveTo>
                    <a:pt x="988994" y="65804"/>
                  </a:moveTo>
                  <a:cubicBezTo>
                    <a:pt x="995756" y="67738"/>
                    <a:pt x="995756" y="67738"/>
                    <a:pt x="995756" y="67738"/>
                  </a:cubicBezTo>
                  <a:cubicBezTo>
                    <a:pt x="994789" y="73544"/>
                    <a:pt x="992859" y="78383"/>
                    <a:pt x="989960" y="82255"/>
                  </a:cubicBezTo>
                  <a:cubicBezTo>
                    <a:pt x="988029" y="86125"/>
                    <a:pt x="984165" y="87092"/>
                    <a:pt x="980303" y="87092"/>
                  </a:cubicBezTo>
                  <a:cubicBezTo>
                    <a:pt x="975473" y="87092"/>
                    <a:pt x="971611" y="84189"/>
                    <a:pt x="968712" y="79352"/>
                  </a:cubicBezTo>
                  <a:cubicBezTo>
                    <a:pt x="965815" y="73544"/>
                    <a:pt x="963884" y="65804"/>
                    <a:pt x="963884" y="56126"/>
                  </a:cubicBezTo>
                  <a:cubicBezTo>
                    <a:pt x="963884" y="45481"/>
                    <a:pt x="965815" y="37741"/>
                    <a:pt x="968712" y="31933"/>
                  </a:cubicBezTo>
                  <a:cubicBezTo>
                    <a:pt x="971611" y="26127"/>
                    <a:pt x="975473" y="23224"/>
                    <a:pt x="980303" y="23224"/>
                  </a:cubicBezTo>
                  <a:cubicBezTo>
                    <a:pt x="985132" y="23224"/>
                    <a:pt x="988029" y="26127"/>
                    <a:pt x="990927" y="31933"/>
                  </a:cubicBezTo>
                  <a:cubicBezTo>
                    <a:pt x="993824" y="36772"/>
                    <a:pt x="995756" y="44514"/>
                    <a:pt x="995756" y="55159"/>
                  </a:cubicBezTo>
                  <a:cubicBezTo>
                    <a:pt x="995756" y="56126"/>
                    <a:pt x="995756" y="57095"/>
                    <a:pt x="995756" y="58062"/>
                  </a:cubicBezTo>
                  <a:cubicBezTo>
                    <a:pt x="970644" y="58062"/>
                    <a:pt x="970644" y="58062"/>
                    <a:pt x="970644" y="58062"/>
                  </a:cubicBezTo>
                  <a:cubicBezTo>
                    <a:pt x="970644" y="64835"/>
                    <a:pt x="971611" y="69674"/>
                    <a:pt x="973541" y="73544"/>
                  </a:cubicBezTo>
                  <a:cubicBezTo>
                    <a:pt x="975473" y="77416"/>
                    <a:pt x="977405" y="78383"/>
                    <a:pt x="980303" y="78383"/>
                  </a:cubicBezTo>
                  <a:cubicBezTo>
                    <a:pt x="982235" y="78383"/>
                    <a:pt x="984165" y="77416"/>
                    <a:pt x="986097" y="75480"/>
                  </a:cubicBezTo>
                  <a:cubicBezTo>
                    <a:pt x="987062" y="73544"/>
                    <a:pt x="988994" y="70641"/>
                    <a:pt x="988994" y="65804"/>
                  </a:cubicBezTo>
                  <a:close/>
                  <a:moveTo>
                    <a:pt x="970644" y="49353"/>
                  </a:moveTo>
                  <a:cubicBezTo>
                    <a:pt x="988994" y="49353"/>
                    <a:pt x="988994" y="49353"/>
                    <a:pt x="988994" y="49353"/>
                  </a:cubicBezTo>
                  <a:cubicBezTo>
                    <a:pt x="988994" y="44514"/>
                    <a:pt x="988029" y="40644"/>
                    <a:pt x="987062" y="37741"/>
                  </a:cubicBezTo>
                  <a:cubicBezTo>
                    <a:pt x="985132" y="33869"/>
                    <a:pt x="983200" y="31933"/>
                    <a:pt x="980303" y="31933"/>
                  </a:cubicBezTo>
                  <a:cubicBezTo>
                    <a:pt x="977405" y="31933"/>
                    <a:pt x="975473" y="32902"/>
                    <a:pt x="973541" y="36772"/>
                  </a:cubicBezTo>
                  <a:cubicBezTo>
                    <a:pt x="971611" y="39675"/>
                    <a:pt x="970644" y="43547"/>
                    <a:pt x="970644" y="49353"/>
                  </a:cubicBezTo>
                  <a:close/>
                  <a:moveTo>
                    <a:pt x="1043081" y="78383"/>
                  </a:moveTo>
                  <a:cubicBezTo>
                    <a:pt x="1040184" y="81286"/>
                    <a:pt x="1038251" y="84189"/>
                    <a:pt x="1036319" y="85158"/>
                  </a:cubicBezTo>
                  <a:cubicBezTo>
                    <a:pt x="1034387" y="87092"/>
                    <a:pt x="1032457" y="87092"/>
                    <a:pt x="1030525" y="87092"/>
                  </a:cubicBezTo>
                  <a:cubicBezTo>
                    <a:pt x="1026660" y="87092"/>
                    <a:pt x="1023763" y="86125"/>
                    <a:pt x="1021833" y="82255"/>
                  </a:cubicBezTo>
                  <a:cubicBezTo>
                    <a:pt x="1019901" y="79352"/>
                    <a:pt x="1018936" y="74513"/>
                    <a:pt x="1018936" y="69674"/>
                  </a:cubicBezTo>
                  <a:cubicBezTo>
                    <a:pt x="1018936" y="66771"/>
                    <a:pt x="1018936" y="63868"/>
                    <a:pt x="1019901" y="61932"/>
                  </a:cubicBezTo>
                  <a:cubicBezTo>
                    <a:pt x="1020866" y="59029"/>
                    <a:pt x="1021833" y="57095"/>
                    <a:pt x="1022798" y="55159"/>
                  </a:cubicBezTo>
                  <a:cubicBezTo>
                    <a:pt x="1023763" y="54190"/>
                    <a:pt x="1025695" y="53223"/>
                    <a:pt x="1026660" y="52256"/>
                  </a:cubicBezTo>
                  <a:cubicBezTo>
                    <a:pt x="1027628" y="51287"/>
                    <a:pt x="1029560" y="51287"/>
                    <a:pt x="1031490" y="50320"/>
                  </a:cubicBezTo>
                  <a:cubicBezTo>
                    <a:pt x="1036319" y="49353"/>
                    <a:pt x="1040184" y="48384"/>
                    <a:pt x="1042114" y="47417"/>
                  </a:cubicBezTo>
                  <a:cubicBezTo>
                    <a:pt x="1042114" y="45481"/>
                    <a:pt x="1042114" y="44514"/>
                    <a:pt x="1042114" y="44514"/>
                  </a:cubicBezTo>
                  <a:cubicBezTo>
                    <a:pt x="1042114" y="39675"/>
                    <a:pt x="1042114" y="36772"/>
                    <a:pt x="1040184" y="34838"/>
                  </a:cubicBezTo>
                  <a:cubicBezTo>
                    <a:pt x="1039216" y="32902"/>
                    <a:pt x="1037286" y="31933"/>
                    <a:pt x="1034387" y="31933"/>
                  </a:cubicBezTo>
                  <a:cubicBezTo>
                    <a:pt x="1031490" y="31933"/>
                    <a:pt x="1029560" y="32902"/>
                    <a:pt x="1027628" y="33869"/>
                  </a:cubicBezTo>
                  <a:cubicBezTo>
                    <a:pt x="1026660" y="35805"/>
                    <a:pt x="1025695" y="38708"/>
                    <a:pt x="1025695" y="43547"/>
                  </a:cubicBezTo>
                  <a:cubicBezTo>
                    <a:pt x="1019901" y="41611"/>
                    <a:pt x="1019901" y="41611"/>
                    <a:pt x="1019901" y="41611"/>
                  </a:cubicBezTo>
                  <a:cubicBezTo>
                    <a:pt x="1019901" y="37741"/>
                    <a:pt x="1020866" y="33869"/>
                    <a:pt x="1021833" y="31933"/>
                  </a:cubicBezTo>
                  <a:cubicBezTo>
                    <a:pt x="1023763" y="29030"/>
                    <a:pt x="1024730" y="27096"/>
                    <a:pt x="1027628" y="25160"/>
                  </a:cubicBezTo>
                  <a:cubicBezTo>
                    <a:pt x="1029560" y="24193"/>
                    <a:pt x="1032457" y="23224"/>
                    <a:pt x="1035354" y="23224"/>
                  </a:cubicBezTo>
                  <a:cubicBezTo>
                    <a:pt x="1038251" y="23224"/>
                    <a:pt x="1040184" y="24193"/>
                    <a:pt x="1042114" y="25160"/>
                  </a:cubicBezTo>
                  <a:cubicBezTo>
                    <a:pt x="1044046" y="26127"/>
                    <a:pt x="1045013" y="28063"/>
                    <a:pt x="1045978" y="29999"/>
                  </a:cubicBezTo>
                  <a:cubicBezTo>
                    <a:pt x="1046943" y="31933"/>
                    <a:pt x="1046943" y="33869"/>
                    <a:pt x="1047910" y="36772"/>
                  </a:cubicBezTo>
                  <a:cubicBezTo>
                    <a:pt x="1047910" y="38708"/>
                    <a:pt x="1047910" y="41611"/>
                    <a:pt x="1047910" y="46450"/>
                  </a:cubicBezTo>
                  <a:cubicBezTo>
                    <a:pt x="1047910" y="59998"/>
                    <a:pt x="1047910" y="59998"/>
                    <a:pt x="1047910" y="59998"/>
                  </a:cubicBezTo>
                  <a:cubicBezTo>
                    <a:pt x="1047910" y="69674"/>
                    <a:pt x="1047910" y="76447"/>
                    <a:pt x="1047910" y="78383"/>
                  </a:cubicBezTo>
                  <a:cubicBezTo>
                    <a:pt x="1048875" y="81286"/>
                    <a:pt x="1048875" y="83222"/>
                    <a:pt x="1049840" y="86125"/>
                  </a:cubicBezTo>
                  <a:cubicBezTo>
                    <a:pt x="1044046" y="86125"/>
                    <a:pt x="1044046" y="86125"/>
                    <a:pt x="1044046" y="86125"/>
                  </a:cubicBezTo>
                  <a:cubicBezTo>
                    <a:pt x="1043081" y="84189"/>
                    <a:pt x="1043081" y="81286"/>
                    <a:pt x="1043081" y="78383"/>
                  </a:cubicBezTo>
                  <a:close/>
                  <a:moveTo>
                    <a:pt x="1042114" y="55159"/>
                  </a:moveTo>
                  <a:cubicBezTo>
                    <a:pt x="1040184" y="57095"/>
                    <a:pt x="1037286" y="58062"/>
                    <a:pt x="1032457" y="59029"/>
                  </a:cubicBezTo>
                  <a:cubicBezTo>
                    <a:pt x="1030525" y="59998"/>
                    <a:pt x="1028593" y="59998"/>
                    <a:pt x="1027628" y="60965"/>
                  </a:cubicBezTo>
                  <a:cubicBezTo>
                    <a:pt x="1026660" y="61932"/>
                    <a:pt x="1025695" y="62901"/>
                    <a:pt x="1025695" y="64835"/>
                  </a:cubicBezTo>
                  <a:cubicBezTo>
                    <a:pt x="1024730" y="65804"/>
                    <a:pt x="1024730" y="67738"/>
                    <a:pt x="1024730" y="69674"/>
                  </a:cubicBezTo>
                  <a:cubicBezTo>
                    <a:pt x="1024730" y="72577"/>
                    <a:pt x="1025695" y="74513"/>
                    <a:pt x="1026660" y="76447"/>
                  </a:cubicBezTo>
                  <a:cubicBezTo>
                    <a:pt x="1027628" y="78383"/>
                    <a:pt x="1029560" y="79352"/>
                    <a:pt x="1031490" y="79352"/>
                  </a:cubicBezTo>
                  <a:cubicBezTo>
                    <a:pt x="1033422" y="79352"/>
                    <a:pt x="1035354" y="78383"/>
                    <a:pt x="1037286" y="76447"/>
                  </a:cubicBezTo>
                  <a:cubicBezTo>
                    <a:pt x="1039216" y="74513"/>
                    <a:pt x="1040184" y="72577"/>
                    <a:pt x="1041149" y="69674"/>
                  </a:cubicBezTo>
                  <a:cubicBezTo>
                    <a:pt x="1042114" y="66771"/>
                    <a:pt x="1042114" y="63868"/>
                    <a:pt x="1042114" y="59029"/>
                  </a:cubicBezTo>
                  <a:cubicBezTo>
                    <a:pt x="1042114" y="55159"/>
                    <a:pt x="1042114" y="55159"/>
                    <a:pt x="1042114" y="55159"/>
                  </a:cubicBezTo>
                  <a:close/>
                  <a:moveTo>
                    <a:pt x="1060464" y="86125"/>
                  </a:moveTo>
                  <a:cubicBezTo>
                    <a:pt x="1060464" y="24193"/>
                    <a:pt x="1060464" y="24193"/>
                    <a:pt x="1060464" y="24193"/>
                  </a:cubicBezTo>
                  <a:cubicBezTo>
                    <a:pt x="1065294" y="24193"/>
                    <a:pt x="1065294" y="24193"/>
                    <a:pt x="1065294" y="24193"/>
                  </a:cubicBezTo>
                  <a:cubicBezTo>
                    <a:pt x="1065294" y="32902"/>
                    <a:pt x="1065294" y="32902"/>
                    <a:pt x="1065294" y="32902"/>
                  </a:cubicBezTo>
                  <a:cubicBezTo>
                    <a:pt x="1068191" y="26127"/>
                    <a:pt x="1072055" y="23224"/>
                    <a:pt x="1075917" y="23224"/>
                  </a:cubicBezTo>
                  <a:cubicBezTo>
                    <a:pt x="1078815" y="23224"/>
                    <a:pt x="1080747" y="24193"/>
                    <a:pt x="1081714" y="25160"/>
                  </a:cubicBezTo>
                  <a:cubicBezTo>
                    <a:pt x="1083644" y="26127"/>
                    <a:pt x="1084611" y="28063"/>
                    <a:pt x="1085576" y="29999"/>
                  </a:cubicBezTo>
                  <a:cubicBezTo>
                    <a:pt x="1086541" y="32902"/>
                    <a:pt x="1087508" y="34838"/>
                    <a:pt x="1087508" y="37741"/>
                  </a:cubicBezTo>
                  <a:cubicBezTo>
                    <a:pt x="1087508" y="39675"/>
                    <a:pt x="1087508" y="43547"/>
                    <a:pt x="1087508" y="48384"/>
                  </a:cubicBezTo>
                  <a:cubicBezTo>
                    <a:pt x="1087508" y="86125"/>
                    <a:pt x="1087508" y="86125"/>
                    <a:pt x="1087508" y="86125"/>
                  </a:cubicBezTo>
                  <a:cubicBezTo>
                    <a:pt x="1082679" y="86125"/>
                    <a:pt x="1082679" y="86125"/>
                    <a:pt x="1082679" y="86125"/>
                  </a:cubicBezTo>
                  <a:cubicBezTo>
                    <a:pt x="1082679" y="48384"/>
                    <a:pt x="1082679" y="48384"/>
                    <a:pt x="1082679" y="48384"/>
                  </a:cubicBezTo>
                  <a:cubicBezTo>
                    <a:pt x="1082679" y="44514"/>
                    <a:pt x="1081714" y="41611"/>
                    <a:pt x="1081714" y="38708"/>
                  </a:cubicBezTo>
                  <a:cubicBezTo>
                    <a:pt x="1080747" y="36772"/>
                    <a:pt x="1080747" y="34838"/>
                    <a:pt x="1078815" y="33869"/>
                  </a:cubicBezTo>
                  <a:cubicBezTo>
                    <a:pt x="1077850" y="32902"/>
                    <a:pt x="1076884" y="31933"/>
                    <a:pt x="1074952" y="31933"/>
                  </a:cubicBezTo>
                  <a:cubicBezTo>
                    <a:pt x="1073020" y="31933"/>
                    <a:pt x="1071090" y="33869"/>
                    <a:pt x="1069158" y="36772"/>
                  </a:cubicBezTo>
                  <a:cubicBezTo>
                    <a:pt x="1067226" y="38708"/>
                    <a:pt x="1066261" y="44514"/>
                    <a:pt x="1066261" y="52256"/>
                  </a:cubicBezTo>
                  <a:cubicBezTo>
                    <a:pt x="1066261" y="86125"/>
                    <a:pt x="1066261" y="86125"/>
                    <a:pt x="1066261" y="86125"/>
                  </a:cubicBezTo>
                  <a:cubicBezTo>
                    <a:pt x="1060464" y="86125"/>
                    <a:pt x="1060464" y="86125"/>
                    <a:pt x="1060464" y="86125"/>
                  </a:cubicBezTo>
                  <a:close/>
                  <a:moveTo>
                    <a:pt x="1122277" y="86125"/>
                  </a:moveTo>
                  <a:cubicBezTo>
                    <a:pt x="1122277" y="78383"/>
                    <a:pt x="1122277" y="78383"/>
                    <a:pt x="1122277" y="78383"/>
                  </a:cubicBezTo>
                  <a:cubicBezTo>
                    <a:pt x="1120345" y="84189"/>
                    <a:pt x="1117448" y="87092"/>
                    <a:pt x="1112618" y="87092"/>
                  </a:cubicBezTo>
                  <a:cubicBezTo>
                    <a:pt x="1109721" y="87092"/>
                    <a:pt x="1107791" y="86125"/>
                    <a:pt x="1105859" y="83222"/>
                  </a:cubicBezTo>
                  <a:cubicBezTo>
                    <a:pt x="1102962" y="80319"/>
                    <a:pt x="1101029" y="76447"/>
                    <a:pt x="1100064" y="71610"/>
                  </a:cubicBezTo>
                  <a:cubicBezTo>
                    <a:pt x="1099097" y="66771"/>
                    <a:pt x="1098132" y="61932"/>
                    <a:pt x="1098132" y="55159"/>
                  </a:cubicBezTo>
                  <a:cubicBezTo>
                    <a:pt x="1098132" y="49353"/>
                    <a:pt x="1099097" y="43547"/>
                    <a:pt x="1100064" y="38708"/>
                  </a:cubicBezTo>
                  <a:cubicBezTo>
                    <a:pt x="1101029" y="33869"/>
                    <a:pt x="1102962" y="29999"/>
                    <a:pt x="1104892" y="27096"/>
                  </a:cubicBezTo>
                  <a:cubicBezTo>
                    <a:pt x="1106824" y="24193"/>
                    <a:pt x="1109721" y="23224"/>
                    <a:pt x="1112618" y="23224"/>
                  </a:cubicBezTo>
                  <a:cubicBezTo>
                    <a:pt x="1114550" y="23224"/>
                    <a:pt x="1116483" y="24193"/>
                    <a:pt x="1118415" y="25160"/>
                  </a:cubicBezTo>
                  <a:cubicBezTo>
                    <a:pt x="1119380" y="27096"/>
                    <a:pt x="1121312" y="29030"/>
                    <a:pt x="1122277" y="31933"/>
                  </a:cubicBezTo>
                  <a:cubicBezTo>
                    <a:pt x="1122277" y="967"/>
                    <a:pt x="1122277" y="967"/>
                    <a:pt x="1122277" y="967"/>
                  </a:cubicBezTo>
                  <a:cubicBezTo>
                    <a:pt x="1127106" y="967"/>
                    <a:pt x="1127106" y="967"/>
                    <a:pt x="1127106" y="967"/>
                  </a:cubicBezTo>
                  <a:cubicBezTo>
                    <a:pt x="1127106" y="86125"/>
                    <a:pt x="1127106" y="86125"/>
                    <a:pt x="1127106" y="86125"/>
                  </a:cubicBezTo>
                  <a:cubicBezTo>
                    <a:pt x="1122277" y="86125"/>
                    <a:pt x="1122277" y="86125"/>
                    <a:pt x="1122277" y="86125"/>
                  </a:cubicBezTo>
                  <a:close/>
                  <a:moveTo>
                    <a:pt x="1103927" y="55159"/>
                  </a:moveTo>
                  <a:cubicBezTo>
                    <a:pt x="1103927" y="62901"/>
                    <a:pt x="1104892" y="68707"/>
                    <a:pt x="1106824" y="72577"/>
                  </a:cubicBezTo>
                  <a:cubicBezTo>
                    <a:pt x="1108756" y="76447"/>
                    <a:pt x="1110688" y="78383"/>
                    <a:pt x="1113585" y="78383"/>
                  </a:cubicBezTo>
                  <a:cubicBezTo>
                    <a:pt x="1115516" y="78383"/>
                    <a:pt x="1118415" y="77416"/>
                    <a:pt x="1119380" y="73544"/>
                  </a:cubicBezTo>
                  <a:cubicBezTo>
                    <a:pt x="1121312" y="69674"/>
                    <a:pt x="1122277" y="63868"/>
                    <a:pt x="1122277" y="56126"/>
                  </a:cubicBezTo>
                  <a:cubicBezTo>
                    <a:pt x="1122277" y="47417"/>
                    <a:pt x="1121312" y="41611"/>
                    <a:pt x="1119380" y="37741"/>
                  </a:cubicBezTo>
                  <a:cubicBezTo>
                    <a:pt x="1117448" y="33869"/>
                    <a:pt x="1115516" y="31933"/>
                    <a:pt x="1112618" y="31933"/>
                  </a:cubicBezTo>
                  <a:cubicBezTo>
                    <a:pt x="1110688" y="31933"/>
                    <a:pt x="1108756" y="33869"/>
                    <a:pt x="1106824" y="37741"/>
                  </a:cubicBezTo>
                  <a:cubicBezTo>
                    <a:pt x="1104892" y="41611"/>
                    <a:pt x="1103927" y="47417"/>
                    <a:pt x="1103927" y="55159"/>
                  </a:cubicBezTo>
                  <a:close/>
                  <a:moveTo>
                    <a:pt x="1165740" y="86125"/>
                  </a:moveTo>
                  <a:cubicBezTo>
                    <a:pt x="1165740" y="10645"/>
                    <a:pt x="1165740" y="10645"/>
                    <a:pt x="1165740" y="10645"/>
                  </a:cubicBezTo>
                  <a:cubicBezTo>
                    <a:pt x="1150286" y="10645"/>
                    <a:pt x="1150286" y="10645"/>
                    <a:pt x="1150286" y="10645"/>
                  </a:cubicBezTo>
                  <a:cubicBezTo>
                    <a:pt x="1150286" y="967"/>
                    <a:pt x="1150286" y="967"/>
                    <a:pt x="1150286" y="967"/>
                  </a:cubicBezTo>
                  <a:cubicBezTo>
                    <a:pt x="1187952" y="967"/>
                    <a:pt x="1187952" y="967"/>
                    <a:pt x="1187952" y="967"/>
                  </a:cubicBezTo>
                  <a:cubicBezTo>
                    <a:pt x="1187952" y="10645"/>
                    <a:pt x="1187952" y="10645"/>
                    <a:pt x="1187952" y="10645"/>
                  </a:cubicBezTo>
                  <a:cubicBezTo>
                    <a:pt x="1172499" y="10645"/>
                    <a:pt x="1172499" y="10645"/>
                    <a:pt x="1172499" y="10645"/>
                  </a:cubicBezTo>
                  <a:cubicBezTo>
                    <a:pt x="1172499" y="86125"/>
                    <a:pt x="1172499" y="86125"/>
                    <a:pt x="1172499" y="86125"/>
                  </a:cubicBezTo>
                  <a:cubicBezTo>
                    <a:pt x="1165740" y="86125"/>
                    <a:pt x="1165740" y="86125"/>
                    <a:pt x="1165740" y="86125"/>
                  </a:cubicBezTo>
                  <a:close/>
                  <a:moveTo>
                    <a:pt x="1213064" y="65804"/>
                  </a:moveTo>
                  <a:cubicBezTo>
                    <a:pt x="1218859" y="67738"/>
                    <a:pt x="1218859" y="67738"/>
                    <a:pt x="1218859" y="67738"/>
                  </a:cubicBezTo>
                  <a:cubicBezTo>
                    <a:pt x="1217894" y="73544"/>
                    <a:pt x="1215961" y="78383"/>
                    <a:pt x="1214029" y="82255"/>
                  </a:cubicBezTo>
                  <a:cubicBezTo>
                    <a:pt x="1211132" y="86125"/>
                    <a:pt x="1208235" y="87092"/>
                    <a:pt x="1204371" y="87092"/>
                  </a:cubicBezTo>
                  <a:cubicBezTo>
                    <a:pt x="1198576" y="87092"/>
                    <a:pt x="1194714" y="84189"/>
                    <a:pt x="1191817" y="79352"/>
                  </a:cubicBezTo>
                  <a:cubicBezTo>
                    <a:pt x="1188919" y="73544"/>
                    <a:pt x="1187952" y="65804"/>
                    <a:pt x="1187952" y="56126"/>
                  </a:cubicBezTo>
                  <a:cubicBezTo>
                    <a:pt x="1187952" y="45481"/>
                    <a:pt x="1188919" y="37741"/>
                    <a:pt x="1191817" y="31933"/>
                  </a:cubicBezTo>
                  <a:cubicBezTo>
                    <a:pt x="1194714" y="26127"/>
                    <a:pt x="1198576" y="23224"/>
                    <a:pt x="1203405" y="23224"/>
                  </a:cubicBezTo>
                  <a:cubicBezTo>
                    <a:pt x="1208235" y="23224"/>
                    <a:pt x="1212097" y="26127"/>
                    <a:pt x="1214996" y="31933"/>
                  </a:cubicBezTo>
                  <a:cubicBezTo>
                    <a:pt x="1217894" y="36772"/>
                    <a:pt x="1218859" y="44514"/>
                    <a:pt x="1218859" y="55159"/>
                  </a:cubicBezTo>
                  <a:cubicBezTo>
                    <a:pt x="1218859" y="56126"/>
                    <a:pt x="1218859" y="57095"/>
                    <a:pt x="1218859" y="58062"/>
                  </a:cubicBezTo>
                  <a:cubicBezTo>
                    <a:pt x="1193747" y="58062"/>
                    <a:pt x="1193747" y="58062"/>
                    <a:pt x="1193747" y="58062"/>
                  </a:cubicBezTo>
                  <a:cubicBezTo>
                    <a:pt x="1193747" y="64835"/>
                    <a:pt x="1194714" y="69674"/>
                    <a:pt x="1196644" y="73544"/>
                  </a:cubicBezTo>
                  <a:cubicBezTo>
                    <a:pt x="1198576" y="77416"/>
                    <a:pt x="1201473" y="78383"/>
                    <a:pt x="1204371" y="78383"/>
                  </a:cubicBezTo>
                  <a:cubicBezTo>
                    <a:pt x="1206303" y="78383"/>
                    <a:pt x="1208235" y="77416"/>
                    <a:pt x="1209200" y="75480"/>
                  </a:cubicBezTo>
                  <a:cubicBezTo>
                    <a:pt x="1211132" y="73544"/>
                    <a:pt x="1212097" y="70641"/>
                    <a:pt x="1213064" y="65804"/>
                  </a:cubicBezTo>
                  <a:close/>
                  <a:moveTo>
                    <a:pt x="1193747" y="49353"/>
                  </a:moveTo>
                  <a:cubicBezTo>
                    <a:pt x="1213064" y="49353"/>
                    <a:pt x="1213064" y="49353"/>
                    <a:pt x="1213064" y="49353"/>
                  </a:cubicBezTo>
                  <a:cubicBezTo>
                    <a:pt x="1213064" y="44514"/>
                    <a:pt x="1212097" y="40644"/>
                    <a:pt x="1211132" y="37741"/>
                  </a:cubicBezTo>
                  <a:cubicBezTo>
                    <a:pt x="1209200" y="33869"/>
                    <a:pt x="1206303" y="31933"/>
                    <a:pt x="1203405" y="31933"/>
                  </a:cubicBezTo>
                  <a:cubicBezTo>
                    <a:pt x="1201473" y="31933"/>
                    <a:pt x="1198576" y="32902"/>
                    <a:pt x="1196644" y="36772"/>
                  </a:cubicBezTo>
                  <a:cubicBezTo>
                    <a:pt x="1195679" y="39675"/>
                    <a:pt x="1194714" y="43547"/>
                    <a:pt x="1193747" y="49353"/>
                  </a:cubicBezTo>
                  <a:close/>
                  <a:moveTo>
                    <a:pt x="1251697" y="63868"/>
                  </a:moveTo>
                  <a:cubicBezTo>
                    <a:pt x="1257492" y="64835"/>
                    <a:pt x="1257492" y="64835"/>
                    <a:pt x="1257492" y="64835"/>
                  </a:cubicBezTo>
                  <a:cubicBezTo>
                    <a:pt x="1256525" y="71610"/>
                    <a:pt x="1255560" y="77416"/>
                    <a:pt x="1252662" y="81286"/>
                  </a:cubicBezTo>
                  <a:cubicBezTo>
                    <a:pt x="1249765" y="85158"/>
                    <a:pt x="1246868" y="87092"/>
                    <a:pt x="1243004" y="87092"/>
                  </a:cubicBezTo>
                  <a:cubicBezTo>
                    <a:pt x="1238174" y="87092"/>
                    <a:pt x="1235277" y="84189"/>
                    <a:pt x="1232380" y="79352"/>
                  </a:cubicBezTo>
                  <a:cubicBezTo>
                    <a:pt x="1229483" y="73544"/>
                    <a:pt x="1227550" y="65804"/>
                    <a:pt x="1227550" y="55159"/>
                  </a:cubicBezTo>
                  <a:cubicBezTo>
                    <a:pt x="1227550" y="48384"/>
                    <a:pt x="1228517" y="42578"/>
                    <a:pt x="1229483" y="37741"/>
                  </a:cubicBezTo>
                  <a:cubicBezTo>
                    <a:pt x="1230448" y="32902"/>
                    <a:pt x="1232380" y="29030"/>
                    <a:pt x="1235277" y="27096"/>
                  </a:cubicBezTo>
                  <a:cubicBezTo>
                    <a:pt x="1237209" y="24193"/>
                    <a:pt x="1240106" y="23224"/>
                    <a:pt x="1243004" y="23224"/>
                  </a:cubicBezTo>
                  <a:cubicBezTo>
                    <a:pt x="1246868" y="23224"/>
                    <a:pt x="1249765" y="25160"/>
                    <a:pt x="1252662" y="28063"/>
                  </a:cubicBezTo>
                  <a:cubicBezTo>
                    <a:pt x="1254595" y="31933"/>
                    <a:pt x="1256525" y="36772"/>
                    <a:pt x="1256525" y="42578"/>
                  </a:cubicBezTo>
                  <a:cubicBezTo>
                    <a:pt x="1250730" y="44514"/>
                    <a:pt x="1250730" y="44514"/>
                    <a:pt x="1250730" y="44514"/>
                  </a:cubicBezTo>
                  <a:cubicBezTo>
                    <a:pt x="1250730" y="39675"/>
                    <a:pt x="1249765" y="36772"/>
                    <a:pt x="1248798" y="34838"/>
                  </a:cubicBezTo>
                  <a:cubicBezTo>
                    <a:pt x="1246868" y="32902"/>
                    <a:pt x="1244936" y="31933"/>
                    <a:pt x="1243004" y="31933"/>
                  </a:cubicBezTo>
                  <a:cubicBezTo>
                    <a:pt x="1240106" y="31933"/>
                    <a:pt x="1238174" y="33869"/>
                    <a:pt x="1236244" y="37741"/>
                  </a:cubicBezTo>
                  <a:cubicBezTo>
                    <a:pt x="1234312" y="40644"/>
                    <a:pt x="1233347" y="47417"/>
                    <a:pt x="1233347" y="55159"/>
                  </a:cubicBezTo>
                  <a:cubicBezTo>
                    <a:pt x="1233347" y="63868"/>
                    <a:pt x="1234312" y="69674"/>
                    <a:pt x="1236244" y="73544"/>
                  </a:cubicBezTo>
                  <a:cubicBezTo>
                    <a:pt x="1238174" y="77416"/>
                    <a:pt x="1240106" y="78383"/>
                    <a:pt x="1243004" y="78383"/>
                  </a:cubicBezTo>
                  <a:cubicBezTo>
                    <a:pt x="1244936" y="78383"/>
                    <a:pt x="1246868" y="77416"/>
                    <a:pt x="1248798" y="75480"/>
                  </a:cubicBezTo>
                  <a:cubicBezTo>
                    <a:pt x="1250730" y="72577"/>
                    <a:pt x="1251697" y="68707"/>
                    <a:pt x="1251697" y="63868"/>
                  </a:cubicBezTo>
                  <a:close/>
                  <a:moveTo>
                    <a:pt x="1266189" y="86125"/>
                  </a:moveTo>
                  <a:cubicBezTo>
                    <a:pt x="1266189" y="967"/>
                    <a:pt x="1266189" y="967"/>
                    <a:pt x="1266189" y="967"/>
                  </a:cubicBezTo>
                  <a:cubicBezTo>
                    <a:pt x="1271984" y="967"/>
                    <a:pt x="1271984" y="967"/>
                    <a:pt x="1271984" y="967"/>
                  </a:cubicBezTo>
                  <a:cubicBezTo>
                    <a:pt x="1271984" y="31933"/>
                    <a:pt x="1271984" y="31933"/>
                    <a:pt x="1271984" y="31933"/>
                  </a:cubicBezTo>
                  <a:cubicBezTo>
                    <a:pt x="1273902" y="26127"/>
                    <a:pt x="1277778" y="23224"/>
                    <a:pt x="1281635" y="23224"/>
                  </a:cubicBezTo>
                  <a:cubicBezTo>
                    <a:pt x="1284532" y="23224"/>
                    <a:pt x="1286470" y="24193"/>
                    <a:pt x="1288389" y="26127"/>
                  </a:cubicBezTo>
                  <a:cubicBezTo>
                    <a:pt x="1290326" y="27096"/>
                    <a:pt x="1291286" y="29999"/>
                    <a:pt x="1292264" y="32902"/>
                  </a:cubicBezTo>
                  <a:cubicBezTo>
                    <a:pt x="1293224" y="36772"/>
                    <a:pt x="1293224" y="40644"/>
                    <a:pt x="1293224" y="47417"/>
                  </a:cubicBezTo>
                  <a:cubicBezTo>
                    <a:pt x="1293224" y="86125"/>
                    <a:pt x="1293224" y="86125"/>
                    <a:pt x="1293224" y="86125"/>
                  </a:cubicBezTo>
                  <a:cubicBezTo>
                    <a:pt x="1287429" y="86125"/>
                    <a:pt x="1287429" y="86125"/>
                    <a:pt x="1287429" y="86125"/>
                  </a:cubicBezTo>
                  <a:cubicBezTo>
                    <a:pt x="1287429" y="47417"/>
                    <a:pt x="1287429" y="47417"/>
                    <a:pt x="1287429" y="47417"/>
                  </a:cubicBezTo>
                  <a:cubicBezTo>
                    <a:pt x="1287429" y="41611"/>
                    <a:pt x="1287429" y="37741"/>
                    <a:pt x="1285491" y="35805"/>
                  </a:cubicBezTo>
                  <a:cubicBezTo>
                    <a:pt x="1284532" y="32902"/>
                    <a:pt x="1282594" y="31933"/>
                    <a:pt x="1280675" y="31933"/>
                  </a:cubicBezTo>
                  <a:cubicBezTo>
                    <a:pt x="1278738" y="31933"/>
                    <a:pt x="1276800" y="32902"/>
                    <a:pt x="1275840" y="34838"/>
                  </a:cubicBezTo>
                  <a:cubicBezTo>
                    <a:pt x="1273902" y="35805"/>
                    <a:pt x="1272943" y="38708"/>
                    <a:pt x="1272943" y="40644"/>
                  </a:cubicBezTo>
                  <a:cubicBezTo>
                    <a:pt x="1271984" y="43547"/>
                    <a:pt x="1271984" y="47417"/>
                    <a:pt x="1271984" y="52256"/>
                  </a:cubicBezTo>
                  <a:cubicBezTo>
                    <a:pt x="1271984" y="86125"/>
                    <a:pt x="1271984" y="86125"/>
                    <a:pt x="1271984" y="86125"/>
                  </a:cubicBezTo>
                  <a:cubicBezTo>
                    <a:pt x="1266189" y="86125"/>
                    <a:pt x="1266189" y="86125"/>
                    <a:pt x="1266189" y="86125"/>
                  </a:cubicBezTo>
                  <a:close/>
                  <a:moveTo>
                    <a:pt x="1305791" y="86125"/>
                  </a:moveTo>
                  <a:cubicBezTo>
                    <a:pt x="1305791" y="24193"/>
                    <a:pt x="1305791" y="24193"/>
                    <a:pt x="1305791" y="24193"/>
                  </a:cubicBezTo>
                  <a:cubicBezTo>
                    <a:pt x="1310607" y="24193"/>
                    <a:pt x="1310607" y="24193"/>
                    <a:pt x="1310607" y="24193"/>
                  </a:cubicBezTo>
                  <a:cubicBezTo>
                    <a:pt x="1310607" y="32902"/>
                    <a:pt x="1310607" y="32902"/>
                    <a:pt x="1310607" y="32902"/>
                  </a:cubicBezTo>
                  <a:cubicBezTo>
                    <a:pt x="1313504" y="26127"/>
                    <a:pt x="1316402" y="23224"/>
                    <a:pt x="1321237" y="23224"/>
                  </a:cubicBezTo>
                  <a:cubicBezTo>
                    <a:pt x="1323175" y="23224"/>
                    <a:pt x="1325093" y="24193"/>
                    <a:pt x="1327031" y="25160"/>
                  </a:cubicBezTo>
                  <a:cubicBezTo>
                    <a:pt x="1328969" y="26127"/>
                    <a:pt x="1329929" y="28063"/>
                    <a:pt x="1330888" y="29999"/>
                  </a:cubicBezTo>
                  <a:cubicBezTo>
                    <a:pt x="1331866" y="32902"/>
                    <a:pt x="1332826" y="34838"/>
                    <a:pt x="1332826" y="37741"/>
                  </a:cubicBezTo>
                  <a:cubicBezTo>
                    <a:pt x="1332826" y="39675"/>
                    <a:pt x="1332826" y="43547"/>
                    <a:pt x="1332826" y="48384"/>
                  </a:cubicBezTo>
                  <a:cubicBezTo>
                    <a:pt x="1332826" y="86125"/>
                    <a:pt x="1332826" y="86125"/>
                    <a:pt x="1332826" y="86125"/>
                  </a:cubicBezTo>
                  <a:cubicBezTo>
                    <a:pt x="1327031" y="86125"/>
                    <a:pt x="1327031" y="86125"/>
                    <a:pt x="1327031" y="86125"/>
                  </a:cubicBezTo>
                  <a:cubicBezTo>
                    <a:pt x="1327031" y="48384"/>
                    <a:pt x="1327031" y="48384"/>
                    <a:pt x="1327031" y="48384"/>
                  </a:cubicBezTo>
                  <a:cubicBezTo>
                    <a:pt x="1327031" y="44514"/>
                    <a:pt x="1327031" y="41611"/>
                    <a:pt x="1327031" y="38708"/>
                  </a:cubicBezTo>
                  <a:cubicBezTo>
                    <a:pt x="1326072" y="36772"/>
                    <a:pt x="1325093" y="34838"/>
                    <a:pt x="1324134" y="33869"/>
                  </a:cubicBezTo>
                  <a:cubicBezTo>
                    <a:pt x="1323175" y="32902"/>
                    <a:pt x="1322196" y="31933"/>
                    <a:pt x="1320277" y="31933"/>
                  </a:cubicBezTo>
                  <a:cubicBezTo>
                    <a:pt x="1318339" y="31933"/>
                    <a:pt x="1315442" y="33869"/>
                    <a:pt x="1314483" y="36772"/>
                  </a:cubicBezTo>
                  <a:cubicBezTo>
                    <a:pt x="1312545" y="38708"/>
                    <a:pt x="1311586" y="44514"/>
                    <a:pt x="1311586" y="52256"/>
                  </a:cubicBezTo>
                  <a:cubicBezTo>
                    <a:pt x="1311586" y="86125"/>
                    <a:pt x="1311586" y="86125"/>
                    <a:pt x="1311586" y="86125"/>
                  </a:cubicBezTo>
                  <a:cubicBezTo>
                    <a:pt x="1305791" y="86125"/>
                    <a:pt x="1305791" y="86125"/>
                    <a:pt x="1305791" y="86125"/>
                  </a:cubicBezTo>
                  <a:close/>
                  <a:moveTo>
                    <a:pt x="1343455" y="55159"/>
                  </a:moveTo>
                  <a:cubicBezTo>
                    <a:pt x="1343455" y="43547"/>
                    <a:pt x="1345374" y="35805"/>
                    <a:pt x="1348271" y="29999"/>
                  </a:cubicBezTo>
                  <a:cubicBezTo>
                    <a:pt x="1351168" y="25160"/>
                    <a:pt x="1355044" y="23224"/>
                    <a:pt x="1358901" y="23224"/>
                  </a:cubicBezTo>
                  <a:cubicBezTo>
                    <a:pt x="1363736" y="23224"/>
                    <a:pt x="1367593" y="26127"/>
                    <a:pt x="1370490" y="30966"/>
                  </a:cubicBezTo>
                  <a:cubicBezTo>
                    <a:pt x="1373387" y="36772"/>
                    <a:pt x="1375325" y="44514"/>
                    <a:pt x="1375325" y="54190"/>
                  </a:cubicBezTo>
                  <a:cubicBezTo>
                    <a:pt x="1375325" y="61932"/>
                    <a:pt x="1374346" y="68707"/>
                    <a:pt x="1373387" y="73544"/>
                  </a:cubicBezTo>
                  <a:cubicBezTo>
                    <a:pt x="1371449" y="77416"/>
                    <a:pt x="1369531" y="81286"/>
                    <a:pt x="1367593" y="83222"/>
                  </a:cubicBezTo>
                  <a:cubicBezTo>
                    <a:pt x="1364695" y="86125"/>
                    <a:pt x="1361798" y="87092"/>
                    <a:pt x="1358901" y="87092"/>
                  </a:cubicBezTo>
                  <a:cubicBezTo>
                    <a:pt x="1354066" y="87092"/>
                    <a:pt x="1350209" y="84189"/>
                    <a:pt x="1347312" y="79352"/>
                  </a:cubicBezTo>
                  <a:cubicBezTo>
                    <a:pt x="1344415" y="73544"/>
                    <a:pt x="1343455" y="65804"/>
                    <a:pt x="1343455" y="55159"/>
                  </a:cubicBezTo>
                  <a:close/>
                  <a:moveTo>
                    <a:pt x="1349250" y="55159"/>
                  </a:moveTo>
                  <a:cubicBezTo>
                    <a:pt x="1349250" y="62901"/>
                    <a:pt x="1350209" y="68707"/>
                    <a:pt x="1352147" y="72577"/>
                  </a:cubicBezTo>
                  <a:cubicBezTo>
                    <a:pt x="1354066" y="76447"/>
                    <a:pt x="1356004" y="78383"/>
                    <a:pt x="1358901" y="78383"/>
                  </a:cubicBezTo>
                  <a:cubicBezTo>
                    <a:pt x="1361798" y="78383"/>
                    <a:pt x="1364695" y="76447"/>
                    <a:pt x="1366633" y="72577"/>
                  </a:cubicBezTo>
                  <a:cubicBezTo>
                    <a:pt x="1368552" y="68707"/>
                    <a:pt x="1369531" y="62901"/>
                    <a:pt x="1369531" y="55159"/>
                  </a:cubicBezTo>
                  <a:cubicBezTo>
                    <a:pt x="1369531" y="47417"/>
                    <a:pt x="1368552" y="41611"/>
                    <a:pt x="1366633" y="37741"/>
                  </a:cubicBezTo>
                  <a:cubicBezTo>
                    <a:pt x="1364695" y="33869"/>
                    <a:pt x="1361798" y="31933"/>
                    <a:pt x="1358901" y="31933"/>
                  </a:cubicBezTo>
                  <a:cubicBezTo>
                    <a:pt x="1356004" y="31933"/>
                    <a:pt x="1354066" y="33869"/>
                    <a:pt x="1352147" y="37741"/>
                  </a:cubicBezTo>
                  <a:cubicBezTo>
                    <a:pt x="1350209" y="41611"/>
                    <a:pt x="1349250" y="47417"/>
                    <a:pt x="1349250" y="55159"/>
                  </a:cubicBezTo>
                  <a:close/>
                  <a:moveTo>
                    <a:pt x="1384976" y="86125"/>
                  </a:moveTo>
                  <a:cubicBezTo>
                    <a:pt x="1384976" y="967"/>
                    <a:pt x="1384976" y="967"/>
                    <a:pt x="1384976" y="967"/>
                  </a:cubicBezTo>
                  <a:cubicBezTo>
                    <a:pt x="1390770" y="967"/>
                    <a:pt x="1390770" y="967"/>
                    <a:pt x="1390770" y="967"/>
                  </a:cubicBezTo>
                  <a:cubicBezTo>
                    <a:pt x="1390770" y="86125"/>
                    <a:pt x="1390770" y="86125"/>
                    <a:pt x="1390770" y="86125"/>
                  </a:cubicBezTo>
                  <a:cubicBezTo>
                    <a:pt x="1384976" y="86125"/>
                    <a:pt x="1384976" y="86125"/>
                    <a:pt x="1384976" y="86125"/>
                  </a:cubicBezTo>
                  <a:close/>
                  <a:moveTo>
                    <a:pt x="1401400" y="55159"/>
                  </a:moveTo>
                  <a:cubicBezTo>
                    <a:pt x="1401400" y="43547"/>
                    <a:pt x="1403338" y="35805"/>
                    <a:pt x="1406235" y="29999"/>
                  </a:cubicBezTo>
                  <a:cubicBezTo>
                    <a:pt x="1409133" y="25160"/>
                    <a:pt x="1412989" y="23224"/>
                    <a:pt x="1416846" y="23224"/>
                  </a:cubicBezTo>
                  <a:cubicBezTo>
                    <a:pt x="1421681" y="23224"/>
                    <a:pt x="1425537" y="26127"/>
                    <a:pt x="1428435" y="30966"/>
                  </a:cubicBezTo>
                  <a:cubicBezTo>
                    <a:pt x="1431332" y="36772"/>
                    <a:pt x="1433270" y="44514"/>
                    <a:pt x="1433270" y="54190"/>
                  </a:cubicBezTo>
                  <a:cubicBezTo>
                    <a:pt x="1433270" y="61932"/>
                    <a:pt x="1432310" y="68707"/>
                    <a:pt x="1431332" y="73544"/>
                  </a:cubicBezTo>
                  <a:cubicBezTo>
                    <a:pt x="1429413" y="77416"/>
                    <a:pt x="1427475" y="81286"/>
                    <a:pt x="1425537" y="83222"/>
                  </a:cubicBezTo>
                  <a:cubicBezTo>
                    <a:pt x="1422640" y="86125"/>
                    <a:pt x="1419743" y="87092"/>
                    <a:pt x="1416846" y="87092"/>
                  </a:cubicBezTo>
                  <a:cubicBezTo>
                    <a:pt x="1412030" y="87092"/>
                    <a:pt x="1409133" y="84189"/>
                    <a:pt x="1405257" y="79352"/>
                  </a:cubicBezTo>
                  <a:cubicBezTo>
                    <a:pt x="1402359" y="73544"/>
                    <a:pt x="1401400" y="65804"/>
                    <a:pt x="1401400" y="55159"/>
                  </a:cubicBezTo>
                  <a:close/>
                  <a:moveTo>
                    <a:pt x="1407195" y="55159"/>
                  </a:moveTo>
                  <a:cubicBezTo>
                    <a:pt x="1407195" y="62901"/>
                    <a:pt x="1408154" y="68707"/>
                    <a:pt x="1410092" y="72577"/>
                  </a:cubicBezTo>
                  <a:cubicBezTo>
                    <a:pt x="1412030" y="76447"/>
                    <a:pt x="1413949" y="78383"/>
                    <a:pt x="1416846" y="78383"/>
                  </a:cubicBezTo>
                  <a:cubicBezTo>
                    <a:pt x="1419743" y="78383"/>
                    <a:pt x="1422640" y="76447"/>
                    <a:pt x="1424578" y="72577"/>
                  </a:cubicBezTo>
                  <a:cubicBezTo>
                    <a:pt x="1426516" y="68707"/>
                    <a:pt x="1427475" y="62901"/>
                    <a:pt x="1427475" y="55159"/>
                  </a:cubicBezTo>
                  <a:cubicBezTo>
                    <a:pt x="1427475" y="47417"/>
                    <a:pt x="1426516" y="41611"/>
                    <a:pt x="1424578" y="37741"/>
                  </a:cubicBezTo>
                  <a:cubicBezTo>
                    <a:pt x="1422640" y="33869"/>
                    <a:pt x="1419743" y="31933"/>
                    <a:pt x="1416846" y="31933"/>
                  </a:cubicBezTo>
                  <a:cubicBezTo>
                    <a:pt x="1413949" y="31933"/>
                    <a:pt x="1412030" y="33869"/>
                    <a:pt x="1410092" y="37741"/>
                  </a:cubicBezTo>
                  <a:cubicBezTo>
                    <a:pt x="1408154" y="41611"/>
                    <a:pt x="1407195" y="47417"/>
                    <a:pt x="1407195" y="55159"/>
                  </a:cubicBezTo>
                  <a:close/>
                </a:path>
              </a:pathLst>
            </a:custGeom>
            <a:solidFill>
              <a:srgbClr val="000000"/>
            </a:solidFill>
            <a:ln w="1918" cap="flat">
              <a:noFill/>
              <a:prstDash val="solid"/>
              <a:miter/>
            </a:ln>
          </p:spPr>
          <p:txBody>
            <a:bodyPr rtlCol="0" anchor="ctr"/>
            <a:lstStyle/>
            <a:p>
              <a:endParaRPr lang="zh-CN" altLang="en-US"/>
            </a:p>
          </p:txBody>
        </p:sp>
        <p:sp>
          <p:nvSpPr>
            <p:cNvPr id="37" name="任意多边形: 形状 36"/>
            <p:cNvSpPr/>
            <p:nvPr/>
          </p:nvSpPr>
          <p:spPr>
            <a:xfrm>
              <a:off x="6794870" y="864422"/>
              <a:ext cx="345366" cy="111284"/>
            </a:xfrm>
            <a:custGeom>
              <a:avLst/>
              <a:gdLst>
                <a:gd name="connsiteX0" fmla="*/ 959 w 345366"/>
                <a:gd name="connsiteY0" fmla="*/ 90964 h 111284"/>
                <a:gd name="connsiteX1" fmla="*/ 6735 w 345366"/>
                <a:gd name="connsiteY1" fmla="*/ 92898 h 111284"/>
                <a:gd name="connsiteX2" fmla="*/ 8653 w 345366"/>
                <a:gd name="connsiteY2" fmla="*/ 99673 h 111284"/>
                <a:gd name="connsiteX3" fmla="*/ 14429 w 345366"/>
                <a:gd name="connsiteY3" fmla="*/ 102576 h 111284"/>
                <a:gd name="connsiteX4" fmla="*/ 21163 w 345366"/>
                <a:gd name="connsiteY4" fmla="*/ 99673 h 111284"/>
                <a:gd name="connsiteX5" fmla="*/ 24041 w 345366"/>
                <a:gd name="connsiteY5" fmla="*/ 90964 h 111284"/>
                <a:gd name="connsiteX6" fmla="*/ 24041 w 345366"/>
                <a:gd name="connsiteY6" fmla="*/ 78383 h 111284"/>
                <a:gd name="connsiteX7" fmla="*/ 14429 w 345366"/>
                <a:gd name="connsiteY7" fmla="*/ 86125 h 111284"/>
                <a:gd name="connsiteX8" fmla="*/ 3857 w 345366"/>
                <a:gd name="connsiteY8" fmla="*/ 76447 h 111284"/>
                <a:gd name="connsiteX9" fmla="*/ 0 w 345366"/>
                <a:gd name="connsiteY9" fmla="*/ 55159 h 111284"/>
                <a:gd name="connsiteX10" fmla="*/ 1919 w 345366"/>
                <a:gd name="connsiteY10" fmla="*/ 38708 h 111284"/>
                <a:gd name="connsiteX11" fmla="*/ 6735 w 345366"/>
                <a:gd name="connsiteY11" fmla="*/ 27096 h 111284"/>
                <a:gd name="connsiteX12" fmla="*/ 14429 w 345366"/>
                <a:gd name="connsiteY12" fmla="*/ 23224 h 111284"/>
                <a:gd name="connsiteX13" fmla="*/ 25020 w 345366"/>
                <a:gd name="connsiteY13" fmla="*/ 31933 h 111284"/>
                <a:gd name="connsiteX14" fmla="*/ 25020 w 345366"/>
                <a:gd name="connsiteY14" fmla="*/ 24193 h 111284"/>
                <a:gd name="connsiteX15" fmla="*/ 29817 w 345366"/>
                <a:gd name="connsiteY15" fmla="*/ 24193 h 111284"/>
                <a:gd name="connsiteX16" fmla="*/ 29817 w 345366"/>
                <a:gd name="connsiteY16" fmla="*/ 77416 h 111284"/>
                <a:gd name="connsiteX17" fmla="*/ 27898 w 345366"/>
                <a:gd name="connsiteY17" fmla="*/ 97737 h 111284"/>
                <a:gd name="connsiteX18" fmla="*/ 23082 w 345366"/>
                <a:gd name="connsiteY18" fmla="*/ 107415 h 111284"/>
                <a:gd name="connsiteX19" fmla="*/ 14429 w 345366"/>
                <a:gd name="connsiteY19" fmla="*/ 111285 h 111284"/>
                <a:gd name="connsiteX20" fmla="*/ 4816 w 345366"/>
                <a:gd name="connsiteY20" fmla="*/ 106446 h 111284"/>
                <a:gd name="connsiteX21" fmla="*/ 959 w 345366"/>
                <a:gd name="connsiteY21" fmla="*/ 90964 h 111284"/>
                <a:gd name="connsiteX22" fmla="*/ 5775 w 345366"/>
                <a:gd name="connsiteY22" fmla="*/ 54190 h 111284"/>
                <a:gd name="connsiteX23" fmla="*/ 8653 w 345366"/>
                <a:gd name="connsiteY23" fmla="*/ 71610 h 111284"/>
                <a:gd name="connsiteX24" fmla="*/ 15388 w 345366"/>
                <a:gd name="connsiteY24" fmla="*/ 77416 h 111284"/>
                <a:gd name="connsiteX25" fmla="*/ 22123 w 345366"/>
                <a:gd name="connsiteY25" fmla="*/ 71610 h 111284"/>
                <a:gd name="connsiteX26" fmla="*/ 24041 w 345366"/>
                <a:gd name="connsiteY26" fmla="*/ 54190 h 111284"/>
                <a:gd name="connsiteX27" fmla="*/ 22123 w 345366"/>
                <a:gd name="connsiteY27" fmla="*/ 37741 h 111284"/>
                <a:gd name="connsiteX28" fmla="*/ 15388 w 345366"/>
                <a:gd name="connsiteY28" fmla="*/ 31933 h 111284"/>
                <a:gd name="connsiteX29" fmla="*/ 8653 w 345366"/>
                <a:gd name="connsiteY29" fmla="*/ 37741 h 111284"/>
                <a:gd name="connsiteX30" fmla="*/ 5775 w 345366"/>
                <a:gd name="connsiteY30" fmla="*/ 54190 h 111284"/>
                <a:gd name="connsiteX31" fmla="*/ 41367 w 345366"/>
                <a:gd name="connsiteY31" fmla="*/ 109349 h 111284"/>
                <a:gd name="connsiteX32" fmla="*/ 41367 w 345366"/>
                <a:gd name="connsiteY32" fmla="*/ 99673 h 111284"/>
                <a:gd name="connsiteX33" fmla="*/ 44245 w 345366"/>
                <a:gd name="connsiteY33" fmla="*/ 100640 h 111284"/>
                <a:gd name="connsiteX34" fmla="*/ 47142 w 345366"/>
                <a:gd name="connsiteY34" fmla="*/ 99673 h 111284"/>
                <a:gd name="connsiteX35" fmla="*/ 49061 w 345366"/>
                <a:gd name="connsiteY35" fmla="*/ 96770 h 111284"/>
                <a:gd name="connsiteX36" fmla="*/ 50980 w 345366"/>
                <a:gd name="connsiteY36" fmla="*/ 89028 h 111284"/>
                <a:gd name="connsiteX37" fmla="*/ 51958 w 345366"/>
                <a:gd name="connsiteY37" fmla="*/ 86125 h 111284"/>
                <a:gd name="connsiteX38" fmla="*/ 38489 w 345366"/>
                <a:gd name="connsiteY38" fmla="*/ 24193 h 111284"/>
                <a:gd name="connsiteX39" fmla="*/ 45224 w 345366"/>
                <a:gd name="connsiteY39" fmla="*/ 24193 h 111284"/>
                <a:gd name="connsiteX40" fmla="*/ 51958 w 345366"/>
                <a:gd name="connsiteY40" fmla="*/ 59998 h 111284"/>
                <a:gd name="connsiteX41" fmla="*/ 54836 w 345366"/>
                <a:gd name="connsiteY41" fmla="*/ 74513 h 111284"/>
                <a:gd name="connsiteX42" fmla="*/ 56755 w 345366"/>
                <a:gd name="connsiteY42" fmla="*/ 59998 h 111284"/>
                <a:gd name="connsiteX43" fmla="*/ 63490 w 345366"/>
                <a:gd name="connsiteY43" fmla="*/ 24193 h 111284"/>
                <a:gd name="connsiteX44" fmla="*/ 69265 w 345366"/>
                <a:gd name="connsiteY44" fmla="*/ 24193 h 111284"/>
                <a:gd name="connsiteX45" fmla="*/ 56755 w 345366"/>
                <a:gd name="connsiteY45" fmla="*/ 87092 h 111284"/>
                <a:gd name="connsiteX46" fmla="*/ 53877 w 345366"/>
                <a:gd name="connsiteY46" fmla="*/ 100640 h 111284"/>
                <a:gd name="connsiteX47" fmla="*/ 50020 w 345366"/>
                <a:gd name="connsiteY47" fmla="*/ 108382 h 111284"/>
                <a:gd name="connsiteX48" fmla="*/ 45224 w 345366"/>
                <a:gd name="connsiteY48" fmla="*/ 111285 h 111284"/>
                <a:gd name="connsiteX49" fmla="*/ 41367 w 345366"/>
                <a:gd name="connsiteY49" fmla="*/ 109349 h 111284"/>
                <a:gd name="connsiteX50" fmla="*/ 90428 w 345366"/>
                <a:gd name="connsiteY50" fmla="*/ 55159 h 111284"/>
                <a:gd name="connsiteX51" fmla="*/ 95244 w 345366"/>
                <a:gd name="connsiteY51" fmla="*/ 29999 h 111284"/>
                <a:gd name="connsiteX52" fmla="*/ 105816 w 345366"/>
                <a:gd name="connsiteY52" fmla="*/ 23224 h 111284"/>
                <a:gd name="connsiteX53" fmla="*/ 117367 w 345366"/>
                <a:gd name="connsiteY53" fmla="*/ 30966 h 111284"/>
                <a:gd name="connsiteX54" fmla="*/ 122183 w 345366"/>
                <a:gd name="connsiteY54" fmla="*/ 54190 h 111284"/>
                <a:gd name="connsiteX55" fmla="*/ 120245 w 345366"/>
                <a:gd name="connsiteY55" fmla="*/ 73544 h 111284"/>
                <a:gd name="connsiteX56" fmla="*/ 114489 w 345366"/>
                <a:gd name="connsiteY56" fmla="*/ 83222 h 111284"/>
                <a:gd name="connsiteX57" fmla="*/ 105816 w 345366"/>
                <a:gd name="connsiteY57" fmla="*/ 87092 h 111284"/>
                <a:gd name="connsiteX58" fmla="*/ 95244 w 345366"/>
                <a:gd name="connsiteY58" fmla="*/ 79352 h 111284"/>
                <a:gd name="connsiteX59" fmla="*/ 90428 w 345366"/>
                <a:gd name="connsiteY59" fmla="*/ 55159 h 111284"/>
                <a:gd name="connsiteX60" fmla="*/ 96204 w 345366"/>
                <a:gd name="connsiteY60" fmla="*/ 55159 h 111284"/>
                <a:gd name="connsiteX61" fmla="*/ 99082 w 345366"/>
                <a:gd name="connsiteY61" fmla="*/ 72577 h 111284"/>
                <a:gd name="connsiteX62" fmla="*/ 105816 w 345366"/>
                <a:gd name="connsiteY62" fmla="*/ 78383 h 111284"/>
                <a:gd name="connsiteX63" fmla="*/ 113510 w 345366"/>
                <a:gd name="connsiteY63" fmla="*/ 72577 h 111284"/>
                <a:gd name="connsiteX64" fmla="*/ 116408 w 345366"/>
                <a:gd name="connsiteY64" fmla="*/ 55159 h 111284"/>
                <a:gd name="connsiteX65" fmla="*/ 113510 w 345366"/>
                <a:gd name="connsiteY65" fmla="*/ 37741 h 111284"/>
                <a:gd name="connsiteX66" fmla="*/ 105816 w 345366"/>
                <a:gd name="connsiteY66" fmla="*/ 31933 h 111284"/>
                <a:gd name="connsiteX67" fmla="*/ 99082 w 345366"/>
                <a:gd name="connsiteY67" fmla="*/ 37741 h 111284"/>
                <a:gd name="connsiteX68" fmla="*/ 96204 w 345366"/>
                <a:gd name="connsiteY68" fmla="*/ 55159 h 111284"/>
                <a:gd name="connsiteX69" fmla="*/ 133714 w 345366"/>
                <a:gd name="connsiteY69" fmla="*/ 86125 h 111284"/>
                <a:gd name="connsiteX70" fmla="*/ 133714 w 345366"/>
                <a:gd name="connsiteY70" fmla="*/ 32902 h 111284"/>
                <a:gd name="connsiteX71" fmla="*/ 128917 w 345366"/>
                <a:gd name="connsiteY71" fmla="*/ 32902 h 111284"/>
                <a:gd name="connsiteX72" fmla="*/ 128917 w 345366"/>
                <a:gd name="connsiteY72" fmla="*/ 24193 h 111284"/>
                <a:gd name="connsiteX73" fmla="*/ 133714 w 345366"/>
                <a:gd name="connsiteY73" fmla="*/ 24193 h 111284"/>
                <a:gd name="connsiteX74" fmla="*/ 133714 w 345366"/>
                <a:gd name="connsiteY74" fmla="*/ 18387 h 111284"/>
                <a:gd name="connsiteX75" fmla="*/ 134674 w 345366"/>
                <a:gd name="connsiteY75" fmla="*/ 8709 h 111284"/>
                <a:gd name="connsiteX76" fmla="*/ 137571 w 345366"/>
                <a:gd name="connsiteY76" fmla="*/ 1936 h 111284"/>
                <a:gd name="connsiteX77" fmla="*/ 143346 w 345366"/>
                <a:gd name="connsiteY77" fmla="*/ 0 h 111284"/>
                <a:gd name="connsiteX78" fmla="*/ 148143 w 345366"/>
                <a:gd name="connsiteY78" fmla="*/ 967 h 111284"/>
                <a:gd name="connsiteX79" fmla="*/ 147183 w 345366"/>
                <a:gd name="connsiteY79" fmla="*/ 9676 h 111284"/>
                <a:gd name="connsiteX80" fmla="*/ 144305 w 345366"/>
                <a:gd name="connsiteY80" fmla="*/ 8709 h 111284"/>
                <a:gd name="connsiteX81" fmla="*/ 140449 w 345366"/>
                <a:gd name="connsiteY81" fmla="*/ 11612 h 111284"/>
                <a:gd name="connsiteX82" fmla="*/ 139489 w 345366"/>
                <a:gd name="connsiteY82" fmla="*/ 18387 h 111284"/>
                <a:gd name="connsiteX83" fmla="*/ 139489 w 345366"/>
                <a:gd name="connsiteY83" fmla="*/ 24193 h 111284"/>
                <a:gd name="connsiteX84" fmla="*/ 146224 w 345366"/>
                <a:gd name="connsiteY84" fmla="*/ 24193 h 111284"/>
                <a:gd name="connsiteX85" fmla="*/ 146224 w 345366"/>
                <a:gd name="connsiteY85" fmla="*/ 32902 h 111284"/>
                <a:gd name="connsiteX86" fmla="*/ 139489 w 345366"/>
                <a:gd name="connsiteY86" fmla="*/ 32902 h 111284"/>
                <a:gd name="connsiteX87" fmla="*/ 139489 w 345366"/>
                <a:gd name="connsiteY87" fmla="*/ 86125 h 111284"/>
                <a:gd name="connsiteX88" fmla="*/ 133714 w 345366"/>
                <a:gd name="connsiteY88" fmla="*/ 86125 h 111284"/>
                <a:gd name="connsiteX89" fmla="*/ 202020 w 345366"/>
                <a:gd name="connsiteY89" fmla="*/ 56126 h 111284"/>
                <a:gd name="connsiteX90" fmla="*/ 208755 w 345366"/>
                <a:gd name="connsiteY90" fmla="*/ 59029 h 111284"/>
                <a:gd name="connsiteX91" fmla="*/ 201061 w 345366"/>
                <a:gd name="connsiteY91" fmla="*/ 80319 h 111284"/>
                <a:gd name="connsiteX92" fmla="*/ 189510 w 345366"/>
                <a:gd name="connsiteY92" fmla="*/ 87092 h 111284"/>
                <a:gd name="connsiteX93" fmla="*/ 177019 w 345366"/>
                <a:gd name="connsiteY93" fmla="*/ 82255 h 111284"/>
                <a:gd name="connsiteX94" fmla="*/ 169325 w 345366"/>
                <a:gd name="connsiteY94" fmla="*/ 65804 h 111284"/>
                <a:gd name="connsiteX95" fmla="*/ 167387 w 345366"/>
                <a:gd name="connsiteY95" fmla="*/ 42578 h 111284"/>
                <a:gd name="connsiteX96" fmla="*/ 170285 w 345366"/>
                <a:gd name="connsiteY96" fmla="*/ 19354 h 111284"/>
                <a:gd name="connsiteX97" fmla="*/ 177979 w 345366"/>
                <a:gd name="connsiteY97" fmla="*/ 4839 h 111284"/>
                <a:gd name="connsiteX98" fmla="*/ 189510 w 345366"/>
                <a:gd name="connsiteY98" fmla="*/ 0 h 111284"/>
                <a:gd name="connsiteX99" fmla="*/ 201061 w 345366"/>
                <a:gd name="connsiteY99" fmla="*/ 5806 h 111284"/>
                <a:gd name="connsiteX100" fmla="*/ 207795 w 345366"/>
                <a:gd name="connsiteY100" fmla="*/ 24193 h 111284"/>
                <a:gd name="connsiteX101" fmla="*/ 201061 w 345366"/>
                <a:gd name="connsiteY101" fmla="*/ 27096 h 111284"/>
                <a:gd name="connsiteX102" fmla="*/ 197223 w 345366"/>
                <a:gd name="connsiteY102" fmla="*/ 13548 h 111284"/>
                <a:gd name="connsiteX103" fmla="*/ 189510 w 345366"/>
                <a:gd name="connsiteY103" fmla="*/ 9676 h 111284"/>
                <a:gd name="connsiteX104" fmla="*/ 179897 w 345366"/>
                <a:gd name="connsiteY104" fmla="*/ 13548 h 111284"/>
                <a:gd name="connsiteX105" fmla="*/ 175081 w 345366"/>
                <a:gd name="connsiteY105" fmla="*/ 26127 h 111284"/>
                <a:gd name="connsiteX106" fmla="*/ 173163 w 345366"/>
                <a:gd name="connsiteY106" fmla="*/ 42578 h 111284"/>
                <a:gd name="connsiteX107" fmla="*/ 175081 w 345366"/>
                <a:gd name="connsiteY107" fmla="*/ 61932 h 111284"/>
                <a:gd name="connsiteX108" fmla="*/ 180857 w 345366"/>
                <a:gd name="connsiteY108" fmla="*/ 73544 h 111284"/>
                <a:gd name="connsiteX109" fmla="*/ 188551 w 345366"/>
                <a:gd name="connsiteY109" fmla="*/ 77416 h 111284"/>
                <a:gd name="connsiteX110" fmla="*/ 197223 w 345366"/>
                <a:gd name="connsiteY110" fmla="*/ 72577 h 111284"/>
                <a:gd name="connsiteX111" fmla="*/ 202020 w 345366"/>
                <a:gd name="connsiteY111" fmla="*/ 56126 h 111284"/>
                <a:gd name="connsiteX112" fmla="*/ 218386 w 345366"/>
                <a:gd name="connsiteY112" fmla="*/ 86125 h 111284"/>
                <a:gd name="connsiteX113" fmla="*/ 218386 w 345366"/>
                <a:gd name="connsiteY113" fmla="*/ 967 h 111284"/>
                <a:gd name="connsiteX114" fmla="*/ 224143 w 345366"/>
                <a:gd name="connsiteY114" fmla="*/ 967 h 111284"/>
                <a:gd name="connsiteX115" fmla="*/ 224143 w 345366"/>
                <a:gd name="connsiteY115" fmla="*/ 31933 h 111284"/>
                <a:gd name="connsiteX116" fmla="*/ 234734 w 345366"/>
                <a:gd name="connsiteY116" fmla="*/ 23224 h 111284"/>
                <a:gd name="connsiteX117" fmla="*/ 241468 w 345366"/>
                <a:gd name="connsiteY117" fmla="*/ 26127 h 111284"/>
                <a:gd name="connsiteX118" fmla="*/ 245325 w 345366"/>
                <a:gd name="connsiteY118" fmla="*/ 32902 h 111284"/>
                <a:gd name="connsiteX119" fmla="*/ 246284 w 345366"/>
                <a:gd name="connsiteY119" fmla="*/ 47417 h 111284"/>
                <a:gd name="connsiteX120" fmla="*/ 246284 w 345366"/>
                <a:gd name="connsiteY120" fmla="*/ 86125 h 111284"/>
                <a:gd name="connsiteX121" fmla="*/ 240509 w 345366"/>
                <a:gd name="connsiteY121" fmla="*/ 86125 h 111284"/>
                <a:gd name="connsiteX122" fmla="*/ 240509 w 345366"/>
                <a:gd name="connsiteY122" fmla="*/ 47417 h 111284"/>
                <a:gd name="connsiteX123" fmla="*/ 238590 w 345366"/>
                <a:gd name="connsiteY123" fmla="*/ 35805 h 111284"/>
                <a:gd name="connsiteX124" fmla="*/ 233774 w 345366"/>
                <a:gd name="connsiteY124" fmla="*/ 31933 h 111284"/>
                <a:gd name="connsiteX125" fmla="*/ 228959 w 345366"/>
                <a:gd name="connsiteY125" fmla="*/ 34838 h 111284"/>
                <a:gd name="connsiteX126" fmla="*/ 225121 w 345366"/>
                <a:gd name="connsiteY126" fmla="*/ 40644 h 111284"/>
                <a:gd name="connsiteX127" fmla="*/ 224143 w 345366"/>
                <a:gd name="connsiteY127" fmla="*/ 52256 h 111284"/>
                <a:gd name="connsiteX128" fmla="*/ 224143 w 345366"/>
                <a:gd name="connsiteY128" fmla="*/ 86125 h 111284"/>
                <a:gd name="connsiteX129" fmla="*/ 218386 w 345366"/>
                <a:gd name="connsiteY129" fmla="*/ 86125 h 111284"/>
                <a:gd name="connsiteX130" fmla="*/ 258775 w 345366"/>
                <a:gd name="connsiteY130" fmla="*/ 13548 h 111284"/>
                <a:gd name="connsiteX131" fmla="*/ 258775 w 345366"/>
                <a:gd name="connsiteY131" fmla="*/ 967 h 111284"/>
                <a:gd name="connsiteX132" fmla="*/ 264551 w 345366"/>
                <a:gd name="connsiteY132" fmla="*/ 967 h 111284"/>
                <a:gd name="connsiteX133" fmla="*/ 264551 w 345366"/>
                <a:gd name="connsiteY133" fmla="*/ 13548 h 111284"/>
                <a:gd name="connsiteX134" fmla="*/ 258775 w 345366"/>
                <a:gd name="connsiteY134" fmla="*/ 13548 h 111284"/>
                <a:gd name="connsiteX135" fmla="*/ 258775 w 345366"/>
                <a:gd name="connsiteY135" fmla="*/ 86125 h 111284"/>
                <a:gd name="connsiteX136" fmla="*/ 258775 w 345366"/>
                <a:gd name="connsiteY136" fmla="*/ 24193 h 111284"/>
                <a:gd name="connsiteX137" fmla="*/ 264551 w 345366"/>
                <a:gd name="connsiteY137" fmla="*/ 24193 h 111284"/>
                <a:gd name="connsiteX138" fmla="*/ 264551 w 345366"/>
                <a:gd name="connsiteY138" fmla="*/ 86125 h 111284"/>
                <a:gd name="connsiteX139" fmla="*/ 258775 w 345366"/>
                <a:gd name="connsiteY139" fmla="*/ 86125 h 111284"/>
                <a:gd name="connsiteX140" fmla="*/ 276101 w 345366"/>
                <a:gd name="connsiteY140" fmla="*/ 86125 h 111284"/>
                <a:gd name="connsiteX141" fmla="*/ 276101 w 345366"/>
                <a:gd name="connsiteY141" fmla="*/ 24193 h 111284"/>
                <a:gd name="connsiteX142" fmla="*/ 281876 w 345366"/>
                <a:gd name="connsiteY142" fmla="*/ 24193 h 111284"/>
                <a:gd name="connsiteX143" fmla="*/ 281876 w 345366"/>
                <a:gd name="connsiteY143" fmla="*/ 32902 h 111284"/>
                <a:gd name="connsiteX144" fmla="*/ 292449 w 345366"/>
                <a:gd name="connsiteY144" fmla="*/ 23224 h 111284"/>
                <a:gd name="connsiteX145" fmla="*/ 298224 w 345366"/>
                <a:gd name="connsiteY145" fmla="*/ 25160 h 111284"/>
                <a:gd name="connsiteX146" fmla="*/ 302080 w 345366"/>
                <a:gd name="connsiteY146" fmla="*/ 29999 h 111284"/>
                <a:gd name="connsiteX147" fmla="*/ 303999 w 345366"/>
                <a:gd name="connsiteY147" fmla="*/ 37741 h 111284"/>
                <a:gd name="connsiteX148" fmla="*/ 303999 w 345366"/>
                <a:gd name="connsiteY148" fmla="*/ 48384 h 111284"/>
                <a:gd name="connsiteX149" fmla="*/ 303999 w 345366"/>
                <a:gd name="connsiteY149" fmla="*/ 86125 h 111284"/>
                <a:gd name="connsiteX150" fmla="*/ 298224 w 345366"/>
                <a:gd name="connsiteY150" fmla="*/ 86125 h 111284"/>
                <a:gd name="connsiteX151" fmla="*/ 298224 w 345366"/>
                <a:gd name="connsiteY151" fmla="*/ 48384 h 111284"/>
                <a:gd name="connsiteX152" fmla="*/ 297264 w 345366"/>
                <a:gd name="connsiteY152" fmla="*/ 38708 h 111284"/>
                <a:gd name="connsiteX153" fmla="*/ 295346 w 345366"/>
                <a:gd name="connsiteY153" fmla="*/ 33869 h 111284"/>
                <a:gd name="connsiteX154" fmla="*/ 291489 w 345366"/>
                <a:gd name="connsiteY154" fmla="*/ 31933 h 111284"/>
                <a:gd name="connsiteX155" fmla="*/ 284754 w 345366"/>
                <a:gd name="connsiteY155" fmla="*/ 36772 h 111284"/>
                <a:gd name="connsiteX156" fmla="*/ 281876 w 345366"/>
                <a:gd name="connsiteY156" fmla="*/ 52256 h 111284"/>
                <a:gd name="connsiteX157" fmla="*/ 281876 w 345366"/>
                <a:gd name="connsiteY157" fmla="*/ 86125 h 111284"/>
                <a:gd name="connsiteX158" fmla="*/ 276101 w 345366"/>
                <a:gd name="connsiteY158" fmla="*/ 86125 h 111284"/>
                <a:gd name="connsiteX159" fmla="*/ 338632 w 345366"/>
                <a:gd name="connsiteY159" fmla="*/ 78383 h 111284"/>
                <a:gd name="connsiteX160" fmla="*/ 331897 w 345366"/>
                <a:gd name="connsiteY160" fmla="*/ 85158 h 111284"/>
                <a:gd name="connsiteX161" fmla="*/ 326122 w 345366"/>
                <a:gd name="connsiteY161" fmla="*/ 87092 h 111284"/>
                <a:gd name="connsiteX162" fmla="*/ 317468 w 345366"/>
                <a:gd name="connsiteY162" fmla="*/ 82255 h 111284"/>
                <a:gd name="connsiteX163" fmla="*/ 314590 w 345366"/>
                <a:gd name="connsiteY163" fmla="*/ 69674 h 111284"/>
                <a:gd name="connsiteX164" fmla="*/ 315550 w 345366"/>
                <a:gd name="connsiteY164" fmla="*/ 61932 h 111284"/>
                <a:gd name="connsiteX165" fmla="*/ 318428 w 345366"/>
                <a:gd name="connsiteY165" fmla="*/ 55159 h 111284"/>
                <a:gd name="connsiteX166" fmla="*/ 322284 w 345366"/>
                <a:gd name="connsiteY166" fmla="*/ 52256 h 111284"/>
                <a:gd name="connsiteX167" fmla="*/ 327081 w 345366"/>
                <a:gd name="connsiteY167" fmla="*/ 50320 h 111284"/>
                <a:gd name="connsiteX168" fmla="*/ 337672 w 345366"/>
                <a:gd name="connsiteY168" fmla="*/ 47417 h 111284"/>
                <a:gd name="connsiteX169" fmla="*/ 337672 w 345366"/>
                <a:gd name="connsiteY169" fmla="*/ 44514 h 111284"/>
                <a:gd name="connsiteX170" fmla="*/ 335753 w 345366"/>
                <a:gd name="connsiteY170" fmla="*/ 34838 h 111284"/>
                <a:gd name="connsiteX171" fmla="*/ 329978 w 345366"/>
                <a:gd name="connsiteY171" fmla="*/ 31933 h 111284"/>
                <a:gd name="connsiteX172" fmla="*/ 323244 w 345366"/>
                <a:gd name="connsiteY172" fmla="*/ 33869 h 111284"/>
                <a:gd name="connsiteX173" fmla="*/ 321325 w 345366"/>
                <a:gd name="connsiteY173" fmla="*/ 43547 h 111284"/>
                <a:gd name="connsiteX174" fmla="*/ 315550 w 345366"/>
                <a:gd name="connsiteY174" fmla="*/ 41611 h 111284"/>
                <a:gd name="connsiteX175" fmla="*/ 317468 w 345366"/>
                <a:gd name="connsiteY175" fmla="*/ 31933 h 111284"/>
                <a:gd name="connsiteX176" fmla="*/ 323244 w 345366"/>
                <a:gd name="connsiteY176" fmla="*/ 25160 h 111284"/>
                <a:gd name="connsiteX177" fmla="*/ 330938 w 345366"/>
                <a:gd name="connsiteY177" fmla="*/ 23224 h 111284"/>
                <a:gd name="connsiteX178" fmla="*/ 337672 w 345366"/>
                <a:gd name="connsiteY178" fmla="*/ 25160 h 111284"/>
                <a:gd name="connsiteX179" fmla="*/ 341510 w 345366"/>
                <a:gd name="connsiteY179" fmla="*/ 29999 h 111284"/>
                <a:gd name="connsiteX180" fmla="*/ 343447 w 345366"/>
                <a:gd name="connsiteY180" fmla="*/ 36772 h 111284"/>
                <a:gd name="connsiteX181" fmla="*/ 343447 w 345366"/>
                <a:gd name="connsiteY181" fmla="*/ 46450 h 111284"/>
                <a:gd name="connsiteX182" fmla="*/ 343447 w 345366"/>
                <a:gd name="connsiteY182" fmla="*/ 59998 h 111284"/>
                <a:gd name="connsiteX183" fmla="*/ 343447 w 345366"/>
                <a:gd name="connsiteY183" fmla="*/ 78383 h 111284"/>
                <a:gd name="connsiteX184" fmla="*/ 345366 w 345366"/>
                <a:gd name="connsiteY184" fmla="*/ 86125 h 111284"/>
                <a:gd name="connsiteX185" fmla="*/ 339591 w 345366"/>
                <a:gd name="connsiteY185" fmla="*/ 86125 h 111284"/>
                <a:gd name="connsiteX186" fmla="*/ 338632 w 345366"/>
                <a:gd name="connsiteY186" fmla="*/ 78383 h 111284"/>
                <a:gd name="connsiteX187" fmla="*/ 337672 w 345366"/>
                <a:gd name="connsiteY187" fmla="*/ 55159 h 111284"/>
                <a:gd name="connsiteX188" fmla="*/ 328040 w 345366"/>
                <a:gd name="connsiteY188" fmla="*/ 59029 h 111284"/>
                <a:gd name="connsiteX189" fmla="*/ 323244 w 345366"/>
                <a:gd name="connsiteY189" fmla="*/ 60965 h 111284"/>
                <a:gd name="connsiteX190" fmla="*/ 321325 w 345366"/>
                <a:gd name="connsiteY190" fmla="*/ 64835 h 111284"/>
                <a:gd name="connsiteX191" fmla="*/ 320346 w 345366"/>
                <a:gd name="connsiteY191" fmla="*/ 69674 h 111284"/>
                <a:gd name="connsiteX192" fmla="*/ 322284 w 345366"/>
                <a:gd name="connsiteY192" fmla="*/ 76447 h 111284"/>
                <a:gd name="connsiteX193" fmla="*/ 327081 w 345366"/>
                <a:gd name="connsiteY193" fmla="*/ 79352 h 111284"/>
                <a:gd name="connsiteX194" fmla="*/ 332856 w 345366"/>
                <a:gd name="connsiteY194" fmla="*/ 76447 h 111284"/>
                <a:gd name="connsiteX195" fmla="*/ 336713 w 345366"/>
                <a:gd name="connsiteY195" fmla="*/ 69674 h 111284"/>
                <a:gd name="connsiteX196" fmla="*/ 337672 w 345366"/>
                <a:gd name="connsiteY196" fmla="*/ 59029 h 111284"/>
                <a:gd name="connsiteX197" fmla="*/ 337672 w 345366"/>
                <a:gd name="connsiteY197" fmla="*/ 55159 h 11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345366" h="111284">
                  <a:moveTo>
                    <a:pt x="959" y="90964"/>
                  </a:moveTo>
                  <a:cubicBezTo>
                    <a:pt x="6735" y="92898"/>
                    <a:pt x="6735" y="92898"/>
                    <a:pt x="6735" y="92898"/>
                  </a:cubicBezTo>
                  <a:cubicBezTo>
                    <a:pt x="6735" y="95801"/>
                    <a:pt x="7694" y="97737"/>
                    <a:pt x="8653" y="99673"/>
                  </a:cubicBezTo>
                  <a:cubicBezTo>
                    <a:pt x="10591" y="101609"/>
                    <a:pt x="12510" y="102576"/>
                    <a:pt x="14429" y="102576"/>
                  </a:cubicBezTo>
                  <a:cubicBezTo>
                    <a:pt x="17326" y="102576"/>
                    <a:pt x="19245" y="101609"/>
                    <a:pt x="21163" y="99673"/>
                  </a:cubicBezTo>
                  <a:cubicBezTo>
                    <a:pt x="22123" y="97737"/>
                    <a:pt x="23082" y="94834"/>
                    <a:pt x="24041" y="90964"/>
                  </a:cubicBezTo>
                  <a:cubicBezTo>
                    <a:pt x="24041" y="89028"/>
                    <a:pt x="24041" y="85158"/>
                    <a:pt x="24041" y="78383"/>
                  </a:cubicBezTo>
                  <a:cubicBezTo>
                    <a:pt x="21163" y="83222"/>
                    <a:pt x="18285" y="86125"/>
                    <a:pt x="14429" y="86125"/>
                  </a:cubicBezTo>
                  <a:cubicBezTo>
                    <a:pt x="9613" y="86125"/>
                    <a:pt x="6735" y="83222"/>
                    <a:pt x="3857" y="76447"/>
                  </a:cubicBezTo>
                  <a:cubicBezTo>
                    <a:pt x="959" y="70641"/>
                    <a:pt x="0" y="63868"/>
                    <a:pt x="0" y="55159"/>
                  </a:cubicBezTo>
                  <a:cubicBezTo>
                    <a:pt x="0" y="49353"/>
                    <a:pt x="959" y="43547"/>
                    <a:pt x="1919" y="38708"/>
                  </a:cubicBezTo>
                  <a:cubicBezTo>
                    <a:pt x="2878" y="33869"/>
                    <a:pt x="4816" y="29999"/>
                    <a:pt x="6735" y="27096"/>
                  </a:cubicBezTo>
                  <a:cubicBezTo>
                    <a:pt x="9613" y="24193"/>
                    <a:pt x="11551" y="23224"/>
                    <a:pt x="14429" y="23224"/>
                  </a:cubicBezTo>
                  <a:cubicBezTo>
                    <a:pt x="18285" y="23224"/>
                    <a:pt x="22123" y="26127"/>
                    <a:pt x="25020" y="31933"/>
                  </a:cubicBezTo>
                  <a:cubicBezTo>
                    <a:pt x="25020" y="24193"/>
                    <a:pt x="25020" y="24193"/>
                    <a:pt x="25020" y="24193"/>
                  </a:cubicBezTo>
                  <a:cubicBezTo>
                    <a:pt x="29817" y="24193"/>
                    <a:pt x="29817" y="24193"/>
                    <a:pt x="29817" y="24193"/>
                  </a:cubicBezTo>
                  <a:cubicBezTo>
                    <a:pt x="29817" y="77416"/>
                    <a:pt x="29817" y="77416"/>
                    <a:pt x="29817" y="77416"/>
                  </a:cubicBezTo>
                  <a:cubicBezTo>
                    <a:pt x="29817" y="87092"/>
                    <a:pt x="28857" y="93867"/>
                    <a:pt x="27898" y="97737"/>
                  </a:cubicBezTo>
                  <a:cubicBezTo>
                    <a:pt x="26939" y="101609"/>
                    <a:pt x="25020" y="105479"/>
                    <a:pt x="23082" y="107415"/>
                  </a:cubicBezTo>
                  <a:cubicBezTo>
                    <a:pt x="21163" y="110318"/>
                    <a:pt x="18285" y="111285"/>
                    <a:pt x="14429" y="111285"/>
                  </a:cubicBezTo>
                  <a:cubicBezTo>
                    <a:pt x="10591" y="111285"/>
                    <a:pt x="7694" y="109349"/>
                    <a:pt x="4816" y="106446"/>
                  </a:cubicBezTo>
                  <a:cubicBezTo>
                    <a:pt x="2878" y="102576"/>
                    <a:pt x="959" y="97737"/>
                    <a:pt x="959" y="90964"/>
                  </a:cubicBezTo>
                  <a:close/>
                  <a:moveTo>
                    <a:pt x="5775" y="54190"/>
                  </a:moveTo>
                  <a:cubicBezTo>
                    <a:pt x="5775" y="61932"/>
                    <a:pt x="6735" y="67738"/>
                    <a:pt x="8653" y="71610"/>
                  </a:cubicBezTo>
                  <a:cubicBezTo>
                    <a:pt x="10591" y="75480"/>
                    <a:pt x="12510" y="77416"/>
                    <a:pt x="15388" y="77416"/>
                  </a:cubicBezTo>
                  <a:cubicBezTo>
                    <a:pt x="18285" y="77416"/>
                    <a:pt x="20204" y="75480"/>
                    <a:pt x="22123" y="71610"/>
                  </a:cubicBezTo>
                  <a:cubicBezTo>
                    <a:pt x="24041" y="67738"/>
                    <a:pt x="24041" y="61932"/>
                    <a:pt x="24041" y="54190"/>
                  </a:cubicBezTo>
                  <a:cubicBezTo>
                    <a:pt x="24041" y="47417"/>
                    <a:pt x="24041" y="41611"/>
                    <a:pt x="22123" y="37741"/>
                  </a:cubicBezTo>
                  <a:cubicBezTo>
                    <a:pt x="20204" y="33869"/>
                    <a:pt x="17326" y="31933"/>
                    <a:pt x="15388" y="31933"/>
                  </a:cubicBezTo>
                  <a:cubicBezTo>
                    <a:pt x="12510" y="31933"/>
                    <a:pt x="10591" y="33869"/>
                    <a:pt x="8653" y="37741"/>
                  </a:cubicBezTo>
                  <a:cubicBezTo>
                    <a:pt x="6735" y="41611"/>
                    <a:pt x="5775" y="46450"/>
                    <a:pt x="5775" y="54190"/>
                  </a:cubicBezTo>
                  <a:close/>
                  <a:moveTo>
                    <a:pt x="41367" y="109349"/>
                  </a:moveTo>
                  <a:cubicBezTo>
                    <a:pt x="41367" y="99673"/>
                    <a:pt x="41367" y="99673"/>
                    <a:pt x="41367" y="99673"/>
                  </a:cubicBezTo>
                  <a:cubicBezTo>
                    <a:pt x="42327" y="100640"/>
                    <a:pt x="43286" y="100640"/>
                    <a:pt x="44245" y="100640"/>
                  </a:cubicBezTo>
                  <a:cubicBezTo>
                    <a:pt x="45224" y="100640"/>
                    <a:pt x="47142" y="100640"/>
                    <a:pt x="47142" y="99673"/>
                  </a:cubicBezTo>
                  <a:cubicBezTo>
                    <a:pt x="48102" y="98704"/>
                    <a:pt x="49061" y="97737"/>
                    <a:pt x="49061" y="96770"/>
                  </a:cubicBezTo>
                  <a:cubicBezTo>
                    <a:pt x="50020" y="95801"/>
                    <a:pt x="50020" y="92898"/>
                    <a:pt x="50980" y="89028"/>
                  </a:cubicBezTo>
                  <a:cubicBezTo>
                    <a:pt x="50980" y="88061"/>
                    <a:pt x="50980" y="87092"/>
                    <a:pt x="51958" y="86125"/>
                  </a:cubicBezTo>
                  <a:cubicBezTo>
                    <a:pt x="38489" y="24193"/>
                    <a:pt x="38489" y="24193"/>
                    <a:pt x="38489" y="24193"/>
                  </a:cubicBezTo>
                  <a:cubicBezTo>
                    <a:pt x="45224" y="24193"/>
                    <a:pt x="45224" y="24193"/>
                    <a:pt x="45224" y="24193"/>
                  </a:cubicBezTo>
                  <a:cubicBezTo>
                    <a:pt x="51958" y="59998"/>
                    <a:pt x="51958" y="59998"/>
                    <a:pt x="51958" y="59998"/>
                  </a:cubicBezTo>
                  <a:cubicBezTo>
                    <a:pt x="52918" y="64835"/>
                    <a:pt x="53877" y="69674"/>
                    <a:pt x="54836" y="74513"/>
                  </a:cubicBezTo>
                  <a:cubicBezTo>
                    <a:pt x="54836" y="69674"/>
                    <a:pt x="55796" y="64835"/>
                    <a:pt x="56755" y="59998"/>
                  </a:cubicBezTo>
                  <a:cubicBezTo>
                    <a:pt x="63490" y="24193"/>
                    <a:pt x="63490" y="24193"/>
                    <a:pt x="63490" y="24193"/>
                  </a:cubicBezTo>
                  <a:cubicBezTo>
                    <a:pt x="69265" y="24193"/>
                    <a:pt x="69265" y="24193"/>
                    <a:pt x="69265" y="24193"/>
                  </a:cubicBezTo>
                  <a:cubicBezTo>
                    <a:pt x="56755" y="87092"/>
                    <a:pt x="56755" y="87092"/>
                    <a:pt x="56755" y="87092"/>
                  </a:cubicBezTo>
                  <a:cubicBezTo>
                    <a:pt x="55796" y="93867"/>
                    <a:pt x="54836" y="98704"/>
                    <a:pt x="53877" y="100640"/>
                  </a:cubicBezTo>
                  <a:cubicBezTo>
                    <a:pt x="52918" y="104512"/>
                    <a:pt x="51958" y="107415"/>
                    <a:pt x="50020" y="108382"/>
                  </a:cubicBezTo>
                  <a:cubicBezTo>
                    <a:pt x="49061" y="110318"/>
                    <a:pt x="47142" y="111285"/>
                    <a:pt x="45224" y="111285"/>
                  </a:cubicBezTo>
                  <a:cubicBezTo>
                    <a:pt x="44245" y="111285"/>
                    <a:pt x="43286" y="110318"/>
                    <a:pt x="41367" y="109349"/>
                  </a:cubicBezTo>
                  <a:close/>
                  <a:moveTo>
                    <a:pt x="90428" y="55159"/>
                  </a:moveTo>
                  <a:cubicBezTo>
                    <a:pt x="90428" y="43547"/>
                    <a:pt x="92347" y="35805"/>
                    <a:pt x="95244" y="29999"/>
                  </a:cubicBezTo>
                  <a:cubicBezTo>
                    <a:pt x="98122" y="25160"/>
                    <a:pt x="101979" y="23224"/>
                    <a:pt x="105816" y="23224"/>
                  </a:cubicBezTo>
                  <a:cubicBezTo>
                    <a:pt x="110632" y="23224"/>
                    <a:pt x="114489" y="26127"/>
                    <a:pt x="117367" y="30966"/>
                  </a:cubicBezTo>
                  <a:cubicBezTo>
                    <a:pt x="120245" y="36772"/>
                    <a:pt x="122183" y="44514"/>
                    <a:pt x="122183" y="54190"/>
                  </a:cubicBezTo>
                  <a:cubicBezTo>
                    <a:pt x="122183" y="61932"/>
                    <a:pt x="121224" y="68707"/>
                    <a:pt x="120245" y="73544"/>
                  </a:cubicBezTo>
                  <a:cubicBezTo>
                    <a:pt x="118326" y="77416"/>
                    <a:pt x="116408" y="81286"/>
                    <a:pt x="114489" y="83222"/>
                  </a:cubicBezTo>
                  <a:cubicBezTo>
                    <a:pt x="111592" y="86125"/>
                    <a:pt x="108714" y="87092"/>
                    <a:pt x="105816" y="87092"/>
                  </a:cubicBezTo>
                  <a:cubicBezTo>
                    <a:pt x="101979" y="87092"/>
                    <a:pt x="98122" y="84189"/>
                    <a:pt x="95244" y="79352"/>
                  </a:cubicBezTo>
                  <a:cubicBezTo>
                    <a:pt x="91388" y="73544"/>
                    <a:pt x="90428" y="65804"/>
                    <a:pt x="90428" y="55159"/>
                  </a:cubicBezTo>
                  <a:close/>
                  <a:moveTo>
                    <a:pt x="96204" y="55159"/>
                  </a:moveTo>
                  <a:cubicBezTo>
                    <a:pt x="96204" y="62901"/>
                    <a:pt x="97163" y="68707"/>
                    <a:pt x="99082" y="72577"/>
                  </a:cubicBezTo>
                  <a:cubicBezTo>
                    <a:pt x="101020" y="76447"/>
                    <a:pt x="102938" y="78383"/>
                    <a:pt x="105816" y="78383"/>
                  </a:cubicBezTo>
                  <a:cubicBezTo>
                    <a:pt x="108714" y="78383"/>
                    <a:pt x="111592" y="76447"/>
                    <a:pt x="113510" y="72577"/>
                  </a:cubicBezTo>
                  <a:cubicBezTo>
                    <a:pt x="115448" y="68707"/>
                    <a:pt x="116408" y="62901"/>
                    <a:pt x="116408" y="55159"/>
                  </a:cubicBezTo>
                  <a:cubicBezTo>
                    <a:pt x="116408" y="47417"/>
                    <a:pt x="115448" y="41611"/>
                    <a:pt x="113510" y="37741"/>
                  </a:cubicBezTo>
                  <a:cubicBezTo>
                    <a:pt x="111592" y="33869"/>
                    <a:pt x="108714" y="31933"/>
                    <a:pt x="105816" y="31933"/>
                  </a:cubicBezTo>
                  <a:cubicBezTo>
                    <a:pt x="102938" y="31933"/>
                    <a:pt x="101020" y="33869"/>
                    <a:pt x="99082" y="37741"/>
                  </a:cubicBezTo>
                  <a:cubicBezTo>
                    <a:pt x="97163" y="41611"/>
                    <a:pt x="96204" y="47417"/>
                    <a:pt x="96204" y="55159"/>
                  </a:cubicBezTo>
                  <a:close/>
                  <a:moveTo>
                    <a:pt x="133714" y="86125"/>
                  </a:moveTo>
                  <a:cubicBezTo>
                    <a:pt x="133714" y="32902"/>
                    <a:pt x="133714" y="32902"/>
                    <a:pt x="133714" y="32902"/>
                  </a:cubicBezTo>
                  <a:cubicBezTo>
                    <a:pt x="128917" y="32902"/>
                    <a:pt x="128917" y="32902"/>
                    <a:pt x="128917" y="32902"/>
                  </a:cubicBezTo>
                  <a:cubicBezTo>
                    <a:pt x="128917" y="24193"/>
                    <a:pt x="128917" y="24193"/>
                    <a:pt x="128917" y="24193"/>
                  </a:cubicBezTo>
                  <a:cubicBezTo>
                    <a:pt x="133714" y="24193"/>
                    <a:pt x="133714" y="24193"/>
                    <a:pt x="133714" y="24193"/>
                  </a:cubicBezTo>
                  <a:cubicBezTo>
                    <a:pt x="133714" y="18387"/>
                    <a:pt x="133714" y="18387"/>
                    <a:pt x="133714" y="18387"/>
                  </a:cubicBezTo>
                  <a:cubicBezTo>
                    <a:pt x="133714" y="13548"/>
                    <a:pt x="133714" y="10645"/>
                    <a:pt x="134674" y="8709"/>
                  </a:cubicBezTo>
                  <a:cubicBezTo>
                    <a:pt x="134674" y="5806"/>
                    <a:pt x="135652" y="3870"/>
                    <a:pt x="137571" y="1936"/>
                  </a:cubicBezTo>
                  <a:cubicBezTo>
                    <a:pt x="138530" y="0"/>
                    <a:pt x="140449" y="0"/>
                    <a:pt x="143346" y="0"/>
                  </a:cubicBezTo>
                  <a:cubicBezTo>
                    <a:pt x="144305" y="0"/>
                    <a:pt x="146224" y="0"/>
                    <a:pt x="148143" y="967"/>
                  </a:cubicBezTo>
                  <a:cubicBezTo>
                    <a:pt x="147183" y="9676"/>
                    <a:pt x="147183" y="9676"/>
                    <a:pt x="147183" y="9676"/>
                  </a:cubicBezTo>
                  <a:cubicBezTo>
                    <a:pt x="146224" y="9676"/>
                    <a:pt x="145265" y="8709"/>
                    <a:pt x="144305" y="8709"/>
                  </a:cubicBezTo>
                  <a:cubicBezTo>
                    <a:pt x="142387" y="8709"/>
                    <a:pt x="141408" y="9676"/>
                    <a:pt x="140449" y="11612"/>
                  </a:cubicBezTo>
                  <a:cubicBezTo>
                    <a:pt x="139489" y="12581"/>
                    <a:pt x="139489" y="15484"/>
                    <a:pt x="139489" y="18387"/>
                  </a:cubicBezTo>
                  <a:cubicBezTo>
                    <a:pt x="139489" y="24193"/>
                    <a:pt x="139489" y="24193"/>
                    <a:pt x="139489" y="24193"/>
                  </a:cubicBezTo>
                  <a:cubicBezTo>
                    <a:pt x="146224" y="24193"/>
                    <a:pt x="146224" y="24193"/>
                    <a:pt x="146224" y="24193"/>
                  </a:cubicBezTo>
                  <a:cubicBezTo>
                    <a:pt x="146224" y="32902"/>
                    <a:pt x="146224" y="32902"/>
                    <a:pt x="146224" y="32902"/>
                  </a:cubicBezTo>
                  <a:cubicBezTo>
                    <a:pt x="139489" y="32902"/>
                    <a:pt x="139489" y="32902"/>
                    <a:pt x="139489" y="32902"/>
                  </a:cubicBezTo>
                  <a:cubicBezTo>
                    <a:pt x="139489" y="86125"/>
                    <a:pt x="139489" y="86125"/>
                    <a:pt x="139489" y="86125"/>
                  </a:cubicBezTo>
                  <a:cubicBezTo>
                    <a:pt x="133714" y="86125"/>
                    <a:pt x="133714" y="86125"/>
                    <a:pt x="133714" y="86125"/>
                  </a:cubicBezTo>
                  <a:close/>
                  <a:moveTo>
                    <a:pt x="202020" y="56126"/>
                  </a:moveTo>
                  <a:cubicBezTo>
                    <a:pt x="208755" y="59029"/>
                    <a:pt x="208755" y="59029"/>
                    <a:pt x="208755" y="59029"/>
                  </a:cubicBezTo>
                  <a:cubicBezTo>
                    <a:pt x="206836" y="68707"/>
                    <a:pt x="204917" y="75480"/>
                    <a:pt x="201061" y="80319"/>
                  </a:cubicBezTo>
                  <a:cubicBezTo>
                    <a:pt x="198183" y="85158"/>
                    <a:pt x="194326" y="87092"/>
                    <a:pt x="189510" y="87092"/>
                  </a:cubicBezTo>
                  <a:cubicBezTo>
                    <a:pt x="183754" y="87092"/>
                    <a:pt x="179897" y="85158"/>
                    <a:pt x="177019" y="82255"/>
                  </a:cubicBezTo>
                  <a:cubicBezTo>
                    <a:pt x="174122" y="78383"/>
                    <a:pt x="171244" y="72577"/>
                    <a:pt x="169325" y="65804"/>
                  </a:cubicBezTo>
                  <a:cubicBezTo>
                    <a:pt x="168347" y="59029"/>
                    <a:pt x="167387" y="51287"/>
                    <a:pt x="167387" y="42578"/>
                  </a:cubicBezTo>
                  <a:cubicBezTo>
                    <a:pt x="167387" y="33869"/>
                    <a:pt x="168347" y="26127"/>
                    <a:pt x="170285" y="19354"/>
                  </a:cubicBezTo>
                  <a:cubicBezTo>
                    <a:pt x="172203" y="13548"/>
                    <a:pt x="174122" y="7742"/>
                    <a:pt x="177979" y="4839"/>
                  </a:cubicBezTo>
                  <a:cubicBezTo>
                    <a:pt x="181816" y="967"/>
                    <a:pt x="184713" y="0"/>
                    <a:pt x="189510" y="0"/>
                  </a:cubicBezTo>
                  <a:cubicBezTo>
                    <a:pt x="194326" y="0"/>
                    <a:pt x="198183" y="1936"/>
                    <a:pt x="201061" y="5806"/>
                  </a:cubicBezTo>
                  <a:cubicBezTo>
                    <a:pt x="203958" y="10645"/>
                    <a:pt x="205877" y="16451"/>
                    <a:pt x="207795" y="24193"/>
                  </a:cubicBezTo>
                  <a:cubicBezTo>
                    <a:pt x="201061" y="27096"/>
                    <a:pt x="201061" y="27096"/>
                    <a:pt x="201061" y="27096"/>
                  </a:cubicBezTo>
                  <a:cubicBezTo>
                    <a:pt x="200101" y="20321"/>
                    <a:pt x="199142" y="16451"/>
                    <a:pt x="197223" y="13548"/>
                  </a:cubicBezTo>
                  <a:cubicBezTo>
                    <a:pt x="194326" y="10645"/>
                    <a:pt x="192407" y="9676"/>
                    <a:pt x="189510" y="9676"/>
                  </a:cubicBezTo>
                  <a:cubicBezTo>
                    <a:pt x="185673" y="9676"/>
                    <a:pt x="182775" y="10645"/>
                    <a:pt x="179897" y="13548"/>
                  </a:cubicBezTo>
                  <a:cubicBezTo>
                    <a:pt x="177979" y="17418"/>
                    <a:pt x="176041" y="21290"/>
                    <a:pt x="175081" y="26127"/>
                  </a:cubicBezTo>
                  <a:cubicBezTo>
                    <a:pt x="174122" y="31933"/>
                    <a:pt x="173163" y="36772"/>
                    <a:pt x="173163" y="42578"/>
                  </a:cubicBezTo>
                  <a:cubicBezTo>
                    <a:pt x="173163" y="50320"/>
                    <a:pt x="174122" y="56126"/>
                    <a:pt x="175081" y="61932"/>
                  </a:cubicBezTo>
                  <a:cubicBezTo>
                    <a:pt x="176041" y="66771"/>
                    <a:pt x="177979" y="71610"/>
                    <a:pt x="180857" y="73544"/>
                  </a:cubicBezTo>
                  <a:cubicBezTo>
                    <a:pt x="182775" y="76447"/>
                    <a:pt x="185673" y="77416"/>
                    <a:pt x="188551" y="77416"/>
                  </a:cubicBezTo>
                  <a:cubicBezTo>
                    <a:pt x="192407" y="77416"/>
                    <a:pt x="195285" y="76447"/>
                    <a:pt x="197223" y="72577"/>
                  </a:cubicBezTo>
                  <a:cubicBezTo>
                    <a:pt x="200101" y="68707"/>
                    <a:pt x="201061" y="62901"/>
                    <a:pt x="202020" y="56126"/>
                  </a:cubicBezTo>
                  <a:close/>
                  <a:moveTo>
                    <a:pt x="218386" y="86125"/>
                  </a:moveTo>
                  <a:cubicBezTo>
                    <a:pt x="218386" y="967"/>
                    <a:pt x="218386" y="967"/>
                    <a:pt x="218386" y="967"/>
                  </a:cubicBezTo>
                  <a:cubicBezTo>
                    <a:pt x="224143" y="967"/>
                    <a:pt x="224143" y="967"/>
                    <a:pt x="224143" y="967"/>
                  </a:cubicBezTo>
                  <a:cubicBezTo>
                    <a:pt x="224143" y="31933"/>
                    <a:pt x="224143" y="31933"/>
                    <a:pt x="224143" y="31933"/>
                  </a:cubicBezTo>
                  <a:cubicBezTo>
                    <a:pt x="227040" y="26127"/>
                    <a:pt x="230877" y="23224"/>
                    <a:pt x="234734" y="23224"/>
                  </a:cubicBezTo>
                  <a:cubicBezTo>
                    <a:pt x="236653" y="23224"/>
                    <a:pt x="239550" y="24193"/>
                    <a:pt x="241468" y="26127"/>
                  </a:cubicBezTo>
                  <a:cubicBezTo>
                    <a:pt x="243387" y="27096"/>
                    <a:pt x="244347" y="29999"/>
                    <a:pt x="245325" y="32902"/>
                  </a:cubicBezTo>
                  <a:cubicBezTo>
                    <a:pt x="246284" y="36772"/>
                    <a:pt x="246284" y="40644"/>
                    <a:pt x="246284" y="47417"/>
                  </a:cubicBezTo>
                  <a:cubicBezTo>
                    <a:pt x="246284" y="86125"/>
                    <a:pt x="246284" y="86125"/>
                    <a:pt x="246284" y="86125"/>
                  </a:cubicBezTo>
                  <a:cubicBezTo>
                    <a:pt x="240509" y="86125"/>
                    <a:pt x="240509" y="86125"/>
                    <a:pt x="240509" y="86125"/>
                  </a:cubicBezTo>
                  <a:cubicBezTo>
                    <a:pt x="240509" y="47417"/>
                    <a:pt x="240509" y="47417"/>
                    <a:pt x="240509" y="47417"/>
                  </a:cubicBezTo>
                  <a:cubicBezTo>
                    <a:pt x="240509" y="41611"/>
                    <a:pt x="239550" y="37741"/>
                    <a:pt x="238590" y="35805"/>
                  </a:cubicBezTo>
                  <a:cubicBezTo>
                    <a:pt x="237612" y="32902"/>
                    <a:pt x="235693" y="31933"/>
                    <a:pt x="233774" y="31933"/>
                  </a:cubicBezTo>
                  <a:cubicBezTo>
                    <a:pt x="231856" y="31933"/>
                    <a:pt x="229918" y="32902"/>
                    <a:pt x="228959" y="34838"/>
                  </a:cubicBezTo>
                  <a:cubicBezTo>
                    <a:pt x="227040" y="35805"/>
                    <a:pt x="226080" y="38708"/>
                    <a:pt x="225121" y="40644"/>
                  </a:cubicBezTo>
                  <a:cubicBezTo>
                    <a:pt x="225121" y="43547"/>
                    <a:pt x="224143" y="47417"/>
                    <a:pt x="224143" y="52256"/>
                  </a:cubicBezTo>
                  <a:cubicBezTo>
                    <a:pt x="224143" y="86125"/>
                    <a:pt x="224143" y="86125"/>
                    <a:pt x="224143" y="86125"/>
                  </a:cubicBezTo>
                  <a:cubicBezTo>
                    <a:pt x="218386" y="86125"/>
                    <a:pt x="218386" y="86125"/>
                    <a:pt x="218386" y="86125"/>
                  </a:cubicBezTo>
                  <a:close/>
                  <a:moveTo>
                    <a:pt x="258775" y="13548"/>
                  </a:moveTo>
                  <a:cubicBezTo>
                    <a:pt x="258775" y="967"/>
                    <a:pt x="258775" y="967"/>
                    <a:pt x="258775" y="967"/>
                  </a:cubicBezTo>
                  <a:cubicBezTo>
                    <a:pt x="264551" y="967"/>
                    <a:pt x="264551" y="967"/>
                    <a:pt x="264551" y="967"/>
                  </a:cubicBezTo>
                  <a:cubicBezTo>
                    <a:pt x="264551" y="13548"/>
                    <a:pt x="264551" y="13548"/>
                    <a:pt x="264551" y="13548"/>
                  </a:cubicBezTo>
                  <a:cubicBezTo>
                    <a:pt x="258775" y="13548"/>
                    <a:pt x="258775" y="13548"/>
                    <a:pt x="258775" y="13548"/>
                  </a:cubicBezTo>
                  <a:close/>
                  <a:moveTo>
                    <a:pt x="258775" y="86125"/>
                  </a:moveTo>
                  <a:cubicBezTo>
                    <a:pt x="258775" y="24193"/>
                    <a:pt x="258775" y="24193"/>
                    <a:pt x="258775" y="24193"/>
                  </a:cubicBezTo>
                  <a:cubicBezTo>
                    <a:pt x="264551" y="24193"/>
                    <a:pt x="264551" y="24193"/>
                    <a:pt x="264551" y="24193"/>
                  </a:cubicBezTo>
                  <a:cubicBezTo>
                    <a:pt x="264551" y="86125"/>
                    <a:pt x="264551" y="86125"/>
                    <a:pt x="264551" y="86125"/>
                  </a:cubicBezTo>
                  <a:cubicBezTo>
                    <a:pt x="258775" y="86125"/>
                    <a:pt x="258775" y="86125"/>
                    <a:pt x="258775" y="86125"/>
                  </a:cubicBezTo>
                  <a:close/>
                  <a:moveTo>
                    <a:pt x="276101" y="86125"/>
                  </a:moveTo>
                  <a:cubicBezTo>
                    <a:pt x="276101" y="24193"/>
                    <a:pt x="276101" y="24193"/>
                    <a:pt x="276101" y="24193"/>
                  </a:cubicBezTo>
                  <a:cubicBezTo>
                    <a:pt x="281876" y="24193"/>
                    <a:pt x="281876" y="24193"/>
                    <a:pt x="281876" y="24193"/>
                  </a:cubicBezTo>
                  <a:cubicBezTo>
                    <a:pt x="281876" y="32902"/>
                    <a:pt x="281876" y="32902"/>
                    <a:pt x="281876" y="32902"/>
                  </a:cubicBezTo>
                  <a:cubicBezTo>
                    <a:pt x="283795" y="26127"/>
                    <a:pt x="287652" y="23224"/>
                    <a:pt x="292449" y="23224"/>
                  </a:cubicBezTo>
                  <a:cubicBezTo>
                    <a:pt x="294386" y="23224"/>
                    <a:pt x="296305" y="24193"/>
                    <a:pt x="298224" y="25160"/>
                  </a:cubicBezTo>
                  <a:cubicBezTo>
                    <a:pt x="300143" y="26127"/>
                    <a:pt x="301121" y="28063"/>
                    <a:pt x="302080" y="29999"/>
                  </a:cubicBezTo>
                  <a:cubicBezTo>
                    <a:pt x="303040" y="32902"/>
                    <a:pt x="303040" y="34838"/>
                    <a:pt x="303999" y="37741"/>
                  </a:cubicBezTo>
                  <a:cubicBezTo>
                    <a:pt x="303999" y="39675"/>
                    <a:pt x="303999" y="43547"/>
                    <a:pt x="303999" y="48384"/>
                  </a:cubicBezTo>
                  <a:cubicBezTo>
                    <a:pt x="303999" y="86125"/>
                    <a:pt x="303999" y="86125"/>
                    <a:pt x="303999" y="86125"/>
                  </a:cubicBezTo>
                  <a:cubicBezTo>
                    <a:pt x="298224" y="86125"/>
                    <a:pt x="298224" y="86125"/>
                    <a:pt x="298224" y="86125"/>
                  </a:cubicBezTo>
                  <a:cubicBezTo>
                    <a:pt x="298224" y="48384"/>
                    <a:pt x="298224" y="48384"/>
                    <a:pt x="298224" y="48384"/>
                  </a:cubicBezTo>
                  <a:cubicBezTo>
                    <a:pt x="298224" y="44514"/>
                    <a:pt x="298224" y="41611"/>
                    <a:pt x="297264" y="38708"/>
                  </a:cubicBezTo>
                  <a:cubicBezTo>
                    <a:pt x="297264" y="36772"/>
                    <a:pt x="296305" y="34838"/>
                    <a:pt x="295346" y="33869"/>
                  </a:cubicBezTo>
                  <a:cubicBezTo>
                    <a:pt x="294386" y="32902"/>
                    <a:pt x="292449" y="31933"/>
                    <a:pt x="291489" y="31933"/>
                  </a:cubicBezTo>
                  <a:cubicBezTo>
                    <a:pt x="288611" y="31933"/>
                    <a:pt x="286692" y="33869"/>
                    <a:pt x="284754" y="36772"/>
                  </a:cubicBezTo>
                  <a:cubicBezTo>
                    <a:pt x="282836" y="38708"/>
                    <a:pt x="281876" y="44514"/>
                    <a:pt x="281876" y="52256"/>
                  </a:cubicBezTo>
                  <a:cubicBezTo>
                    <a:pt x="281876" y="86125"/>
                    <a:pt x="281876" y="86125"/>
                    <a:pt x="281876" y="86125"/>
                  </a:cubicBezTo>
                  <a:cubicBezTo>
                    <a:pt x="276101" y="86125"/>
                    <a:pt x="276101" y="86125"/>
                    <a:pt x="276101" y="86125"/>
                  </a:cubicBezTo>
                  <a:close/>
                  <a:moveTo>
                    <a:pt x="338632" y="78383"/>
                  </a:moveTo>
                  <a:cubicBezTo>
                    <a:pt x="335753" y="81286"/>
                    <a:pt x="333816" y="84189"/>
                    <a:pt x="331897" y="85158"/>
                  </a:cubicBezTo>
                  <a:cubicBezTo>
                    <a:pt x="329978" y="87092"/>
                    <a:pt x="328040" y="87092"/>
                    <a:pt x="326122" y="87092"/>
                  </a:cubicBezTo>
                  <a:cubicBezTo>
                    <a:pt x="322284" y="87092"/>
                    <a:pt x="319387" y="86125"/>
                    <a:pt x="317468" y="82255"/>
                  </a:cubicBezTo>
                  <a:cubicBezTo>
                    <a:pt x="315550" y="79352"/>
                    <a:pt x="314590" y="74513"/>
                    <a:pt x="314590" y="69674"/>
                  </a:cubicBezTo>
                  <a:cubicBezTo>
                    <a:pt x="314590" y="66771"/>
                    <a:pt x="314590" y="63868"/>
                    <a:pt x="315550" y="61932"/>
                  </a:cubicBezTo>
                  <a:cubicBezTo>
                    <a:pt x="316509" y="59029"/>
                    <a:pt x="317468" y="57095"/>
                    <a:pt x="318428" y="55159"/>
                  </a:cubicBezTo>
                  <a:cubicBezTo>
                    <a:pt x="319387" y="54190"/>
                    <a:pt x="321325" y="53223"/>
                    <a:pt x="322284" y="52256"/>
                  </a:cubicBezTo>
                  <a:cubicBezTo>
                    <a:pt x="323244" y="51287"/>
                    <a:pt x="325162" y="51287"/>
                    <a:pt x="327081" y="50320"/>
                  </a:cubicBezTo>
                  <a:cubicBezTo>
                    <a:pt x="331897" y="49353"/>
                    <a:pt x="335753" y="48384"/>
                    <a:pt x="337672" y="47417"/>
                  </a:cubicBezTo>
                  <a:cubicBezTo>
                    <a:pt x="337672" y="45481"/>
                    <a:pt x="337672" y="44514"/>
                    <a:pt x="337672" y="44514"/>
                  </a:cubicBezTo>
                  <a:cubicBezTo>
                    <a:pt x="337672" y="39675"/>
                    <a:pt x="337672" y="36772"/>
                    <a:pt x="335753" y="34838"/>
                  </a:cubicBezTo>
                  <a:cubicBezTo>
                    <a:pt x="334775" y="32902"/>
                    <a:pt x="332856" y="31933"/>
                    <a:pt x="329978" y="31933"/>
                  </a:cubicBezTo>
                  <a:cubicBezTo>
                    <a:pt x="327081" y="31933"/>
                    <a:pt x="325162" y="32902"/>
                    <a:pt x="323244" y="33869"/>
                  </a:cubicBezTo>
                  <a:cubicBezTo>
                    <a:pt x="322284" y="35805"/>
                    <a:pt x="321325" y="38708"/>
                    <a:pt x="321325" y="43547"/>
                  </a:cubicBezTo>
                  <a:cubicBezTo>
                    <a:pt x="315550" y="41611"/>
                    <a:pt x="315550" y="41611"/>
                    <a:pt x="315550" y="41611"/>
                  </a:cubicBezTo>
                  <a:cubicBezTo>
                    <a:pt x="315550" y="37741"/>
                    <a:pt x="316509" y="33869"/>
                    <a:pt x="317468" y="31933"/>
                  </a:cubicBezTo>
                  <a:cubicBezTo>
                    <a:pt x="319387" y="29030"/>
                    <a:pt x="320346" y="27096"/>
                    <a:pt x="323244" y="25160"/>
                  </a:cubicBezTo>
                  <a:cubicBezTo>
                    <a:pt x="325162" y="24193"/>
                    <a:pt x="328040" y="23224"/>
                    <a:pt x="330938" y="23224"/>
                  </a:cubicBezTo>
                  <a:cubicBezTo>
                    <a:pt x="333816" y="23224"/>
                    <a:pt x="335753" y="24193"/>
                    <a:pt x="337672" y="25160"/>
                  </a:cubicBezTo>
                  <a:cubicBezTo>
                    <a:pt x="339591" y="26127"/>
                    <a:pt x="340550" y="28063"/>
                    <a:pt x="341510" y="29999"/>
                  </a:cubicBezTo>
                  <a:cubicBezTo>
                    <a:pt x="342488" y="31933"/>
                    <a:pt x="342488" y="33869"/>
                    <a:pt x="343447" y="36772"/>
                  </a:cubicBezTo>
                  <a:cubicBezTo>
                    <a:pt x="343447" y="38708"/>
                    <a:pt x="343447" y="41611"/>
                    <a:pt x="343447" y="46450"/>
                  </a:cubicBezTo>
                  <a:cubicBezTo>
                    <a:pt x="343447" y="59998"/>
                    <a:pt x="343447" y="59998"/>
                    <a:pt x="343447" y="59998"/>
                  </a:cubicBezTo>
                  <a:cubicBezTo>
                    <a:pt x="343447" y="69674"/>
                    <a:pt x="343447" y="76447"/>
                    <a:pt x="343447" y="78383"/>
                  </a:cubicBezTo>
                  <a:cubicBezTo>
                    <a:pt x="344407" y="81286"/>
                    <a:pt x="344407" y="83222"/>
                    <a:pt x="345366" y="86125"/>
                  </a:cubicBezTo>
                  <a:cubicBezTo>
                    <a:pt x="339591" y="86125"/>
                    <a:pt x="339591" y="86125"/>
                    <a:pt x="339591" y="86125"/>
                  </a:cubicBezTo>
                  <a:cubicBezTo>
                    <a:pt x="338632" y="84189"/>
                    <a:pt x="338632" y="81286"/>
                    <a:pt x="338632" y="78383"/>
                  </a:cubicBezTo>
                  <a:close/>
                  <a:moveTo>
                    <a:pt x="337672" y="55159"/>
                  </a:moveTo>
                  <a:cubicBezTo>
                    <a:pt x="335753" y="57095"/>
                    <a:pt x="332856" y="58062"/>
                    <a:pt x="328040" y="59029"/>
                  </a:cubicBezTo>
                  <a:cubicBezTo>
                    <a:pt x="326122" y="59998"/>
                    <a:pt x="324203" y="59998"/>
                    <a:pt x="323244" y="60965"/>
                  </a:cubicBezTo>
                  <a:cubicBezTo>
                    <a:pt x="322284" y="61932"/>
                    <a:pt x="321325" y="62901"/>
                    <a:pt x="321325" y="64835"/>
                  </a:cubicBezTo>
                  <a:cubicBezTo>
                    <a:pt x="320346" y="65804"/>
                    <a:pt x="320346" y="67738"/>
                    <a:pt x="320346" y="69674"/>
                  </a:cubicBezTo>
                  <a:cubicBezTo>
                    <a:pt x="320346" y="72577"/>
                    <a:pt x="321325" y="74513"/>
                    <a:pt x="322284" y="76447"/>
                  </a:cubicBezTo>
                  <a:cubicBezTo>
                    <a:pt x="323244" y="78383"/>
                    <a:pt x="325162" y="79352"/>
                    <a:pt x="327081" y="79352"/>
                  </a:cubicBezTo>
                  <a:cubicBezTo>
                    <a:pt x="329019" y="79352"/>
                    <a:pt x="330938" y="78383"/>
                    <a:pt x="332856" y="76447"/>
                  </a:cubicBezTo>
                  <a:cubicBezTo>
                    <a:pt x="334775" y="74513"/>
                    <a:pt x="335753" y="72577"/>
                    <a:pt x="336713" y="69674"/>
                  </a:cubicBezTo>
                  <a:cubicBezTo>
                    <a:pt x="337672" y="66771"/>
                    <a:pt x="337672" y="63868"/>
                    <a:pt x="337672" y="59029"/>
                  </a:cubicBezTo>
                  <a:lnTo>
                    <a:pt x="337672" y="55159"/>
                  </a:lnTo>
                  <a:close/>
                </a:path>
              </a:pathLst>
            </a:custGeom>
            <a:solidFill>
              <a:srgbClr val="000000"/>
            </a:solidFill>
            <a:ln w="1918" cap="flat">
              <a:noFill/>
              <a:prstDash val="solid"/>
              <a:miter/>
            </a:ln>
          </p:spPr>
          <p:txBody>
            <a:bodyPr rtlCol="0" anchor="ctr"/>
            <a:lstStyle/>
            <a:p>
              <a:endParaRPr lang="zh-CN" altLang="en-US"/>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封底2">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gradFill>
            <a:gsLst>
              <a:gs pos="0">
                <a:srgbClr val="003378"/>
              </a:gs>
              <a:gs pos="100000">
                <a:srgbClr val="003378"/>
              </a:gs>
              <a:gs pos="50000">
                <a:srgbClr val="003378">
                  <a:alpha val="72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一些文字和图案&#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808369" y="-212552"/>
            <a:ext cx="6096012" cy="7299152"/>
          </a:xfrm>
          <a:prstGeom prst="rect">
            <a:avLst/>
          </a:prstGeom>
        </p:spPr>
      </p:pic>
      <p:pic>
        <p:nvPicPr>
          <p:cNvPr id="4" name="图片 3" descr="一些文字和图案&#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flipH="1">
            <a:off x="7049567" y="-212552"/>
            <a:ext cx="6096012" cy="7299152"/>
          </a:xfrm>
          <a:prstGeom prst="rect">
            <a:avLst/>
          </a:prstGeom>
        </p:spPr>
      </p:pic>
      <p:sp>
        <p:nvSpPr>
          <p:cNvPr id="5" name="矩形 4"/>
          <p:cNvSpPr/>
          <p:nvPr userDrawn="1"/>
        </p:nvSpPr>
        <p:spPr>
          <a:xfrm>
            <a:off x="0" y="0"/>
            <a:ext cx="12192000" cy="6858000"/>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3761765" y="4963444"/>
            <a:ext cx="4668470" cy="4671415"/>
            <a:chOff x="165298" y="1654475"/>
            <a:chExt cx="2777378" cy="2779130"/>
          </a:xfrm>
        </p:grpSpPr>
        <p:sp>
          <p:nvSpPr>
            <p:cNvPr id="7" name="椭圆 6"/>
            <p:cNvSpPr/>
            <p:nvPr/>
          </p:nvSpPr>
          <p:spPr>
            <a:xfrm>
              <a:off x="165298" y="1654475"/>
              <a:ext cx="2777378" cy="27791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p:cNvSpPr/>
            <p:nvPr/>
          </p:nvSpPr>
          <p:spPr>
            <a:xfrm>
              <a:off x="617219" y="2103120"/>
              <a:ext cx="1859281" cy="18745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图片包含 游戏机&#10;&#10;描述已自动生成"/>
            <p:cNvPicPr>
              <a:picLocks noChangeAspect="1"/>
            </p:cNvPicPr>
            <p:nvPr/>
          </p:nvPicPr>
          <p:blipFill>
            <a:blip r:embed="rId3" cstate="email">
              <a:extLst>
                <a:ext uri="{BEBA8EAE-BF5A-486C-A8C5-ECC9F3942E4B}">
                  <a14:imgProps xmlns:a14="http://schemas.microsoft.com/office/drawing/2010/main">
                    <a14:imgLayer r:embed="rId4">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18370499">
              <a:off x="387235" y="2249216"/>
              <a:ext cx="393164" cy="430394"/>
            </a:xfrm>
            <a:prstGeom prst="rect">
              <a:avLst/>
            </a:prstGeom>
          </p:spPr>
        </p:pic>
        <p:pic>
          <p:nvPicPr>
            <p:cNvPr id="10" name="图片 9" descr="图片包含 游戏机&#10;&#10;描述已自动生成"/>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18877454">
              <a:off x="746543" y="1924848"/>
              <a:ext cx="275575" cy="356544"/>
            </a:xfrm>
            <a:prstGeom prst="rect">
              <a:avLst/>
            </a:prstGeom>
          </p:spPr>
        </p:pic>
        <p:pic>
          <p:nvPicPr>
            <p:cNvPr id="11" name="图片 10" descr="图片包含 游戏机, 鸟&#10;&#10;描述已自动生成"/>
            <p:cNvPicPr>
              <a:picLocks noChangeAspect="1"/>
            </p:cNvPicPr>
            <p:nvPr/>
          </p:nvPicPr>
          <p:blipFill>
            <a:blip r:embed="rId7" cstate="email">
              <a:extLst>
                <a:ext uri="{BEBA8EAE-BF5A-486C-A8C5-ECC9F3942E4B}">
                  <a14:imgProps xmlns:a14="http://schemas.microsoft.com/office/drawing/2010/main">
                    <a14:imgLayer r:embed="rId8">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861722">
              <a:off x="1654927" y="1714304"/>
              <a:ext cx="417551" cy="425269"/>
            </a:xfrm>
            <a:prstGeom prst="rect">
              <a:avLst/>
            </a:prstGeom>
          </p:spPr>
        </p:pic>
        <p:pic>
          <p:nvPicPr>
            <p:cNvPr id="12" name="图片 11" descr="图片包含 游戏机&#10;&#10;描述已自动生成"/>
            <p:cNvPicPr>
              <a:picLocks noChangeAspect="1"/>
            </p:cNvPicPr>
            <p:nvPr/>
          </p:nvPicPr>
          <p:blipFill>
            <a:blip r:embed="rId9" cstate="email">
              <a:extLst>
                <a:ext uri="{BEBA8EAE-BF5A-486C-A8C5-ECC9F3942E4B}">
                  <a14:imgProps xmlns:a14="http://schemas.microsoft.com/office/drawing/2010/main">
                    <a14:imgLayer r:embed="rId10">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2785270">
              <a:off x="2136777" y="1940328"/>
              <a:ext cx="337345" cy="418612"/>
            </a:xfrm>
            <a:prstGeom prst="rect">
              <a:avLst/>
            </a:prstGeom>
          </p:spPr>
        </p:pic>
        <p:pic>
          <p:nvPicPr>
            <p:cNvPr id="13" name="图片 12" descr="图片包含 游戏机, 画&#10;&#10;描述已自动生成"/>
            <p:cNvPicPr>
              <a:picLocks noChangeAspect="1"/>
            </p:cNvPicPr>
            <p:nvPr/>
          </p:nvPicPr>
          <p:blipFill>
            <a:blip r:embed="rId11" cstate="email">
              <a:extLst>
                <a:ext uri="{BEBA8EAE-BF5A-486C-A8C5-ECC9F3942E4B}">
                  <a14:imgProps xmlns:a14="http://schemas.microsoft.com/office/drawing/2010/main">
                    <a14:imgLayer r:embed="rId12">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3390103">
              <a:off x="2430451" y="2282785"/>
              <a:ext cx="315097" cy="363256"/>
            </a:xfrm>
            <a:prstGeom prst="rect">
              <a:avLst/>
            </a:prstGeom>
          </p:spPr>
        </p:pic>
        <p:pic>
          <p:nvPicPr>
            <p:cNvPr id="14" name="图片 13" descr="图片包含 游戏机&#10;&#10;描述已自动生成"/>
            <p:cNvPicPr>
              <a:picLocks noChangeAspect="1"/>
            </p:cNvPicPr>
            <p:nvPr/>
          </p:nvPicPr>
          <p:blipFill>
            <a:blip r:embed="rId13" cstate="email">
              <a:extLst>
                <a:ext uri="{BEBA8EAE-BF5A-486C-A8C5-ECC9F3942E4B}">
                  <a14:imgProps xmlns:a14="http://schemas.microsoft.com/office/drawing/2010/main">
                    <a14:imgLayer r:embed="rId14">
                      <a14:imgEffect>
                        <a14:brightnessContrast bright="100000" contrast="-39000"/>
                      </a14:imgEffect>
                    </a14:imgLayer>
                  </a14:imgProps>
                </a:ext>
                <a:ext uri="{28A0092B-C50C-407E-A947-70E740481C1C}">
                  <a14:useLocalDpi xmlns:a14="http://schemas.microsoft.com/office/drawing/2010/main" val="0"/>
                </a:ext>
              </a:extLst>
            </a:blip>
            <a:stretch>
              <a:fillRect/>
            </a:stretch>
          </p:blipFill>
          <p:spPr>
            <a:xfrm rot="20485499">
              <a:off x="1110130" y="1717315"/>
              <a:ext cx="375369" cy="446639"/>
            </a:xfrm>
            <a:prstGeom prst="rect">
              <a:avLst/>
            </a:prstGeom>
          </p:spPr>
        </p:pic>
        <p:sp>
          <p:nvSpPr>
            <p:cNvPr id="15" name="文本框 14"/>
            <p:cNvSpPr txBox="1"/>
            <p:nvPr/>
          </p:nvSpPr>
          <p:spPr>
            <a:xfrm>
              <a:off x="903521" y="3937056"/>
              <a:ext cx="1111054" cy="494379"/>
            </a:xfrm>
            <a:prstGeom prst="rect">
              <a:avLst/>
            </a:prstGeom>
            <a:noFill/>
          </p:spPr>
          <p:txBody>
            <a:bodyPr wrap="square" rtlCol="0">
              <a:spAutoFit/>
            </a:bodyPr>
            <a:lstStyle/>
            <a:p>
              <a:pPr algn="ctr"/>
              <a:r>
                <a:rPr lang="en-US" altLang="zh-CN" sz="4800" b="1" i="1" dirty="0">
                  <a:solidFill>
                    <a:schemeClr val="bg1"/>
                  </a:solidFill>
                  <a:latin typeface="Times New Roman" panose="02020603050405020304" pitchFamily="18" charset="0"/>
                  <a:ea typeface="思源宋体 CN Heavy" panose="02020900000000000000" pitchFamily="18" charset="-122"/>
                  <a:cs typeface="Times New Roman" panose="02020603050405020304" pitchFamily="18" charset="0"/>
                </a:rPr>
                <a:t>1956</a:t>
              </a:r>
              <a:endParaRPr lang="zh-CN" altLang="en-US" sz="4800" b="1" i="1" dirty="0">
                <a:solidFill>
                  <a:schemeClr val="bg1"/>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grpSp>
      <p:grpSp>
        <p:nvGrpSpPr>
          <p:cNvPr id="16" name="组合 15"/>
          <p:cNvGrpSpPr/>
          <p:nvPr userDrawn="1"/>
        </p:nvGrpSpPr>
        <p:grpSpPr>
          <a:xfrm>
            <a:off x="3761765" y="-2929177"/>
            <a:ext cx="4668470" cy="4671415"/>
            <a:chOff x="165298" y="1654475"/>
            <a:chExt cx="2777378" cy="2779130"/>
          </a:xfrm>
        </p:grpSpPr>
        <p:sp>
          <p:nvSpPr>
            <p:cNvPr id="17" name="椭圆 16"/>
            <p:cNvSpPr/>
            <p:nvPr/>
          </p:nvSpPr>
          <p:spPr>
            <a:xfrm>
              <a:off x="165298" y="1654475"/>
              <a:ext cx="2777378" cy="277913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p:cNvSpPr/>
            <p:nvPr/>
          </p:nvSpPr>
          <p:spPr>
            <a:xfrm>
              <a:off x="617219" y="2103120"/>
              <a:ext cx="1859281" cy="187452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descr="图片包含 游戏机&#10;&#10;描述已自动生成"/>
            <p:cNvPicPr>
              <a:picLocks noChangeAspect="1"/>
            </p:cNvPicPr>
            <p:nvPr/>
          </p:nvPicPr>
          <p:blipFill>
            <a:blip r:embed="rId3" cstate="email">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rot="18370499">
              <a:off x="387235" y="2249216"/>
              <a:ext cx="393164" cy="430394"/>
            </a:xfrm>
            <a:prstGeom prst="rect">
              <a:avLst/>
            </a:prstGeom>
          </p:spPr>
        </p:pic>
        <p:pic>
          <p:nvPicPr>
            <p:cNvPr id="20" name="图片 19" descr="图片包含 游戏机&#10;&#10;描述已自动生成"/>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rot="18877454">
              <a:off x="746543" y="1924848"/>
              <a:ext cx="275575" cy="356544"/>
            </a:xfrm>
            <a:prstGeom prst="rect">
              <a:avLst/>
            </a:prstGeom>
          </p:spPr>
        </p:pic>
        <p:pic>
          <p:nvPicPr>
            <p:cNvPr id="21" name="图片 20" descr="图片包含 游戏机, 鸟&#10;&#10;描述已自动生成"/>
            <p:cNvPicPr>
              <a:picLocks noChangeAspect="1"/>
            </p:cNvPicPr>
            <p:nvPr/>
          </p:nvPicPr>
          <p:blipFill>
            <a:blip r:embed="rId7" cstate="email">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rot="861722">
              <a:off x="1654927" y="1714304"/>
              <a:ext cx="417551" cy="425269"/>
            </a:xfrm>
            <a:prstGeom prst="rect">
              <a:avLst/>
            </a:prstGeom>
          </p:spPr>
        </p:pic>
        <p:pic>
          <p:nvPicPr>
            <p:cNvPr id="22" name="图片 21" descr="图片包含 游戏机&#10;&#10;描述已自动生成"/>
            <p:cNvPicPr>
              <a:picLocks noChangeAspect="1"/>
            </p:cNvPicPr>
            <p:nvPr/>
          </p:nvPicPr>
          <p:blipFill>
            <a:blip r:embed="rId9" cstate="email">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rot="2785270">
              <a:off x="2136777" y="1940328"/>
              <a:ext cx="337345" cy="418612"/>
            </a:xfrm>
            <a:prstGeom prst="rect">
              <a:avLst/>
            </a:prstGeom>
          </p:spPr>
        </p:pic>
        <p:pic>
          <p:nvPicPr>
            <p:cNvPr id="23" name="图片 22" descr="图片包含 游戏机, 画&#10;&#10;描述已自动生成"/>
            <p:cNvPicPr>
              <a:picLocks noChangeAspect="1"/>
            </p:cNvPicPr>
            <p:nvPr/>
          </p:nvPicPr>
          <p:blipFill>
            <a:blip r:embed="rId11" cstate="email">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rot="3390103">
              <a:off x="2430452" y="2353563"/>
              <a:ext cx="315097" cy="363256"/>
            </a:xfrm>
            <a:prstGeom prst="rect">
              <a:avLst/>
            </a:prstGeom>
          </p:spPr>
        </p:pic>
        <p:pic>
          <p:nvPicPr>
            <p:cNvPr id="24" name="图片 23" descr="图片包含 游戏机&#10;&#10;描述已自动生成"/>
            <p:cNvPicPr>
              <a:picLocks noChangeAspect="1"/>
            </p:cNvPicPr>
            <p:nvPr/>
          </p:nvPicPr>
          <p:blipFill>
            <a:blip r:embed="rId13" cstate="email">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rot="20485499">
              <a:off x="1110130" y="1717315"/>
              <a:ext cx="375369" cy="446639"/>
            </a:xfrm>
            <a:prstGeom prst="rect">
              <a:avLst/>
            </a:prstGeom>
          </p:spPr>
        </p:pic>
        <p:sp>
          <p:nvSpPr>
            <p:cNvPr id="25" name="文本框 24"/>
            <p:cNvSpPr txBox="1"/>
            <p:nvPr/>
          </p:nvSpPr>
          <p:spPr>
            <a:xfrm>
              <a:off x="903521" y="3937056"/>
              <a:ext cx="1111054" cy="494379"/>
            </a:xfrm>
            <a:prstGeom prst="rect">
              <a:avLst/>
            </a:prstGeom>
            <a:noFill/>
          </p:spPr>
          <p:txBody>
            <a:bodyPr wrap="square" rtlCol="0">
              <a:spAutoFit/>
            </a:bodyPr>
            <a:lstStyle/>
            <a:p>
              <a:pPr algn="ctr"/>
              <a:r>
                <a:rPr lang="en-US" altLang="zh-CN" sz="4800" b="1" i="1" dirty="0">
                  <a:solidFill>
                    <a:schemeClr val="bg1">
                      <a:lumMod val="95000"/>
                    </a:schemeClr>
                  </a:solidFill>
                  <a:latin typeface="Times New Roman" panose="02020603050405020304" pitchFamily="18" charset="0"/>
                  <a:ea typeface="思源宋体 CN Heavy" panose="02020900000000000000" pitchFamily="18" charset="-122"/>
                  <a:cs typeface="Times New Roman" panose="02020603050405020304" pitchFamily="18" charset="0"/>
                </a:rPr>
                <a:t>1956</a:t>
              </a:r>
              <a:endParaRPr lang="zh-CN" altLang="en-US" sz="4800" b="1" i="1" dirty="0">
                <a:solidFill>
                  <a:schemeClr val="bg1">
                    <a:lumMod val="95000"/>
                  </a:schemeClr>
                </a:solidFill>
                <a:latin typeface="Times New Roman" panose="02020603050405020304" pitchFamily="18" charset="0"/>
                <a:ea typeface="思源宋体 CN Heavy" panose="02020900000000000000" pitchFamily="18" charset="-122"/>
                <a:cs typeface="Times New Roman" panose="02020603050405020304" pitchFamily="18" charset="0"/>
              </a:endParaRPr>
            </a:p>
          </p:txBody>
        </p:sp>
      </p:grpSp>
      <p:sp>
        <p:nvSpPr>
          <p:cNvPr id="26" name="椭圆 25" hidden="1"/>
          <p:cNvSpPr/>
          <p:nvPr userDrawn="1"/>
        </p:nvSpPr>
        <p:spPr>
          <a:xfrm>
            <a:off x="3252536" y="585536"/>
            <a:ext cx="5686928" cy="5686928"/>
          </a:xfrm>
          <a:prstGeom prst="ellipse">
            <a:avLst/>
          </a:prstGeom>
          <a:gradFill flip="none" rotWithShape="1">
            <a:gsLst>
              <a:gs pos="100000">
                <a:schemeClr val="accent1">
                  <a:alpha val="0"/>
                </a:schemeClr>
              </a:gs>
              <a:gs pos="38000">
                <a:schemeClr val="accent1">
                  <a:alpha val="60000"/>
                </a:schemeClr>
              </a:gs>
            </a:gsLst>
            <a:path path="shape">
              <a:fillToRect l="50000" t="50000" r="50000" b="50000"/>
            </a:path>
            <a:tileRect/>
          </a:gradFill>
          <a:ln>
            <a:noFill/>
          </a:ln>
          <a:effectLst>
            <a:softEdge rad="749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45" name="矩形 44"/>
          <p:cNvSpPr/>
          <p:nvPr userDrawn="1"/>
        </p:nvSpPr>
        <p:spPr>
          <a:xfrm>
            <a:off x="507" y="0"/>
            <a:ext cx="4571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3298786" y="0"/>
            <a:ext cx="88932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图片包含 黑色, 桌子, 小, 钟表&#10;&#10;描述已自动生成"/>
          <p:cNvPicPr>
            <a:picLocks noChangeAspect="1"/>
          </p:cNvPicPr>
          <p:nvPr userDrawn="1"/>
        </p:nvPicPr>
        <p:blipFill>
          <a:blip r:embed="rId2"/>
          <a:stretch>
            <a:fillRect/>
          </a:stretch>
        </p:blipFill>
        <p:spPr>
          <a:xfrm>
            <a:off x="-135927" y="4641049"/>
            <a:ext cx="3352335" cy="2234890"/>
          </a:xfrm>
          <a:prstGeom prst="rect">
            <a:avLst/>
          </a:prstGeom>
        </p:spPr>
      </p:pic>
      <p:cxnSp>
        <p:nvCxnSpPr>
          <p:cNvPr id="44" name="直接连接符 43"/>
          <p:cNvCxnSpPr/>
          <p:nvPr userDrawn="1"/>
        </p:nvCxnSpPr>
        <p:spPr>
          <a:xfrm>
            <a:off x="3310359" y="-17939"/>
            <a:ext cx="0" cy="6875939"/>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hasCustomPrompt="1"/>
          </p:nvPr>
        </p:nvSpPr>
        <p:spPr>
          <a:xfrm>
            <a:off x="3589777" y="2020262"/>
            <a:ext cx="7929122" cy="1375568"/>
          </a:xfrm>
        </p:spPr>
        <p:txBody>
          <a:bodyPr>
            <a:noAutofit/>
          </a:bodyPr>
          <a:lstStyle>
            <a:lvl1pPr>
              <a:defRPr sz="6000">
                <a:solidFill>
                  <a:schemeClr val="bg1"/>
                </a:solidFill>
                <a:latin typeface="+mj-ea"/>
                <a:ea typeface="+mj-ea"/>
              </a:defRPr>
            </a:lvl1pPr>
          </a:lstStyle>
          <a:p>
            <a:r>
              <a:rPr lang="zh-CN" altLang="en-US" dirty="0"/>
              <a:t>请在此处添加您的标题</a:t>
            </a:r>
          </a:p>
        </p:txBody>
      </p:sp>
      <p:sp>
        <p:nvSpPr>
          <p:cNvPr id="6" name="文本占位符 5"/>
          <p:cNvSpPr>
            <a:spLocks noGrp="1"/>
          </p:cNvSpPr>
          <p:nvPr>
            <p:ph type="body" sz="quarter" idx="10" hasCustomPrompt="1"/>
          </p:nvPr>
        </p:nvSpPr>
        <p:spPr>
          <a:xfrm>
            <a:off x="3589778" y="3438843"/>
            <a:ext cx="7929121" cy="2246312"/>
          </a:xfrm>
        </p:spPr>
        <p:txBody>
          <a:bodyPr>
            <a:normAutofit/>
          </a:bodyPr>
          <a:lstStyle>
            <a:lvl1pPr marL="457200" indent="-457200">
              <a:buFont typeface="Arial" panose="020B0604020202020204" pitchFamily="34" charset="0"/>
              <a:buChar char="•"/>
              <a:defRPr sz="2000">
                <a:solidFill>
                  <a:schemeClr val="bg1"/>
                </a:solidFill>
                <a:latin typeface="+mn-ea"/>
                <a:ea typeface="+mn-ea"/>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a:t>可以在这里列出此章节的模块</a:t>
            </a:r>
          </a:p>
        </p:txBody>
      </p:sp>
      <p:pic>
        <p:nvPicPr>
          <p:cNvPr id="49" name="图片 48"/>
          <p:cNvPicPr>
            <a:picLocks noChangeAspect="1"/>
          </p:cNvPicPr>
          <p:nvPr userDrawn="1"/>
        </p:nvPicPr>
        <p:blipFill>
          <a:blip r:embed="rId3">
            <a:alphaModFix amt="10000"/>
          </a:blip>
          <a:stretch>
            <a:fillRect/>
          </a:stretch>
        </p:blipFill>
        <p:spPr>
          <a:xfrm>
            <a:off x="6569847" y="3712037"/>
            <a:ext cx="5584628" cy="5625178"/>
          </a:xfrm>
          <a:prstGeom prst="rect">
            <a:avLst/>
          </a:prstGeom>
        </p:spPr>
      </p:pic>
      <p:sp>
        <p:nvSpPr>
          <p:cNvPr id="51" name="任意多边形: 形状 50"/>
          <p:cNvSpPr/>
          <p:nvPr userDrawn="1"/>
        </p:nvSpPr>
        <p:spPr>
          <a:xfrm>
            <a:off x="5553052" y="4756583"/>
            <a:ext cx="3653320" cy="2119356"/>
          </a:xfrm>
          <a:custGeom>
            <a:avLst/>
            <a:gdLst>
              <a:gd name="connsiteX0" fmla="*/ 1826660 w 3653320"/>
              <a:gd name="connsiteY0" fmla="*/ 0 h 2119356"/>
              <a:gd name="connsiteX1" fmla="*/ 3653320 w 3653320"/>
              <a:gd name="connsiteY1" fmla="*/ 1768042 h 2119356"/>
              <a:gd name="connsiteX2" fmla="*/ 3643889 w 3653320"/>
              <a:gd name="connsiteY2" fmla="*/ 1948814 h 2119356"/>
              <a:gd name="connsiteX3" fmla="*/ 3616998 w 3653320"/>
              <a:gd name="connsiteY3" fmla="*/ 2119356 h 2119356"/>
              <a:gd name="connsiteX4" fmla="*/ 36322 w 3653320"/>
              <a:gd name="connsiteY4" fmla="*/ 2119356 h 2119356"/>
              <a:gd name="connsiteX5" fmla="*/ 9431 w 3653320"/>
              <a:gd name="connsiteY5" fmla="*/ 1948814 h 2119356"/>
              <a:gd name="connsiteX6" fmla="*/ 0 w 3653320"/>
              <a:gd name="connsiteY6" fmla="*/ 1768042 h 2119356"/>
              <a:gd name="connsiteX7" fmla="*/ 1826660 w 3653320"/>
              <a:gd name="connsiteY7" fmla="*/ 0 h 2119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320" h="2119356">
                <a:moveTo>
                  <a:pt x="1826660" y="0"/>
                </a:moveTo>
                <a:cubicBezTo>
                  <a:pt x="2835496" y="0"/>
                  <a:pt x="3653320" y="791579"/>
                  <a:pt x="3653320" y="1768042"/>
                </a:cubicBezTo>
                <a:cubicBezTo>
                  <a:pt x="3653320" y="1829071"/>
                  <a:pt x="3650125" y="1889378"/>
                  <a:pt x="3643889" y="1948814"/>
                </a:cubicBezTo>
                <a:lnTo>
                  <a:pt x="3616998" y="2119356"/>
                </a:lnTo>
                <a:lnTo>
                  <a:pt x="36322" y="2119356"/>
                </a:lnTo>
                <a:lnTo>
                  <a:pt x="9431" y="1948814"/>
                </a:lnTo>
                <a:cubicBezTo>
                  <a:pt x="3195" y="1889378"/>
                  <a:pt x="0" y="1829071"/>
                  <a:pt x="0" y="1768042"/>
                </a:cubicBezTo>
                <a:cubicBezTo>
                  <a:pt x="0" y="791579"/>
                  <a:pt x="817824" y="0"/>
                  <a:pt x="1826660" y="0"/>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6" name="图片 25" descr="一些文字和图案&#10;&#10;描述已自动生成"/>
          <p:cNvPicPr>
            <a:picLocks noChangeAspect="1"/>
          </p:cNvPicPr>
          <p:nvPr userDrawn="1"/>
        </p:nvPicPr>
        <p:blipFill rotWithShape="1">
          <a:blip r:embed="rId4" cstate="email">
            <a:alphaModFix amt="5000"/>
            <a:duotone>
              <a:schemeClr val="accent5">
                <a:shade val="45000"/>
                <a:satMod val="135000"/>
              </a:schemeClr>
              <a:prstClr val="white"/>
            </a:duotone>
            <a:extLst>
              <a:ext uri="{28A0092B-C50C-407E-A947-70E740481C1C}">
                <a14:useLocalDpi xmlns:a14="http://schemas.microsoft.com/office/drawing/2010/main" val="0"/>
              </a:ext>
            </a:extLst>
          </a:blip>
          <a:srcRect l="15709" t="3251" r="12250" b="51723"/>
          <a:stretch>
            <a:fillRect/>
          </a:stretch>
        </p:blipFill>
        <p:spPr>
          <a:xfrm>
            <a:off x="3029308" y="-16629"/>
            <a:ext cx="4817476" cy="1765007"/>
          </a:xfrm>
          <a:prstGeom prst="rect">
            <a:avLst/>
          </a:prstGeom>
        </p:spPr>
      </p:pic>
      <p:pic>
        <p:nvPicPr>
          <p:cNvPr id="53" name="图片 52" descr="一些文字和图案&#10;&#10;描述已自动生成"/>
          <p:cNvPicPr>
            <a:picLocks noChangeAspect="1"/>
          </p:cNvPicPr>
          <p:nvPr userDrawn="1"/>
        </p:nvPicPr>
        <p:blipFill rotWithShape="1">
          <a:blip r:embed="rId5" cstate="email">
            <a:alphaModFix amt="5000"/>
            <a:duotone>
              <a:schemeClr val="accent5">
                <a:shade val="45000"/>
                <a:satMod val="135000"/>
              </a:schemeClr>
              <a:prstClr val="white"/>
            </a:duotone>
            <a:extLst>
              <a:ext uri="{28A0092B-C50C-407E-A947-70E740481C1C}">
                <a14:useLocalDpi xmlns:a14="http://schemas.microsoft.com/office/drawing/2010/main" val="0"/>
              </a:ext>
            </a:extLst>
          </a:blip>
          <a:srcRect l="15709" t="3251" r="12250" b="51723"/>
          <a:stretch>
            <a:fillRect/>
          </a:stretch>
        </p:blipFill>
        <p:spPr>
          <a:xfrm flipH="1">
            <a:off x="7565731" y="-17939"/>
            <a:ext cx="4937847" cy="176500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一句话两行页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0"/>
            <a:ext cx="12192000" cy="6858000"/>
          </a:xfrm>
          <a:prstGeom prst="rect">
            <a:avLst/>
          </a:prstGeom>
          <a:gradFill>
            <a:gsLst>
              <a:gs pos="0">
                <a:schemeClr val="accent1">
                  <a:alpha val="0"/>
                </a:schemeClr>
              </a:gs>
              <a:gs pos="100000">
                <a:schemeClr val="accent1">
                  <a:alpha val="5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9"/>
          <p:cNvSpPr>
            <a:spLocks noGrp="1"/>
          </p:cNvSpPr>
          <p:nvPr>
            <p:ph type="body" sz="quarter" idx="10" hasCustomPrompt="1"/>
          </p:nvPr>
        </p:nvSpPr>
        <p:spPr>
          <a:xfrm>
            <a:off x="4757911" y="4897986"/>
            <a:ext cx="4537075" cy="472150"/>
          </a:xfrm>
        </p:spPr>
        <p:txBody>
          <a:bodyPr/>
          <a:lstStyle>
            <a:lvl1pPr marL="0" indent="0" algn="r">
              <a:buNone/>
              <a:defRPr>
                <a:gradFill>
                  <a:gsLst>
                    <a:gs pos="100000">
                      <a:schemeClr val="bg1">
                        <a:alpha val="58000"/>
                      </a:schemeClr>
                    </a:gs>
                    <a:gs pos="51000">
                      <a:schemeClr val="bg1">
                        <a:alpha val="86000"/>
                      </a:schemeClr>
                    </a:gs>
                    <a:gs pos="30000">
                      <a:schemeClr val="bg1">
                        <a:alpha val="94000"/>
                      </a:schemeClr>
                    </a:gs>
                  </a:gsLst>
                  <a:lin ang="5400000" scaled="0"/>
                </a:gradFill>
                <a:latin typeface="思源宋体 CN Heavy" panose="02020900000000000000" pitchFamily="18" charset="-122"/>
                <a:ea typeface="思源宋体 CN Heavy" panose="02020900000000000000" pitchFamily="18" charset="-122"/>
              </a:defRPr>
            </a:lvl1pPr>
          </a:lstStyle>
          <a:p>
            <a:pPr lvl="0"/>
            <a:r>
              <a:rPr lang="en-US" altLang="zh-CN" dirty="0">
                <a:latin typeface="思源宋体 CN Heavy" panose="02020900000000000000" pitchFamily="18" charset="-122"/>
                <a:ea typeface="思源宋体 CN Heavy" panose="02020900000000000000" pitchFamily="18" charset="-122"/>
              </a:rPr>
              <a:t>——</a:t>
            </a:r>
            <a:r>
              <a:rPr lang="zh-CN" altLang="en-US" dirty="0">
                <a:latin typeface="思源宋体 CN Heavy" panose="02020900000000000000" pitchFamily="18" charset="-122"/>
                <a:ea typeface="思源宋体 CN Heavy" panose="02020900000000000000" pitchFamily="18" charset="-122"/>
              </a:rPr>
              <a:t>作者</a:t>
            </a:r>
            <a:endParaRPr lang="zh-CN" altLang="en-US" dirty="0"/>
          </a:p>
        </p:txBody>
      </p:sp>
      <p:sp>
        <p:nvSpPr>
          <p:cNvPr id="13" name="图片占位符 12"/>
          <p:cNvSpPr>
            <a:spLocks noGrp="1"/>
          </p:cNvSpPr>
          <p:nvPr>
            <p:ph type="pic" sz="quarter" idx="11"/>
          </p:nvPr>
        </p:nvSpPr>
        <p:spPr>
          <a:xfrm>
            <a:off x="9294986" y="4288997"/>
            <a:ext cx="1574156" cy="1574156"/>
          </a:xfrm>
          <a:custGeom>
            <a:avLst/>
            <a:gdLst>
              <a:gd name="connsiteX0" fmla="*/ 721921 w 1443842"/>
              <a:gd name="connsiteY0" fmla="*/ 0 h 1443842"/>
              <a:gd name="connsiteX1" fmla="*/ 1443842 w 1443842"/>
              <a:gd name="connsiteY1" fmla="*/ 721921 h 1443842"/>
              <a:gd name="connsiteX2" fmla="*/ 721921 w 1443842"/>
              <a:gd name="connsiteY2" fmla="*/ 1443842 h 1443842"/>
              <a:gd name="connsiteX3" fmla="*/ 0 w 1443842"/>
              <a:gd name="connsiteY3" fmla="*/ 721921 h 1443842"/>
              <a:gd name="connsiteX4" fmla="*/ 721921 w 1443842"/>
              <a:gd name="connsiteY4" fmla="*/ 0 h 144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3842" h="1443842">
                <a:moveTo>
                  <a:pt x="721921" y="0"/>
                </a:moveTo>
                <a:cubicBezTo>
                  <a:pt x="1120627" y="0"/>
                  <a:pt x="1443842" y="323215"/>
                  <a:pt x="1443842" y="721921"/>
                </a:cubicBezTo>
                <a:cubicBezTo>
                  <a:pt x="1443842" y="1120627"/>
                  <a:pt x="1120627" y="1443842"/>
                  <a:pt x="721921" y="1443842"/>
                </a:cubicBezTo>
                <a:cubicBezTo>
                  <a:pt x="323215" y="1443842"/>
                  <a:pt x="0" y="1120627"/>
                  <a:pt x="0" y="721921"/>
                </a:cubicBezTo>
                <a:cubicBezTo>
                  <a:pt x="0" y="323215"/>
                  <a:pt x="323215" y="0"/>
                  <a:pt x="721921" y="0"/>
                </a:cubicBezTo>
                <a:close/>
              </a:path>
            </a:pathLst>
          </a:custGeom>
          <a:effectLst>
            <a:softEdge rad="381000"/>
          </a:effectLst>
        </p:spPr>
        <p:txBody>
          <a:bodyPr wrap="square">
            <a:noAutofit/>
          </a:bodyPr>
          <a:lstStyle/>
          <a:p>
            <a:endParaRPr lang="zh-CN" altLang="en-US" dirty="0"/>
          </a:p>
        </p:txBody>
      </p:sp>
      <p:sp>
        <p:nvSpPr>
          <p:cNvPr id="2" name="椭圆 1"/>
          <p:cNvSpPr/>
          <p:nvPr userDrawn="1"/>
        </p:nvSpPr>
        <p:spPr>
          <a:xfrm>
            <a:off x="9440248" y="4451418"/>
            <a:ext cx="1283632" cy="1283632"/>
          </a:xfrm>
          <a:prstGeom prst="ellipse">
            <a:avLst/>
          </a:prstGeom>
          <a:gradFill>
            <a:gsLst>
              <a:gs pos="100000">
                <a:srgbClr val="7295D2">
                  <a:alpha val="72000"/>
                </a:srgbClr>
              </a:gs>
              <a:gs pos="0">
                <a:srgbClr val="ABCDF0">
                  <a:alpha val="0"/>
                </a:srgbClr>
              </a:gs>
            </a:gsLst>
            <a:lin ang="5400000" scaled="0"/>
          </a:gradFill>
          <a:ln>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荣誉页">
    <p:spTree>
      <p:nvGrpSpPr>
        <p:cNvPr id="1" name=""/>
        <p:cNvGrpSpPr/>
        <p:nvPr/>
      </p:nvGrpSpPr>
      <p:grpSpPr>
        <a:xfrm>
          <a:off x="0" y="0"/>
          <a:ext cx="0" cy="0"/>
          <a:chOff x="0" y="0"/>
          <a:chExt cx="0" cy="0"/>
        </a:xfrm>
      </p:grpSpPr>
      <p:pic>
        <p:nvPicPr>
          <p:cNvPr id="30" name="图片 29" descr="图片包含 建筑, 游戏机, 窗户&#10;&#10;描述已自动生成"/>
          <p:cNvPicPr>
            <a:picLocks noChangeAspect="1"/>
          </p:cNvPicPr>
          <p:nvPr userDrawn="1"/>
        </p:nvPicPr>
        <p:blipFill rotWithShape="1">
          <a:blip r:embed="rId2" cstate="email">
            <a:alphaModFix amt="68000"/>
            <a:extLst>
              <a:ext uri="{28A0092B-C50C-407E-A947-70E740481C1C}">
                <a14:useLocalDpi xmlns:a14="http://schemas.microsoft.com/office/drawing/2010/main" val="0"/>
              </a:ext>
            </a:extLst>
          </a:blip>
          <a:srcRect t="7812" b="7812"/>
          <a:stretch>
            <a:fillRect/>
          </a:stretch>
        </p:blipFill>
        <p:spPr>
          <a:xfrm>
            <a:off x="0" y="0"/>
            <a:ext cx="12192000" cy="6858000"/>
          </a:xfrm>
          <a:prstGeom prst="rect">
            <a:avLst/>
          </a:prstGeom>
        </p:spPr>
      </p:pic>
      <p:sp>
        <p:nvSpPr>
          <p:cNvPr id="31" name="文本框 30"/>
          <p:cNvSpPr txBox="1"/>
          <p:nvPr userDrawn="1"/>
        </p:nvSpPr>
        <p:spPr>
          <a:xfrm>
            <a:off x="-1857609" y="-347950"/>
            <a:ext cx="3737582" cy="4508927"/>
          </a:xfrm>
          <a:prstGeom prst="rect">
            <a:avLst/>
          </a:prstGeom>
          <a:noFill/>
        </p:spPr>
        <p:txBody>
          <a:bodyPr vert="horz" wrap="square" rtlCol="0">
            <a:spAutoFit/>
          </a:bodyPr>
          <a:lstStyle/>
          <a:p>
            <a:pPr algn="l"/>
            <a:r>
              <a:rPr lang="zh-CN" altLang="en-US" sz="28700" dirty="0">
                <a:gradFill flip="none" rotWithShape="1">
                  <a:gsLst>
                    <a:gs pos="62000">
                      <a:schemeClr val="bg1"/>
                    </a:gs>
                    <a:gs pos="0">
                      <a:srgbClr val="003378">
                        <a:alpha val="30000"/>
                      </a:srgbClr>
                    </a:gs>
                  </a:gsLst>
                  <a:lin ang="0" scaled="0"/>
                  <a:tileRect/>
                </a:gradFill>
                <a:latin typeface="思源宋体 CN Heavy" panose="02020900000000000000" pitchFamily="18" charset="-122"/>
                <a:ea typeface="思源宋体 CN Heavy" panose="02020900000000000000" pitchFamily="18" charset="-122"/>
              </a:rPr>
              <a:t>荣</a:t>
            </a:r>
          </a:p>
        </p:txBody>
      </p:sp>
      <p:sp>
        <p:nvSpPr>
          <p:cNvPr id="32" name="文本框 31"/>
          <p:cNvSpPr txBox="1"/>
          <p:nvPr userDrawn="1"/>
        </p:nvSpPr>
        <p:spPr>
          <a:xfrm>
            <a:off x="10199101" y="-347950"/>
            <a:ext cx="3686386" cy="4508927"/>
          </a:xfrm>
          <a:prstGeom prst="rect">
            <a:avLst/>
          </a:prstGeom>
          <a:noFill/>
        </p:spPr>
        <p:txBody>
          <a:bodyPr vert="horz" wrap="square" rtlCol="0">
            <a:spAutoFit/>
          </a:bodyPr>
          <a:lstStyle/>
          <a:p>
            <a:pPr algn="l"/>
            <a:r>
              <a:rPr lang="zh-CN" altLang="en-US" sz="28700" dirty="0">
                <a:gradFill>
                  <a:gsLst>
                    <a:gs pos="38000">
                      <a:schemeClr val="bg1"/>
                    </a:gs>
                    <a:gs pos="100000">
                      <a:srgbClr val="003378">
                        <a:alpha val="30000"/>
                      </a:srgbClr>
                    </a:gs>
                  </a:gsLst>
                  <a:lin ang="0" scaled="0"/>
                </a:gradFill>
                <a:latin typeface="思源宋体 CN Heavy" panose="02020900000000000000" pitchFamily="18" charset="-122"/>
                <a:ea typeface="思源宋体 CN Heavy" panose="02020900000000000000" pitchFamily="18" charset="-122"/>
              </a:rPr>
              <a:t>誉</a:t>
            </a:r>
          </a:p>
        </p:txBody>
      </p:sp>
      <p:sp>
        <p:nvSpPr>
          <p:cNvPr id="33" name="矩形 32"/>
          <p:cNvSpPr/>
          <p:nvPr userDrawn="1"/>
        </p:nvSpPr>
        <p:spPr>
          <a:xfrm>
            <a:off x="0" y="0"/>
            <a:ext cx="12192000" cy="6858000"/>
          </a:xfrm>
          <a:prstGeom prst="rect">
            <a:avLst/>
          </a:prstGeom>
          <a:gradFill>
            <a:gsLst>
              <a:gs pos="38000">
                <a:srgbClr val="4472C4">
                  <a:alpha val="0"/>
                </a:srgbClr>
              </a:gs>
              <a:gs pos="100000">
                <a:srgbClr val="003378">
                  <a:alpha val="5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flipH="1">
            <a:off x="0" y="0"/>
            <a:ext cx="12192000" cy="6858000"/>
          </a:xfrm>
          <a:prstGeom prst="rect">
            <a:avLst/>
          </a:prstGeom>
          <a:gradFill>
            <a:gsLst>
              <a:gs pos="38000">
                <a:srgbClr val="4472C4">
                  <a:alpha val="0"/>
                </a:srgbClr>
              </a:gs>
              <a:gs pos="100000">
                <a:srgbClr val="003378">
                  <a:alpha val="56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flipH="1">
            <a:off x="0" y="0"/>
            <a:ext cx="12192000" cy="6858000"/>
          </a:xfrm>
          <a:prstGeom prst="rect">
            <a:avLst/>
          </a:prstGeom>
          <a:solidFill>
            <a:schemeClr val="accent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hidden="1"/>
          <p:cNvSpPr/>
          <p:nvPr userDrawn="1"/>
        </p:nvSpPr>
        <p:spPr>
          <a:xfrm rot="2679210">
            <a:off x="2434288" y="-3687551"/>
            <a:ext cx="7290980" cy="7290980"/>
          </a:xfrm>
          <a:prstGeom prst="rect">
            <a:avLst/>
          </a:prstGeom>
          <a:gradFill flip="none" rotWithShape="1">
            <a:gsLst>
              <a:gs pos="0">
                <a:srgbClr val="ABCDF0">
                  <a:lumMod val="23000"/>
                  <a:lumOff val="77000"/>
                  <a:alpha val="52000"/>
                </a:srgbClr>
              </a:gs>
              <a:gs pos="100000">
                <a:srgbClr val="003378">
                  <a:alpha val="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电脑萤幕&#10;&#10;描述已自动生成"/>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2030978" y="-106680"/>
            <a:ext cx="7550924" cy="2985250"/>
          </a:xfrm>
          <a:prstGeom prst="rect">
            <a:avLst/>
          </a:prstGeom>
          <a:effectLst>
            <a:softEdge rad="101600"/>
          </a:effec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号召页1">
    <p:spTree>
      <p:nvGrpSpPr>
        <p:cNvPr id="1" name=""/>
        <p:cNvGrpSpPr/>
        <p:nvPr/>
      </p:nvGrpSpPr>
      <p:grpSpPr>
        <a:xfrm>
          <a:off x="0" y="0"/>
          <a:ext cx="0" cy="0"/>
          <a:chOff x="0" y="0"/>
          <a:chExt cx="0" cy="0"/>
        </a:xfrm>
      </p:grpSpPr>
      <p:pic>
        <p:nvPicPr>
          <p:cNvPr id="6" name="图片 5"/>
          <p:cNvPicPr>
            <a:picLocks noChangeAspect="1"/>
          </p:cNvPicPr>
          <p:nvPr userDrawn="1">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88669" y="4033386"/>
            <a:ext cx="12369338" cy="2834640"/>
          </a:xfrm>
          <a:prstGeom prst="rect">
            <a:avLst/>
          </a:prstGeom>
        </p:spPr>
      </p:pic>
      <p:sp>
        <p:nvSpPr>
          <p:cNvPr id="20" name="任意多边形: 形状 19"/>
          <p:cNvSpPr/>
          <p:nvPr userDrawn="1"/>
        </p:nvSpPr>
        <p:spPr>
          <a:xfrm>
            <a:off x="0" y="3774864"/>
            <a:ext cx="12192000" cy="1665817"/>
          </a:xfrm>
          <a:custGeom>
            <a:avLst/>
            <a:gdLst>
              <a:gd name="connsiteX0" fmla="*/ 0 w 12192000"/>
              <a:gd name="connsiteY0" fmla="*/ 0 h 1665817"/>
              <a:gd name="connsiteX1" fmla="*/ 98438 w 12192000"/>
              <a:gd name="connsiteY1" fmla="*/ 57720 h 1665817"/>
              <a:gd name="connsiteX2" fmla="*/ 6096000 w 12192000"/>
              <a:gd name="connsiteY2" fmla="*/ 1361017 h 1665817"/>
              <a:gd name="connsiteX3" fmla="*/ 12093562 w 12192000"/>
              <a:gd name="connsiteY3" fmla="*/ 57720 h 1665817"/>
              <a:gd name="connsiteX4" fmla="*/ 12192000 w 12192000"/>
              <a:gd name="connsiteY4" fmla="*/ 0 h 1665817"/>
              <a:gd name="connsiteX5" fmla="*/ 12192000 w 12192000"/>
              <a:gd name="connsiteY5" fmla="*/ 304800 h 1665817"/>
              <a:gd name="connsiteX6" fmla="*/ 12093562 w 12192000"/>
              <a:gd name="connsiteY6" fmla="*/ 362520 h 1665817"/>
              <a:gd name="connsiteX7" fmla="*/ 6096000 w 12192000"/>
              <a:gd name="connsiteY7" fmla="*/ 1665817 h 1665817"/>
              <a:gd name="connsiteX8" fmla="*/ 98438 w 12192000"/>
              <a:gd name="connsiteY8" fmla="*/ 362520 h 1665817"/>
              <a:gd name="connsiteX9" fmla="*/ 0 w 12192000"/>
              <a:gd name="connsiteY9" fmla="*/ 304800 h 1665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66581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304800"/>
                </a:lnTo>
                <a:lnTo>
                  <a:pt x="12093562" y="362520"/>
                </a:lnTo>
                <a:cubicBezTo>
                  <a:pt x="10667989" y="1158477"/>
                  <a:pt x="8510575" y="1665817"/>
                  <a:pt x="6096000" y="1665817"/>
                </a:cubicBezTo>
                <a:cubicBezTo>
                  <a:pt x="3681425" y="1665817"/>
                  <a:pt x="1524011" y="1158477"/>
                  <a:pt x="98438" y="362520"/>
                </a:cubicBezTo>
                <a:lnTo>
                  <a:pt x="0" y="3048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a:off x="0" y="4079664"/>
            <a:ext cx="12192000" cy="2778337"/>
          </a:xfrm>
          <a:custGeom>
            <a:avLst/>
            <a:gdLst>
              <a:gd name="connsiteX0" fmla="*/ 0 w 12192000"/>
              <a:gd name="connsiteY0" fmla="*/ 0 h 2778337"/>
              <a:gd name="connsiteX1" fmla="*/ 98438 w 12192000"/>
              <a:gd name="connsiteY1" fmla="*/ 57720 h 2778337"/>
              <a:gd name="connsiteX2" fmla="*/ 6096000 w 12192000"/>
              <a:gd name="connsiteY2" fmla="*/ 1361017 h 2778337"/>
              <a:gd name="connsiteX3" fmla="*/ 12093562 w 12192000"/>
              <a:gd name="connsiteY3" fmla="*/ 57720 h 2778337"/>
              <a:gd name="connsiteX4" fmla="*/ 12192000 w 12192000"/>
              <a:gd name="connsiteY4" fmla="*/ 0 h 2778337"/>
              <a:gd name="connsiteX5" fmla="*/ 12192000 w 12192000"/>
              <a:gd name="connsiteY5" fmla="*/ 2778337 h 2778337"/>
              <a:gd name="connsiteX6" fmla="*/ 0 w 12192000"/>
              <a:gd name="connsiteY6" fmla="*/ 2778337 h 2778337"/>
              <a:gd name="connsiteX7" fmla="*/ 0 w 12192000"/>
              <a:gd name="connsiteY7" fmla="*/ 0 h 277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7833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2778337"/>
                </a:lnTo>
                <a:lnTo>
                  <a:pt x="0" y="2778337"/>
                </a:lnTo>
                <a:lnTo>
                  <a:pt x="0" y="0"/>
                </a:lnTo>
                <a:close/>
              </a:path>
            </a:pathLst>
          </a:custGeom>
          <a:solidFill>
            <a:schemeClr val="accent1">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userDrawn="1"/>
        </p:nvSpPr>
        <p:spPr>
          <a:xfrm>
            <a:off x="0" y="4079664"/>
            <a:ext cx="12192000" cy="2778337"/>
          </a:xfrm>
          <a:custGeom>
            <a:avLst/>
            <a:gdLst>
              <a:gd name="connsiteX0" fmla="*/ 0 w 12192000"/>
              <a:gd name="connsiteY0" fmla="*/ 0 h 2778337"/>
              <a:gd name="connsiteX1" fmla="*/ 98438 w 12192000"/>
              <a:gd name="connsiteY1" fmla="*/ 57720 h 2778337"/>
              <a:gd name="connsiteX2" fmla="*/ 6096000 w 12192000"/>
              <a:gd name="connsiteY2" fmla="*/ 1361017 h 2778337"/>
              <a:gd name="connsiteX3" fmla="*/ 12093562 w 12192000"/>
              <a:gd name="connsiteY3" fmla="*/ 57720 h 2778337"/>
              <a:gd name="connsiteX4" fmla="*/ 12192000 w 12192000"/>
              <a:gd name="connsiteY4" fmla="*/ 0 h 2778337"/>
              <a:gd name="connsiteX5" fmla="*/ 12192000 w 12192000"/>
              <a:gd name="connsiteY5" fmla="*/ 2778337 h 2778337"/>
              <a:gd name="connsiteX6" fmla="*/ 0 w 12192000"/>
              <a:gd name="connsiteY6" fmla="*/ 2778337 h 2778337"/>
              <a:gd name="connsiteX7" fmla="*/ 0 w 12192000"/>
              <a:gd name="connsiteY7" fmla="*/ 0 h 277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78337">
                <a:moveTo>
                  <a:pt x="0" y="0"/>
                </a:moveTo>
                <a:lnTo>
                  <a:pt x="98438" y="57720"/>
                </a:lnTo>
                <a:cubicBezTo>
                  <a:pt x="1524011" y="853677"/>
                  <a:pt x="3681425" y="1361017"/>
                  <a:pt x="6096000" y="1361017"/>
                </a:cubicBezTo>
                <a:cubicBezTo>
                  <a:pt x="8510575" y="1361017"/>
                  <a:pt x="10667989" y="853677"/>
                  <a:pt x="12093562" y="57720"/>
                </a:cubicBezTo>
                <a:lnTo>
                  <a:pt x="12192000" y="0"/>
                </a:lnTo>
                <a:lnTo>
                  <a:pt x="12192000" y="2778337"/>
                </a:lnTo>
                <a:lnTo>
                  <a:pt x="0" y="2778337"/>
                </a:lnTo>
                <a:lnTo>
                  <a:pt x="0" y="0"/>
                </a:lnTo>
                <a:close/>
              </a:path>
            </a:pathLst>
          </a:custGeom>
          <a:gradFill>
            <a:gsLst>
              <a:gs pos="100000">
                <a:srgbClr val="003378">
                  <a:alpha val="35000"/>
                </a:srgbClr>
              </a:gs>
              <a:gs pos="51000">
                <a:srgbClr val="003378">
                  <a:alpha val="59000"/>
                </a:srgbClr>
              </a:gs>
              <a:gs pos="0">
                <a:srgbClr val="003378">
                  <a:alpha val="28000"/>
                </a:srgbClr>
              </a:gs>
            </a:gsLst>
            <a:lin ang="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图片包含 游戏机, 光盘, 星星&#10;&#10;描述已自动生成"/>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5000"/>
                    </a14:imgEffect>
                  </a14:imgLayer>
                </a14:imgProps>
              </a:ext>
              <a:ext uri="{28A0092B-C50C-407E-A947-70E740481C1C}">
                <a14:useLocalDpi xmlns:a14="http://schemas.microsoft.com/office/drawing/2010/main" val="0"/>
              </a:ext>
            </a:extLst>
          </a:blip>
          <a:srcRect t="16667" b="16298"/>
          <a:stretch>
            <a:fillRect/>
          </a:stretch>
        </p:blipFill>
        <p:spPr>
          <a:xfrm>
            <a:off x="-243838" y="5440680"/>
            <a:ext cx="12679678" cy="2225040"/>
          </a:xfrm>
          <a:prstGeom prst="rect">
            <a:avLst/>
          </a:prstGeom>
        </p:spPr>
      </p:pic>
      <p:sp>
        <p:nvSpPr>
          <p:cNvPr id="16" name="图片占位符 15"/>
          <p:cNvSpPr>
            <a:spLocks noGrp="1"/>
          </p:cNvSpPr>
          <p:nvPr>
            <p:ph type="pic" sz="quarter" idx="10"/>
          </p:nvPr>
        </p:nvSpPr>
        <p:spPr>
          <a:xfrm>
            <a:off x="0" y="0"/>
            <a:ext cx="12192000" cy="5135880"/>
          </a:xfrm>
          <a:custGeom>
            <a:avLst/>
            <a:gdLst>
              <a:gd name="connsiteX0" fmla="*/ 0 w 12192000"/>
              <a:gd name="connsiteY0" fmla="*/ 0 h 5135880"/>
              <a:gd name="connsiteX1" fmla="*/ 12192000 w 12192000"/>
              <a:gd name="connsiteY1" fmla="*/ 0 h 5135880"/>
              <a:gd name="connsiteX2" fmla="*/ 12192000 w 12192000"/>
              <a:gd name="connsiteY2" fmla="*/ 3774863 h 5135880"/>
              <a:gd name="connsiteX3" fmla="*/ 12093562 w 12192000"/>
              <a:gd name="connsiteY3" fmla="*/ 3832583 h 5135880"/>
              <a:gd name="connsiteX4" fmla="*/ 6096000 w 12192000"/>
              <a:gd name="connsiteY4" fmla="*/ 5135880 h 5135880"/>
              <a:gd name="connsiteX5" fmla="*/ 98438 w 12192000"/>
              <a:gd name="connsiteY5" fmla="*/ 3832583 h 5135880"/>
              <a:gd name="connsiteX6" fmla="*/ 0 w 12192000"/>
              <a:gd name="connsiteY6" fmla="*/ 3774863 h 513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135880">
                <a:moveTo>
                  <a:pt x="0" y="0"/>
                </a:moveTo>
                <a:lnTo>
                  <a:pt x="12192000" y="0"/>
                </a:lnTo>
                <a:lnTo>
                  <a:pt x="12192000" y="3774863"/>
                </a:lnTo>
                <a:lnTo>
                  <a:pt x="12093562" y="3832583"/>
                </a:lnTo>
                <a:cubicBezTo>
                  <a:pt x="10667989" y="4628540"/>
                  <a:pt x="8510575" y="5135880"/>
                  <a:pt x="6096000" y="5135880"/>
                </a:cubicBezTo>
                <a:cubicBezTo>
                  <a:pt x="3681425" y="5135880"/>
                  <a:pt x="1524012" y="4628540"/>
                  <a:pt x="98438" y="3832583"/>
                </a:cubicBezTo>
                <a:lnTo>
                  <a:pt x="0" y="3774863"/>
                </a:ln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号召页2">
    <p:spTree>
      <p:nvGrpSpPr>
        <p:cNvPr id="1" name=""/>
        <p:cNvGrpSpPr/>
        <p:nvPr/>
      </p:nvGrpSpPr>
      <p:grpSpPr>
        <a:xfrm>
          <a:off x="0" y="0"/>
          <a:ext cx="0" cy="0"/>
          <a:chOff x="0" y="0"/>
          <a:chExt cx="0" cy="0"/>
        </a:xfrm>
      </p:grpSpPr>
      <p:pic>
        <p:nvPicPr>
          <p:cNvPr id="6" name="图片 5" descr="草地上的风景&#10;&#10;描述已自动生成" hidden="1"/>
          <p:cNvPicPr>
            <a:picLocks noChangeAspect="1"/>
          </p:cNvPicPr>
          <p:nvPr userDrawn="1"/>
        </p:nvPicPr>
        <p:blipFill rotWithShape="1">
          <a:blip r:embed="rId2" cstate="email">
            <a:extLst>
              <a:ext uri="{28A0092B-C50C-407E-A947-70E740481C1C}">
                <a14:useLocalDpi xmlns:a14="http://schemas.microsoft.com/office/drawing/2010/main" val="0"/>
              </a:ext>
            </a:extLst>
          </a:blip>
          <a:srcRect l="20504" t="15625"/>
          <a:stretch>
            <a:fillRect/>
          </a:stretch>
        </p:blipFill>
        <p:spPr>
          <a:xfrm>
            <a:off x="-1" y="0"/>
            <a:ext cx="9692177" cy="6858000"/>
          </a:xfrm>
          <a:prstGeom prst="rect">
            <a:avLst/>
          </a:prstGeom>
        </p:spPr>
      </p:pic>
      <p:sp>
        <p:nvSpPr>
          <p:cNvPr id="12" name="图片占位符 11"/>
          <p:cNvSpPr>
            <a:spLocks noGrp="1"/>
          </p:cNvSpPr>
          <p:nvPr>
            <p:ph type="pic" sz="quarter" idx="10"/>
          </p:nvPr>
        </p:nvSpPr>
        <p:spPr>
          <a:xfrm>
            <a:off x="-1" y="0"/>
            <a:ext cx="3825240" cy="6858000"/>
          </a:xfrm>
          <a:custGeom>
            <a:avLst/>
            <a:gdLst>
              <a:gd name="connsiteX0" fmla="*/ 0 w 3825240"/>
              <a:gd name="connsiteY0" fmla="*/ 0 h 6858000"/>
              <a:gd name="connsiteX1" fmla="*/ 3825240 w 3825240"/>
              <a:gd name="connsiteY1" fmla="*/ 0 h 6858000"/>
              <a:gd name="connsiteX2" fmla="*/ 3825240 w 3825240"/>
              <a:gd name="connsiteY2" fmla="*/ 6858000 h 6858000"/>
              <a:gd name="connsiteX3" fmla="*/ 0 w 38252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825240" h="6858000">
                <a:moveTo>
                  <a:pt x="0" y="0"/>
                </a:moveTo>
                <a:lnTo>
                  <a:pt x="3825240" y="0"/>
                </a:lnTo>
                <a:lnTo>
                  <a:pt x="3825240" y="6858000"/>
                </a:lnTo>
                <a:lnTo>
                  <a:pt x="0" y="6858000"/>
                </a:lnTo>
                <a:close/>
              </a:path>
            </a:pathLst>
          </a:custGeom>
        </p:spPr>
        <p:txBody>
          <a:bodyPr wrap="square">
            <a:noAutofit/>
          </a:bodyPr>
          <a:lstStyle/>
          <a:p>
            <a:endParaRPr lang="zh-CN" altLang="en-US"/>
          </a:p>
        </p:txBody>
      </p:sp>
      <p:sp>
        <p:nvSpPr>
          <p:cNvPr id="8" name="矩形 7"/>
          <p:cNvSpPr/>
          <p:nvPr userDrawn="1"/>
        </p:nvSpPr>
        <p:spPr>
          <a:xfrm>
            <a:off x="3825240" y="0"/>
            <a:ext cx="836676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全图页">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1" y="0"/>
            <a:ext cx="12192000" cy="68580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页">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8E0089C-97FC-4C43-98E2-7E15970128A1}" type="datetimeFigureOut">
              <a:rPr lang="zh-CN" altLang="en-US" smtClean="0"/>
              <a:t>2026/4/23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80527-7288-43D7-9990-430E7FB1CB82}"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小技巧1">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6" name="location-mark_64665"/>
          <p:cNvSpPr>
            <a:spLocks noChangeAspect="1"/>
          </p:cNvSpPr>
          <p:nvPr userDrawn="1"/>
        </p:nvSpPr>
        <p:spPr bwMode="auto">
          <a:xfrm>
            <a:off x="655979" y="387494"/>
            <a:ext cx="421440" cy="41260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solidFill>
            <a:schemeClr val="accent1"/>
          </a:solidFill>
          <a:ln>
            <a:noFill/>
          </a:ln>
        </p:spPr>
        <p:txBody>
          <a:bodyPr/>
          <a:lstStyle/>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文本框 8"/>
          <p:cNvSpPr txBox="1"/>
          <p:nvPr userDrawn="1"/>
        </p:nvSpPr>
        <p:spPr>
          <a:xfrm>
            <a:off x="1006456" y="362964"/>
            <a:ext cx="2058000" cy="523220"/>
          </a:xfrm>
          <a:prstGeom prst="rect">
            <a:avLst/>
          </a:prstGeom>
          <a:noFill/>
        </p:spPr>
        <p:txBody>
          <a:bodyPr wrap="square" rtlCol="0">
            <a:spAutoFit/>
          </a:bodyPr>
          <a:lstStyle/>
          <a:p>
            <a:pPr algn="l"/>
            <a:r>
              <a:rPr lang="zh-CN" altLang="en-US" sz="2800" dirty="0">
                <a:latin typeface="+mn-ea"/>
                <a:ea typeface="+mn-ea"/>
                <a:sym typeface="Times New Roman" panose="02020603050405020304" pitchFamily="18" charset="0"/>
              </a:rPr>
              <a:t>小技巧</a:t>
            </a:r>
            <a:r>
              <a:rPr lang="en-US" altLang="zh-CN" sz="2800" dirty="0">
                <a:latin typeface="+mn-ea"/>
                <a:ea typeface="+mn-ea"/>
                <a:sym typeface="Times New Roman" panose="02020603050405020304" pitchFamily="18" charset="0"/>
              </a:rPr>
              <a:t>——</a:t>
            </a:r>
            <a:endParaRPr lang="zh-CN" altLang="en-US" sz="2800" dirty="0">
              <a:latin typeface="+mn-ea"/>
              <a:ea typeface="+mn-ea"/>
              <a:sym typeface="Times New Roman" panose="02020603050405020304" pitchFamily="18" charset="0"/>
            </a:endParaRPr>
          </a:p>
        </p:txBody>
      </p:sp>
      <p:sp>
        <p:nvSpPr>
          <p:cNvPr id="5" name="文本框 4"/>
          <p:cNvSpPr txBox="1"/>
          <p:nvPr userDrawn="1"/>
        </p:nvSpPr>
        <p:spPr>
          <a:xfrm>
            <a:off x="655979" y="1259641"/>
            <a:ext cx="4649821" cy="338554"/>
          </a:xfrm>
          <a:prstGeom prst="rect">
            <a:avLst/>
          </a:prstGeom>
          <a:noFill/>
        </p:spPr>
        <p:txBody>
          <a:bodyPr wrap="square" lIns="0" rtlCol="0">
            <a:spAutoFit/>
          </a:bodyPr>
          <a:lstStyle/>
          <a:p>
            <a:pPr algn="l"/>
            <a:r>
              <a:rPr lang="zh-CN" altLang="en-US" sz="1600" dirty="0">
                <a:latin typeface="+mn-ea"/>
                <a:ea typeface="+mn-ea"/>
                <a:sym typeface="Times New Roman" panose="02020603050405020304" pitchFamily="18" charset="0"/>
              </a:rPr>
              <a:t>注：放映模式</a:t>
            </a:r>
            <a:r>
              <a:rPr lang="en-US" altLang="zh-CN" sz="1600" dirty="0">
                <a:latin typeface="+mn-ea"/>
                <a:ea typeface="+mn-ea"/>
                <a:sym typeface="Times New Roman" panose="02020603050405020304" pitchFamily="18" charset="0"/>
              </a:rPr>
              <a:t>(Shift + F5</a:t>
            </a:r>
            <a:r>
              <a:rPr lang="zh-CN" altLang="en-US" sz="1600" dirty="0">
                <a:latin typeface="+mn-ea"/>
                <a:ea typeface="+mn-ea"/>
                <a:sym typeface="Times New Roman" panose="02020603050405020304" pitchFamily="18" charset="0"/>
              </a:rPr>
              <a:t>查看动图演示</a:t>
            </a:r>
            <a:r>
              <a:rPr lang="en-US" altLang="zh-CN" sz="1600" dirty="0">
                <a:latin typeface="+mn-ea"/>
                <a:ea typeface="+mn-ea"/>
                <a:sym typeface="Times New Roman" panose="02020603050405020304" pitchFamily="18" charset="0"/>
              </a:rPr>
              <a:t>)</a:t>
            </a:r>
            <a:endParaRPr lang="zh-CN" altLang="en-US" sz="1600" dirty="0">
              <a:latin typeface="+mn-ea"/>
              <a:ea typeface="+mn-ea"/>
              <a:sym typeface="Times New Roman" panose="02020603050405020304" pitchFamily="18" charset="0"/>
            </a:endParaRPr>
          </a:p>
        </p:txBody>
      </p:sp>
      <p:sp>
        <p:nvSpPr>
          <p:cNvPr id="2" name="标题 1"/>
          <p:cNvSpPr>
            <a:spLocks noGrp="1"/>
          </p:cNvSpPr>
          <p:nvPr>
            <p:ph type="title" hasCustomPrompt="1"/>
          </p:nvPr>
        </p:nvSpPr>
        <p:spPr>
          <a:xfrm>
            <a:off x="2888786" y="314330"/>
            <a:ext cx="7910393" cy="663575"/>
          </a:xfrm>
        </p:spPr>
        <p:txBody>
          <a:bodyPr>
            <a:normAutofit/>
          </a:bodyPr>
          <a:lstStyle>
            <a:lvl1pPr>
              <a:defRPr sz="2800">
                <a:latin typeface="+mn-ea"/>
                <a:ea typeface="+mn-ea"/>
              </a:defRPr>
            </a:lvl1pPr>
          </a:lstStyle>
          <a:p>
            <a:r>
              <a:rPr lang="zh-CN" altLang="en-US" dirty="0"/>
              <a:t>单击此处添加文本</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小技巧2">
    <p:bg>
      <p:bgPr>
        <a:blipFill dpi="0" rotWithShape="1">
          <a:blip r:embed="rId2">
            <a:alphaModFix amt="5000"/>
            <a:lum/>
          </a:blip>
          <a:srcRect/>
          <a:stretch>
            <a:fillRect/>
          </a:stretch>
        </a:blipFill>
        <a:effectLst/>
      </p:bgPr>
    </p:bg>
    <p:spTree>
      <p:nvGrpSpPr>
        <p:cNvPr id="1" name=""/>
        <p:cNvGrpSpPr/>
        <p:nvPr/>
      </p:nvGrpSpPr>
      <p:grpSpPr>
        <a:xfrm>
          <a:off x="0" y="0"/>
          <a:ext cx="0" cy="0"/>
          <a:chOff x="0" y="0"/>
          <a:chExt cx="0" cy="0"/>
        </a:xfrm>
      </p:grpSpPr>
      <p:sp>
        <p:nvSpPr>
          <p:cNvPr id="6" name="location-mark_64665"/>
          <p:cNvSpPr>
            <a:spLocks noChangeAspect="1"/>
          </p:cNvSpPr>
          <p:nvPr userDrawn="1"/>
        </p:nvSpPr>
        <p:spPr bwMode="auto">
          <a:xfrm>
            <a:off x="748082" y="387494"/>
            <a:ext cx="421440" cy="412606"/>
          </a:xfrm>
          <a:custGeom>
            <a:avLst/>
            <a:gdLst>
              <a:gd name="connsiteX0" fmla="*/ 163903 w 607933"/>
              <a:gd name="connsiteY0" fmla="*/ 369028 h 595191"/>
              <a:gd name="connsiteX1" fmla="*/ 195691 w 607933"/>
              <a:gd name="connsiteY1" fmla="*/ 416642 h 595191"/>
              <a:gd name="connsiteX2" fmla="*/ 52648 w 607933"/>
              <a:gd name="connsiteY2" fmla="*/ 476158 h 595191"/>
              <a:gd name="connsiteX3" fmla="*/ 303967 w 607933"/>
              <a:gd name="connsiteY3" fmla="*/ 542618 h 595191"/>
              <a:gd name="connsiteX4" fmla="*/ 555285 w 607933"/>
              <a:gd name="connsiteY4" fmla="*/ 476158 h 595191"/>
              <a:gd name="connsiteX5" fmla="*/ 413235 w 607933"/>
              <a:gd name="connsiteY5" fmla="*/ 416642 h 595191"/>
              <a:gd name="connsiteX6" fmla="*/ 444029 w 607933"/>
              <a:gd name="connsiteY6" fmla="*/ 369028 h 595191"/>
              <a:gd name="connsiteX7" fmla="*/ 607933 w 607933"/>
              <a:gd name="connsiteY7" fmla="*/ 476158 h 595191"/>
              <a:gd name="connsiteX8" fmla="*/ 303967 w 607933"/>
              <a:gd name="connsiteY8" fmla="*/ 595191 h 595191"/>
              <a:gd name="connsiteX9" fmla="*/ 0 w 607933"/>
              <a:gd name="connsiteY9" fmla="*/ 476158 h 595191"/>
              <a:gd name="connsiteX10" fmla="*/ 163903 w 607933"/>
              <a:gd name="connsiteY10" fmla="*/ 369028 h 595191"/>
              <a:gd name="connsiteX11" fmla="*/ 303967 w 607933"/>
              <a:gd name="connsiteY11" fmla="*/ 100209 h 595191"/>
              <a:gd name="connsiteX12" fmla="*/ 230453 w 607933"/>
              <a:gd name="connsiteY12" fmla="*/ 174622 h 595191"/>
              <a:gd name="connsiteX13" fmla="*/ 303967 w 607933"/>
              <a:gd name="connsiteY13" fmla="*/ 248042 h 595191"/>
              <a:gd name="connsiteX14" fmla="*/ 378475 w 607933"/>
              <a:gd name="connsiteY14" fmla="*/ 174622 h 595191"/>
              <a:gd name="connsiteX15" fmla="*/ 303967 w 607933"/>
              <a:gd name="connsiteY15" fmla="*/ 100209 h 595191"/>
              <a:gd name="connsiteX16" fmla="*/ 303967 w 607933"/>
              <a:gd name="connsiteY16" fmla="*/ 0 h 595191"/>
              <a:gd name="connsiteX17" fmla="*/ 481792 w 607933"/>
              <a:gd name="connsiteY17" fmla="*/ 177598 h 595191"/>
              <a:gd name="connsiteX18" fmla="*/ 338737 w 607933"/>
              <a:gd name="connsiteY18" fmla="*/ 453420 h 595191"/>
              <a:gd name="connsiteX19" fmla="*/ 303967 w 607933"/>
              <a:gd name="connsiteY19" fmla="*/ 471279 h 595191"/>
              <a:gd name="connsiteX20" fmla="*/ 269197 w 607933"/>
              <a:gd name="connsiteY20" fmla="*/ 453420 h 595191"/>
              <a:gd name="connsiteX21" fmla="*/ 126142 w 607933"/>
              <a:gd name="connsiteY21" fmla="*/ 177598 h 595191"/>
              <a:gd name="connsiteX22" fmla="*/ 303967 w 607933"/>
              <a:gd name="connsiteY22" fmla="*/ 0 h 59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07933" h="595191">
                <a:moveTo>
                  <a:pt x="163903" y="369028"/>
                </a:moveTo>
                <a:cubicBezTo>
                  <a:pt x="173837" y="383907"/>
                  <a:pt x="183771" y="399778"/>
                  <a:pt x="195691" y="416642"/>
                </a:cubicBezTo>
                <a:cubicBezTo>
                  <a:pt x="101322" y="430529"/>
                  <a:pt x="52648" y="461279"/>
                  <a:pt x="52648" y="476158"/>
                </a:cubicBezTo>
                <a:cubicBezTo>
                  <a:pt x="52648" y="495997"/>
                  <a:pt x="138076" y="542618"/>
                  <a:pt x="303967" y="542618"/>
                </a:cubicBezTo>
                <a:cubicBezTo>
                  <a:pt x="469857" y="542618"/>
                  <a:pt x="555285" y="495997"/>
                  <a:pt x="555285" y="476158"/>
                </a:cubicBezTo>
                <a:cubicBezTo>
                  <a:pt x="555285" y="461279"/>
                  <a:pt x="507604" y="430529"/>
                  <a:pt x="413235" y="416642"/>
                </a:cubicBezTo>
                <a:cubicBezTo>
                  <a:pt x="424162" y="399778"/>
                  <a:pt x="434096" y="383907"/>
                  <a:pt x="444029" y="369028"/>
                </a:cubicBezTo>
                <a:cubicBezTo>
                  <a:pt x="537405" y="385891"/>
                  <a:pt x="607933" y="422593"/>
                  <a:pt x="607933" y="476158"/>
                </a:cubicBezTo>
                <a:cubicBezTo>
                  <a:pt x="607933" y="554522"/>
                  <a:pt x="454956" y="595191"/>
                  <a:pt x="303967" y="595191"/>
                </a:cubicBezTo>
                <a:cubicBezTo>
                  <a:pt x="152977" y="595191"/>
                  <a:pt x="0" y="554522"/>
                  <a:pt x="0" y="476158"/>
                </a:cubicBezTo>
                <a:cubicBezTo>
                  <a:pt x="0" y="422593"/>
                  <a:pt x="71522" y="385891"/>
                  <a:pt x="163903" y="369028"/>
                </a:cubicBezTo>
                <a:close/>
                <a:moveTo>
                  <a:pt x="303967" y="100209"/>
                </a:moveTo>
                <a:cubicBezTo>
                  <a:pt x="263236" y="100209"/>
                  <a:pt x="230453" y="133943"/>
                  <a:pt x="230453" y="174622"/>
                </a:cubicBezTo>
                <a:cubicBezTo>
                  <a:pt x="230453" y="215300"/>
                  <a:pt x="263236" y="248042"/>
                  <a:pt x="303967" y="248042"/>
                </a:cubicBezTo>
                <a:cubicBezTo>
                  <a:pt x="344698" y="248042"/>
                  <a:pt x="378475" y="215300"/>
                  <a:pt x="378475" y="174622"/>
                </a:cubicBezTo>
                <a:cubicBezTo>
                  <a:pt x="378475" y="133943"/>
                  <a:pt x="344698" y="100209"/>
                  <a:pt x="303967" y="100209"/>
                </a:cubicBezTo>
                <a:close/>
                <a:moveTo>
                  <a:pt x="303967" y="0"/>
                </a:moveTo>
                <a:cubicBezTo>
                  <a:pt x="402317" y="0"/>
                  <a:pt x="481792" y="79374"/>
                  <a:pt x="481792" y="177598"/>
                </a:cubicBezTo>
                <a:cubicBezTo>
                  <a:pt x="481792" y="248042"/>
                  <a:pt x="390396" y="382976"/>
                  <a:pt x="338737" y="453420"/>
                </a:cubicBezTo>
                <a:cubicBezTo>
                  <a:pt x="330790" y="464334"/>
                  <a:pt x="317875" y="471279"/>
                  <a:pt x="303967" y="471279"/>
                </a:cubicBezTo>
                <a:cubicBezTo>
                  <a:pt x="290059" y="471279"/>
                  <a:pt x="277144" y="464334"/>
                  <a:pt x="269197" y="453420"/>
                </a:cubicBezTo>
                <a:cubicBezTo>
                  <a:pt x="217538" y="382976"/>
                  <a:pt x="126142" y="248042"/>
                  <a:pt x="126142" y="177598"/>
                </a:cubicBezTo>
                <a:cubicBezTo>
                  <a:pt x="126142" y="79374"/>
                  <a:pt x="205617" y="0"/>
                  <a:pt x="303967" y="0"/>
                </a:cubicBezTo>
                <a:close/>
              </a:path>
            </a:pathLst>
          </a:custGeom>
          <a:solidFill>
            <a:schemeClr val="accent1"/>
          </a:solidFill>
          <a:ln>
            <a:noFill/>
          </a:ln>
        </p:spPr>
        <p:txBody>
          <a:bodyPr/>
          <a:lstStyle/>
          <a:p>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文本框 8"/>
          <p:cNvSpPr txBox="1"/>
          <p:nvPr userDrawn="1"/>
        </p:nvSpPr>
        <p:spPr>
          <a:xfrm>
            <a:off x="1098559" y="362964"/>
            <a:ext cx="2058000" cy="523220"/>
          </a:xfrm>
          <a:prstGeom prst="rect">
            <a:avLst/>
          </a:prstGeom>
          <a:noFill/>
        </p:spPr>
        <p:txBody>
          <a:bodyPr wrap="square" rtlCol="0">
            <a:spAutoFit/>
          </a:bodyPr>
          <a:lstStyle/>
          <a:p>
            <a:pPr algn="l"/>
            <a:r>
              <a:rPr lang="zh-CN" altLang="en-US" sz="2800" dirty="0">
                <a:latin typeface="+mn-ea"/>
                <a:ea typeface="+mn-ea"/>
                <a:sym typeface="Times New Roman" panose="02020603050405020304" pitchFamily="18" charset="0"/>
              </a:rPr>
              <a:t>小技巧</a:t>
            </a:r>
            <a:r>
              <a:rPr lang="en-US" altLang="zh-CN" sz="2800" dirty="0">
                <a:latin typeface="+mn-ea"/>
                <a:ea typeface="+mn-ea"/>
                <a:sym typeface="Times New Roman" panose="02020603050405020304" pitchFamily="18" charset="0"/>
              </a:rPr>
              <a:t>——</a:t>
            </a:r>
            <a:endParaRPr lang="zh-CN" altLang="en-US" sz="2800" dirty="0">
              <a:latin typeface="+mn-ea"/>
              <a:ea typeface="+mn-ea"/>
              <a:sym typeface="Times New Roman" panose="02020603050405020304" pitchFamily="18" charset="0"/>
            </a:endParaRPr>
          </a:p>
        </p:txBody>
      </p:sp>
      <p:sp>
        <p:nvSpPr>
          <p:cNvPr id="5" name="标题 1"/>
          <p:cNvSpPr>
            <a:spLocks noGrp="1"/>
          </p:cNvSpPr>
          <p:nvPr>
            <p:ph type="title" hasCustomPrompt="1"/>
          </p:nvPr>
        </p:nvSpPr>
        <p:spPr>
          <a:xfrm>
            <a:off x="2888786" y="314330"/>
            <a:ext cx="7910393" cy="663575"/>
          </a:xfrm>
        </p:spPr>
        <p:txBody>
          <a:bodyPr>
            <a:normAutofit/>
          </a:bodyPr>
          <a:lstStyle>
            <a:lvl1pPr>
              <a:defRPr sz="2800">
                <a:latin typeface="+mn-ea"/>
                <a:ea typeface="+mn-ea"/>
              </a:defRPr>
            </a:lvl1pPr>
          </a:lstStyle>
          <a:p>
            <a:r>
              <a:rPr lang="zh-CN" altLang="en-US" dirty="0"/>
              <a:t>单击此处添加文本</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大段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单人介绍">
    <p:spTree>
      <p:nvGrpSpPr>
        <p:cNvPr id="1" name=""/>
        <p:cNvGrpSpPr/>
        <p:nvPr/>
      </p:nvGrpSpPr>
      <p:grpSpPr>
        <a:xfrm>
          <a:off x="0" y="0"/>
          <a:ext cx="0" cy="0"/>
          <a:chOff x="0" y="0"/>
          <a:chExt cx="0" cy="0"/>
        </a:xfrm>
      </p:grpSpPr>
      <p:sp>
        <p:nvSpPr>
          <p:cNvPr id="9" name="矩形 8" hidden="1"/>
          <p:cNvSpPr/>
          <p:nvPr userDrawn="1"/>
        </p:nvSpPr>
        <p:spPr>
          <a:xfrm>
            <a:off x="330740" y="136525"/>
            <a:ext cx="719847" cy="715558"/>
          </a:xfrm>
          <a:prstGeom prst="rect">
            <a:avLst/>
          </a:prstGeom>
          <a:solidFill>
            <a:srgbClr val="0033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图片占位符 47"/>
          <p:cNvSpPr>
            <a:spLocks noGrp="1"/>
          </p:cNvSpPr>
          <p:nvPr>
            <p:ph type="pic" sz="quarter" idx="10"/>
          </p:nvPr>
        </p:nvSpPr>
        <p:spPr>
          <a:xfrm>
            <a:off x="1471348" y="1407779"/>
            <a:ext cx="2704412" cy="2704412"/>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49" name="椭圆 48"/>
          <p:cNvSpPr/>
          <p:nvPr userDrawn="1"/>
        </p:nvSpPr>
        <p:spPr>
          <a:xfrm>
            <a:off x="1691640" y="1597530"/>
            <a:ext cx="2286000" cy="2286000"/>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多人介绍">
    <p:spTree>
      <p:nvGrpSpPr>
        <p:cNvPr id="1" name=""/>
        <p:cNvGrpSpPr/>
        <p:nvPr/>
      </p:nvGrpSpPr>
      <p:grpSpPr>
        <a:xfrm>
          <a:off x="0" y="0"/>
          <a:ext cx="0" cy="0"/>
          <a:chOff x="0" y="0"/>
          <a:chExt cx="0" cy="0"/>
        </a:xfrm>
      </p:grpSpPr>
      <p:sp>
        <p:nvSpPr>
          <p:cNvPr id="44" name="矩形: 圆角 43"/>
          <p:cNvSpPr/>
          <p:nvPr userDrawn="1"/>
        </p:nvSpPr>
        <p:spPr>
          <a:xfrm>
            <a:off x="944880" y="1130300"/>
            <a:ext cx="10302240" cy="3231197"/>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userDrawn="1"/>
        </p:nvSpPr>
        <p:spPr>
          <a:xfrm>
            <a:off x="4732889" y="2133295"/>
            <a:ext cx="357398" cy="1323439"/>
          </a:xfrm>
          <a:prstGeom prst="rect">
            <a:avLst/>
          </a:prstGeom>
          <a:noFill/>
        </p:spPr>
        <p:txBody>
          <a:bodyPr wrap="square" rtlCol="0">
            <a:spAutoFit/>
          </a:bodyPr>
          <a:lstStyle/>
          <a:p>
            <a:pPr algn="ctr"/>
            <a:r>
              <a:rPr lang="en-US" altLang="zh-CN" sz="8000" i="1" dirty="0">
                <a:gradFill>
                  <a:gsLst>
                    <a:gs pos="86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2</a:t>
            </a:r>
            <a:endParaRPr lang="zh-CN" altLang="en-US" sz="8000" i="1" dirty="0">
              <a:gradFill>
                <a:gsLst>
                  <a:gs pos="86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56" name="文本框 55"/>
          <p:cNvSpPr txBox="1"/>
          <p:nvPr userDrawn="1"/>
        </p:nvSpPr>
        <p:spPr>
          <a:xfrm>
            <a:off x="6674050" y="936155"/>
            <a:ext cx="357398" cy="1323439"/>
          </a:xfrm>
          <a:prstGeom prst="rect">
            <a:avLst/>
          </a:prstGeom>
          <a:noFill/>
        </p:spPr>
        <p:txBody>
          <a:bodyPr wrap="square" rtlCol="0">
            <a:spAutoFit/>
          </a:bodyPr>
          <a:lstStyle/>
          <a:p>
            <a:pPr algn="ctr"/>
            <a:r>
              <a:rPr lang="en-US" altLang="zh-CN"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3</a:t>
            </a:r>
            <a:endParaRPr lang="zh-CN" altLang="en-US"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57" name="文本框 56"/>
          <p:cNvSpPr txBox="1"/>
          <p:nvPr userDrawn="1"/>
        </p:nvSpPr>
        <p:spPr>
          <a:xfrm>
            <a:off x="8504062" y="2108821"/>
            <a:ext cx="357398" cy="1323439"/>
          </a:xfrm>
          <a:prstGeom prst="rect">
            <a:avLst/>
          </a:prstGeom>
          <a:noFill/>
        </p:spPr>
        <p:txBody>
          <a:bodyPr wrap="square" rtlCol="0">
            <a:spAutoFit/>
          </a:bodyPr>
          <a:lstStyle/>
          <a:p>
            <a:pPr algn="ctr"/>
            <a:r>
              <a:rPr lang="en-US" altLang="zh-CN" sz="8000" i="1" dirty="0">
                <a:gradFill>
                  <a:gsLst>
                    <a:gs pos="93000">
                      <a:schemeClr val="accent1">
                        <a:alpha val="0"/>
                      </a:schemeClr>
                    </a:gs>
                    <a:gs pos="19000">
                      <a:schemeClr val="bg1"/>
                    </a:gs>
                  </a:gsLst>
                  <a:lin ang="8700000" scaled="0"/>
                </a:gradFill>
                <a:latin typeface="思源宋体 CN Heavy" panose="02020900000000000000" pitchFamily="18" charset="-122"/>
                <a:ea typeface="思源宋体 CN Heavy" panose="02020900000000000000" pitchFamily="18" charset="-122"/>
              </a:rPr>
              <a:t>4</a:t>
            </a:r>
            <a:endParaRPr lang="zh-CN" altLang="en-US" sz="8000" i="1" dirty="0">
              <a:gradFill>
                <a:gsLst>
                  <a:gs pos="93000">
                    <a:schemeClr val="accent1">
                      <a:alpha val="0"/>
                    </a:schemeClr>
                  </a:gs>
                  <a:gs pos="19000">
                    <a:schemeClr val="bg1"/>
                  </a:gs>
                </a:gsLst>
                <a:lin ang="8700000" scaled="0"/>
              </a:gradFill>
              <a:latin typeface="思源宋体 CN Heavy" panose="02020900000000000000" pitchFamily="18" charset="-122"/>
              <a:ea typeface="思源宋体 CN Heavy" panose="02020900000000000000" pitchFamily="18" charset="-122"/>
            </a:endParaRPr>
          </a:p>
        </p:txBody>
      </p:sp>
      <p:sp>
        <p:nvSpPr>
          <p:cNvPr id="58" name="文本框 57"/>
          <p:cNvSpPr txBox="1"/>
          <p:nvPr userDrawn="1"/>
        </p:nvSpPr>
        <p:spPr>
          <a:xfrm>
            <a:off x="10257565" y="936155"/>
            <a:ext cx="357398" cy="1323439"/>
          </a:xfrm>
          <a:prstGeom prst="rect">
            <a:avLst/>
          </a:prstGeom>
          <a:noFill/>
        </p:spPr>
        <p:txBody>
          <a:bodyPr wrap="square" rtlCol="0">
            <a:spAutoFit/>
          </a:bodyPr>
          <a:lstStyle/>
          <a:p>
            <a:pPr algn="ctr"/>
            <a:r>
              <a:rPr lang="en-US" altLang="zh-CN" sz="8000" i="1" dirty="0">
                <a:gradFill>
                  <a:gsLst>
                    <a:gs pos="79000">
                      <a:schemeClr val="accent1">
                        <a:alpha val="2000"/>
                      </a:schemeClr>
                    </a:gs>
                    <a:gs pos="29000">
                      <a:schemeClr val="bg1"/>
                    </a:gs>
                  </a:gsLst>
                  <a:lin ang="8700000" scaled="0"/>
                </a:gradFill>
                <a:latin typeface="思源宋体 CN Heavy" panose="02020900000000000000" pitchFamily="18" charset="-122"/>
                <a:ea typeface="思源宋体 CN Heavy" panose="02020900000000000000" pitchFamily="18" charset="-122"/>
              </a:rPr>
              <a:t>5</a:t>
            </a:r>
            <a:endParaRPr lang="zh-CN" altLang="en-US" sz="8000" i="1" dirty="0">
              <a:gradFill>
                <a:gsLst>
                  <a:gs pos="79000">
                    <a:schemeClr val="accent1">
                      <a:alpha val="2000"/>
                    </a:schemeClr>
                  </a:gs>
                  <a:gs pos="29000">
                    <a:schemeClr val="bg1"/>
                  </a:gs>
                </a:gsLst>
                <a:lin ang="8700000" scaled="0"/>
              </a:gradFill>
              <a:latin typeface="思源宋体 CN Heavy" panose="02020900000000000000" pitchFamily="18" charset="-122"/>
              <a:ea typeface="思源宋体 CN Heavy" panose="02020900000000000000" pitchFamily="18" charset="-122"/>
            </a:endParaRPr>
          </a:p>
        </p:txBody>
      </p:sp>
      <p:sp>
        <p:nvSpPr>
          <p:cNvPr id="4" name="文本框 3"/>
          <p:cNvSpPr txBox="1"/>
          <p:nvPr userDrawn="1"/>
        </p:nvSpPr>
        <p:spPr>
          <a:xfrm>
            <a:off x="2767735" y="936155"/>
            <a:ext cx="357398" cy="1323439"/>
          </a:xfrm>
          <a:prstGeom prst="rect">
            <a:avLst/>
          </a:prstGeom>
          <a:noFill/>
        </p:spPr>
        <p:txBody>
          <a:bodyPr wrap="square" rtlCol="0">
            <a:spAutoFit/>
          </a:bodyPr>
          <a:lstStyle/>
          <a:p>
            <a:pPr algn="ctr"/>
            <a:r>
              <a:rPr lang="en-US" altLang="zh-CN"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rPr>
              <a:t>1</a:t>
            </a:r>
            <a:endParaRPr lang="zh-CN" altLang="en-US" sz="8000" i="1" dirty="0">
              <a:gradFill>
                <a:gsLst>
                  <a:gs pos="84000">
                    <a:schemeClr val="accent1">
                      <a:alpha val="0"/>
                    </a:schemeClr>
                  </a:gs>
                  <a:gs pos="29000">
                    <a:schemeClr val="bg1"/>
                  </a:gs>
                </a:gsLst>
                <a:lin ang="5400000" scaled="0"/>
              </a:gradFill>
              <a:latin typeface="思源宋体 CN Heavy" panose="02020900000000000000" pitchFamily="18" charset="-122"/>
              <a:ea typeface="思源宋体 CN Heavy" panose="02020900000000000000" pitchFamily="18" charset="-122"/>
            </a:endParaRPr>
          </a:p>
        </p:txBody>
      </p:sp>
      <p:sp>
        <p:nvSpPr>
          <p:cNvPr id="45" name="图片占位符 44"/>
          <p:cNvSpPr>
            <a:spLocks noGrp="1"/>
          </p:cNvSpPr>
          <p:nvPr>
            <p:ph type="pic" sz="quarter" idx="10"/>
          </p:nvPr>
        </p:nvSpPr>
        <p:spPr>
          <a:xfrm>
            <a:off x="1432276"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46" name="椭圆 45"/>
          <p:cNvSpPr/>
          <p:nvPr userDrawn="1"/>
        </p:nvSpPr>
        <p:spPr>
          <a:xfrm>
            <a:off x="1555838" y="1301033"/>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图片占位符 46"/>
          <p:cNvSpPr>
            <a:spLocks noGrp="1"/>
          </p:cNvSpPr>
          <p:nvPr>
            <p:ph type="pic" sz="quarter" idx="11"/>
          </p:nvPr>
        </p:nvSpPr>
        <p:spPr>
          <a:xfrm>
            <a:off x="5201199"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48" name="椭圆 47"/>
          <p:cNvSpPr/>
          <p:nvPr userDrawn="1"/>
        </p:nvSpPr>
        <p:spPr>
          <a:xfrm>
            <a:off x="5349009" y="1271152"/>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9" name="图片占位符 48"/>
          <p:cNvSpPr>
            <a:spLocks noGrp="1"/>
          </p:cNvSpPr>
          <p:nvPr>
            <p:ph type="pic" sz="quarter" idx="12"/>
          </p:nvPr>
        </p:nvSpPr>
        <p:spPr>
          <a:xfrm>
            <a:off x="8813079" y="1153883"/>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0" name="椭圆 49"/>
          <p:cNvSpPr/>
          <p:nvPr userDrawn="1"/>
        </p:nvSpPr>
        <p:spPr>
          <a:xfrm>
            <a:off x="8960889" y="1271152"/>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图片占位符 50"/>
          <p:cNvSpPr>
            <a:spLocks noGrp="1"/>
          </p:cNvSpPr>
          <p:nvPr>
            <p:ph type="pic" sz="quarter" idx="13"/>
          </p:nvPr>
        </p:nvSpPr>
        <p:spPr>
          <a:xfrm>
            <a:off x="7174117" y="2304705"/>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2" name="椭圆 51"/>
          <p:cNvSpPr/>
          <p:nvPr userDrawn="1"/>
        </p:nvSpPr>
        <p:spPr>
          <a:xfrm>
            <a:off x="7321927" y="2421974"/>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图片占位符 52"/>
          <p:cNvSpPr>
            <a:spLocks noGrp="1"/>
          </p:cNvSpPr>
          <p:nvPr>
            <p:ph type="pic" sz="quarter" idx="14"/>
          </p:nvPr>
        </p:nvSpPr>
        <p:spPr>
          <a:xfrm>
            <a:off x="3250454" y="2304705"/>
            <a:ext cx="1767430" cy="176743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228600"/>
          </a:effectLst>
        </p:spPr>
        <p:txBody>
          <a:bodyPr wrap="square">
            <a:noAutofit/>
          </a:bodyPr>
          <a:lstStyle>
            <a:lvl1pPr>
              <a:defRPr>
                <a:solidFill>
                  <a:schemeClr val="bg1"/>
                </a:solidFill>
              </a:defRPr>
            </a:lvl1pPr>
          </a:lstStyle>
          <a:p>
            <a:endParaRPr lang="zh-CN" altLang="en-US" dirty="0"/>
          </a:p>
        </p:txBody>
      </p:sp>
      <p:sp>
        <p:nvSpPr>
          <p:cNvPr id="54" name="椭圆 53"/>
          <p:cNvSpPr/>
          <p:nvPr userDrawn="1"/>
        </p:nvSpPr>
        <p:spPr>
          <a:xfrm>
            <a:off x="3398264" y="2421974"/>
            <a:ext cx="1493982" cy="1493982"/>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单图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平行四边形 2"/>
          <p:cNvSpPr/>
          <p:nvPr userDrawn="1"/>
        </p:nvSpPr>
        <p:spPr>
          <a:xfrm>
            <a:off x="422196" y="1371600"/>
            <a:ext cx="4780110" cy="4724400"/>
          </a:xfrm>
          <a:prstGeom prst="parallelogram">
            <a:avLst>
              <a:gd name="adj" fmla="val 9142"/>
            </a:avLst>
          </a:prstGeom>
          <a:solidFill>
            <a:schemeClr val="bg1"/>
          </a:solidFill>
          <a:ln>
            <a:noFill/>
          </a:ln>
          <a:effectLst>
            <a:outerShdw blurRad="876300" dist="38100" dir="2700000" algn="tl"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6"/>
          <p:cNvSpPr>
            <a:spLocks noGrp="1"/>
          </p:cNvSpPr>
          <p:nvPr>
            <p:ph type="pic" sz="quarter" idx="10"/>
          </p:nvPr>
        </p:nvSpPr>
        <p:spPr>
          <a:xfrm>
            <a:off x="651862" y="1528371"/>
            <a:ext cx="4320778" cy="4401334"/>
          </a:xfrm>
          <a:custGeom>
            <a:avLst/>
            <a:gdLst>
              <a:gd name="connsiteX0" fmla="*/ 415659 w 4320778"/>
              <a:gd name="connsiteY0" fmla="*/ 0 h 4401334"/>
              <a:gd name="connsiteX1" fmla="*/ 4320778 w 4320778"/>
              <a:gd name="connsiteY1" fmla="*/ 0 h 4401334"/>
              <a:gd name="connsiteX2" fmla="*/ 3905119 w 4320778"/>
              <a:gd name="connsiteY2" fmla="*/ 4401334 h 4401334"/>
              <a:gd name="connsiteX3" fmla="*/ 0 w 4320778"/>
              <a:gd name="connsiteY3" fmla="*/ 4401334 h 4401334"/>
            </a:gdLst>
            <a:ahLst/>
            <a:cxnLst>
              <a:cxn ang="0">
                <a:pos x="connsiteX0" y="connsiteY0"/>
              </a:cxn>
              <a:cxn ang="0">
                <a:pos x="connsiteX1" y="connsiteY1"/>
              </a:cxn>
              <a:cxn ang="0">
                <a:pos x="connsiteX2" y="connsiteY2"/>
              </a:cxn>
              <a:cxn ang="0">
                <a:pos x="connsiteX3" y="connsiteY3"/>
              </a:cxn>
            </a:cxnLst>
            <a:rect l="l" t="t" r="r" b="b"/>
            <a:pathLst>
              <a:path w="4320778" h="4401334">
                <a:moveTo>
                  <a:pt x="415659" y="0"/>
                </a:moveTo>
                <a:lnTo>
                  <a:pt x="4320778" y="0"/>
                </a:lnTo>
                <a:lnTo>
                  <a:pt x="3905119" y="4401334"/>
                </a:lnTo>
                <a:lnTo>
                  <a:pt x="0" y="4401334"/>
                </a:lnTo>
                <a:close/>
              </a:path>
            </a:pathLst>
          </a:custGeom>
          <a:effectLst>
            <a:outerShdw blurRad="495300" dist="38100" dir="2700000" algn="tl" rotWithShape="0">
              <a:prstClr val="black">
                <a:alpha val="9000"/>
              </a:prstClr>
            </a:outerShdw>
          </a:effectLst>
        </p:spPr>
        <p:txBody>
          <a:bodyPr wrap="square">
            <a:noAutofit/>
          </a:bodyPr>
          <a:lstStyle/>
          <a:p>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竖版图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8" name="图片占位符 7"/>
          <p:cNvSpPr>
            <a:spLocks noGrp="1"/>
          </p:cNvSpPr>
          <p:nvPr>
            <p:ph type="pic" sz="quarter" idx="11"/>
          </p:nvPr>
        </p:nvSpPr>
        <p:spPr>
          <a:xfrm>
            <a:off x="905290" y="1409158"/>
            <a:ext cx="3112034" cy="4401334"/>
          </a:xfrm>
          <a:custGeom>
            <a:avLst/>
            <a:gdLst>
              <a:gd name="connsiteX0" fmla="*/ 229108 w 3112034"/>
              <a:gd name="connsiteY0" fmla="*/ 0 h 4401334"/>
              <a:gd name="connsiteX1" fmla="*/ 2882926 w 3112034"/>
              <a:gd name="connsiteY1" fmla="*/ 0 h 4401334"/>
              <a:gd name="connsiteX2" fmla="*/ 3112034 w 3112034"/>
              <a:gd name="connsiteY2" fmla="*/ 229108 h 4401334"/>
              <a:gd name="connsiteX3" fmla="*/ 3112034 w 3112034"/>
              <a:gd name="connsiteY3" fmla="*/ 4172226 h 4401334"/>
              <a:gd name="connsiteX4" fmla="*/ 2882926 w 3112034"/>
              <a:gd name="connsiteY4" fmla="*/ 4401334 h 4401334"/>
              <a:gd name="connsiteX5" fmla="*/ 229108 w 3112034"/>
              <a:gd name="connsiteY5" fmla="*/ 4401334 h 4401334"/>
              <a:gd name="connsiteX6" fmla="*/ 0 w 3112034"/>
              <a:gd name="connsiteY6" fmla="*/ 4172226 h 4401334"/>
              <a:gd name="connsiteX7" fmla="*/ 0 w 3112034"/>
              <a:gd name="connsiteY7" fmla="*/ 229108 h 4401334"/>
              <a:gd name="connsiteX8" fmla="*/ 229108 w 3112034"/>
              <a:gd name="connsiteY8" fmla="*/ 0 h 440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034" h="4401334">
                <a:moveTo>
                  <a:pt x="229108" y="0"/>
                </a:moveTo>
                <a:lnTo>
                  <a:pt x="2882926" y="0"/>
                </a:lnTo>
                <a:cubicBezTo>
                  <a:pt x="3009459" y="0"/>
                  <a:pt x="3112034" y="102575"/>
                  <a:pt x="3112034" y="229108"/>
                </a:cubicBezTo>
                <a:lnTo>
                  <a:pt x="3112034" y="4172226"/>
                </a:lnTo>
                <a:cubicBezTo>
                  <a:pt x="3112034" y="4298759"/>
                  <a:pt x="3009459" y="4401334"/>
                  <a:pt x="2882926" y="4401334"/>
                </a:cubicBezTo>
                <a:lnTo>
                  <a:pt x="229108" y="4401334"/>
                </a:lnTo>
                <a:cubicBezTo>
                  <a:pt x="102575" y="4401334"/>
                  <a:pt x="0" y="4298759"/>
                  <a:pt x="0" y="4172226"/>
                </a:cubicBezTo>
                <a:lnTo>
                  <a:pt x="0" y="229108"/>
                </a:lnTo>
                <a:cubicBezTo>
                  <a:pt x="0" y="102575"/>
                  <a:pt x="102575" y="0"/>
                  <a:pt x="229108" y="0"/>
                </a:cubicBezTo>
                <a:close/>
              </a:path>
            </a:pathLst>
          </a:custGeom>
        </p:spPr>
        <p:txBody>
          <a:bodyPr wrap="square">
            <a:noAutofit/>
          </a:bodyPr>
          <a:lstStyle/>
          <a:p>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两个图文">
    <p:spTree>
      <p:nvGrpSpPr>
        <p:cNvPr id="1" name=""/>
        <p:cNvGrpSpPr/>
        <p:nvPr/>
      </p:nvGrpSpPr>
      <p:grpSpPr>
        <a:xfrm>
          <a:off x="0" y="0"/>
          <a:ext cx="0" cy="0"/>
          <a:chOff x="0" y="0"/>
          <a:chExt cx="0" cy="0"/>
        </a:xfrm>
      </p:grpSpPr>
      <p:sp>
        <p:nvSpPr>
          <p:cNvPr id="15" name="矩形: 圆角 14"/>
          <p:cNvSpPr/>
          <p:nvPr userDrawn="1"/>
        </p:nvSpPr>
        <p:spPr>
          <a:xfrm>
            <a:off x="1101290" y="1941186"/>
            <a:ext cx="4541108" cy="3677796"/>
          </a:xfrm>
          <a:prstGeom prst="roundRect">
            <a:avLst>
              <a:gd name="adj" fmla="val 4788"/>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userDrawn="1"/>
        </p:nvSpPr>
        <p:spPr>
          <a:xfrm>
            <a:off x="6761207" y="1941186"/>
            <a:ext cx="4541108" cy="3677796"/>
          </a:xfrm>
          <a:prstGeom prst="roundRect">
            <a:avLst>
              <a:gd name="adj" fmla="val 3959"/>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67302"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5608693"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6727219"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userDrawn="1"/>
        </p:nvSpPr>
        <p:spPr>
          <a:xfrm>
            <a:off x="11268610" y="3575539"/>
            <a:ext cx="67410" cy="423176"/>
          </a:xfrm>
          <a:prstGeom prst="rect">
            <a:avLst/>
          </a:prstGeom>
          <a:solidFill>
            <a:srgbClr val="F2942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图片占位符 28"/>
          <p:cNvSpPr>
            <a:spLocks noGrp="1"/>
          </p:cNvSpPr>
          <p:nvPr>
            <p:ph type="pic" sz="quarter" idx="10"/>
          </p:nvPr>
        </p:nvSpPr>
        <p:spPr>
          <a:xfrm>
            <a:off x="534618" y="1130300"/>
            <a:ext cx="1982484" cy="1982484"/>
          </a:xfrm>
          <a:custGeom>
            <a:avLst/>
            <a:gdLst>
              <a:gd name="connsiteX0" fmla="*/ 821803 w 1643606"/>
              <a:gd name="connsiteY0" fmla="*/ 0 h 1643606"/>
              <a:gd name="connsiteX1" fmla="*/ 1643606 w 1643606"/>
              <a:gd name="connsiteY1" fmla="*/ 821803 h 1643606"/>
              <a:gd name="connsiteX2" fmla="*/ 821803 w 1643606"/>
              <a:gd name="connsiteY2" fmla="*/ 1643606 h 1643606"/>
              <a:gd name="connsiteX3" fmla="*/ 0 w 1643606"/>
              <a:gd name="connsiteY3" fmla="*/ 821803 h 1643606"/>
              <a:gd name="connsiteX4" fmla="*/ 821803 w 1643606"/>
              <a:gd name="connsiteY4" fmla="*/ 0 h 164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606" h="1643606">
                <a:moveTo>
                  <a:pt x="821803" y="0"/>
                </a:moveTo>
                <a:cubicBezTo>
                  <a:pt x="1275672" y="0"/>
                  <a:pt x="1643606" y="367934"/>
                  <a:pt x="1643606" y="821803"/>
                </a:cubicBezTo>
                <a:cubicBezTo>
                  <a:pt x="1643606" y="1275672"/>
                  <a:pt x="1275672" y="1643606"/>
                  <a:pt x="821803" y="1643606"/>
                </a:cubicBezTo>
                <a:cubicBezTo>
                  <a:pt x="367934" y="1643606"/>
                  <a:pt x="0" y="1275672"/>
                  <a:pt x="0" y="821803"/>
                </a:cubicBezTo>
                <a:cubicBezTo>
                  <a:pt x="0" y="367934"/>
                  <a:pt x="367934" y="0"/>
                  <a:pt x="821803" y="0"/>
                </a:cubicBezTo>
                <a:close/>
              </a:path>
            </a:pathLst>
          </a:custGeom>
          <a:effectLst>
            <a:softEdge rad="419100"/>
          </a:effectLst>
        </p:spPr>
        <p:txBody>
          <a:bodyPr wrap="square">
            <a:noAutofit/>
          </a:bodyPr>
          <a:lstStyle/>
          <a:p>
            <a:endParaRPr lang="zh-CN" altLang="en-US" dirty="0"/>
          </a:p>
        </p:txBody>
      </p:sp>
      <p:sp>
        <p:nvSpPr>
          <p:cNvPr id="30" name="图片占位符 29"/>
          <p:cNvSpPr>
            <a:spLocks noGrp="1"/>
          </p:cNvSpPr>
          <p:nvPr>
            <p:ph type="pic" sz="quarter" idx="11"/>
          </p:nvPr>
        </p:nvSpPr>
        <p:spPr>
          <a:xfrm>
            <a:off x="6128458" y="1130300"/>
            <a:ext cx="1982484" cy="1982484"/>
          </a:xfrm>
          <a:custGeom>
            <a:avLst/>
            <a:gdLst>
              <a:gd name="connsiteX0" fmla="*/ 821803 w 1643606"/>
              <a:gd name="connsiteY0" fmla="*/ 0 h 1643606"/>
              <a:gd name="connsiteX1" fmla="*/ 1643606 w 1643606"/>
              <a:gd name="connsiteY1" fmla="*/ 821803 h 1643606"/>
              <a:gd name="connsiteX2" fmla="*/ 821803 w 1643606"/>
              <a:gd name="connsiteY2" fmla="*/ 1643606 h 1643606"/>
              <a:gd name="connsiteX3" fmla="*/ 0 w 1643606"/>
              <a:gd name="connsiteY3" fmla="*/ 821803 h 1643606"/>
              <a:gd name="connsiteX4" fmla="*/ 821803 w 1643606"/>
              <a:gd name="connsiteY4" fmla="*/ 0 h 164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606" h="1643606">
                <a:moveTo>
                  <a:pt x="821803" y="0"/>
                </a:moveTo>
                <a:cubicBezTo>
                  <a:pt x="1275672" y="0"/>
                  <a:pt x="1643606" y="367934"/>
                  <a:pt x="1643606" y="821803"/>
                </a:cubicBezTo>
                <a:cubicBezTo>
                  <a:pt x="1643606" y="1275672"/>
                  <a:pt x="1275672" y="1643606"/>
                  <a:pt x="821803" y="1643606"/>
                </a:cubicBezTo>
                <a:cubicBezTo>
                  <a:pt x="367934" y="1643606"/>
                  <a:pt x="0" y="1275672"/>
                  <a:pt x="0" y="821803"/>
                </a:cubicBezTo>
                <a:cubicBezTo>
                  <a:pt x="0" y="367934"/>
                  <a:pt x="367934" y="0"/>
                  <a:pt x="821803" y="0"/>
                </a:cubicBezTo>
                <a:close/>
              </a:path>
            </a:pathLst>
          </a:custGeom>
          <a:effectLst>
            <a:softEdge rad="419100"/>
          </a:effectLst>
        </p:spPr>
        <p:txBody>
          <a:bodyPr wrap="square">
            <a:noAutofit/>
          </a:bodyPr>
          <a:lstStyle/>
          <a:p>
            <a:endParaRPr lang="zh-CN" altLang="en-US" dirty="0"/>
          </a:p>
        </p:txBody>
      </p:sp>
      <p:sp>
        <p:nvSpPr>
          <p:cNvPr id="2" name="标题 1"/>
          <p:cNvSpPr>
            <a:spLocks noGrp="1"/>
          </p:cNvSpPr>
          <p:nvPr>
            <p:ph type="title"/>
          </p:nvPr>
        </p:nvSpPr>
        <p:spPr/>
        <p:txBody>
          <a:bodyPr/>
          <a:lstStyle>
            <a:lvl1pPr>
              <a:defRPr>
                <a:latin typeface="思源宋体 CN Heavy" panose="02020900000000000000" pitchFamily="18" charset="-122"/>
                <a:ea typeface="思源宋体 CN Heavy" panose="02020900000000000000" pitchFamily="18" charset="-122"/>
              </a:defRPr>
            </a:lvl1pPr>
          </a:lstStyle>
          <a:p>
            <a:r>
              <a:rPr lang="zh-CN" altLang="en-US"/>
              <a:t>单击此处编辑母版标题样式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留白">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宋体 CN Heavy" panose="02020900000000000000" pitchFamily="18" charset="-122"/>
                <a:ea typeface="思源宋体 CN Heavy" panose="02020900000000000000" pitchFamily="18" charset="-122"/>
              </a:defRPr>
            </a:lvl1pPr>
          </a:lstStyle>
          <a:p>
            <a:r>
              <a:rPr lang="zh-CN" altLang="en-US" dirty="0"/>
              <a:t>单击此处编辑母版标题样式</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视频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pic>
        <p:nvPicPr>
          <p:cNvPr id="12" name="图片 11" descr="屏幕上有个电视&#10;&#10;描述已自动生成"/>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35203" y="1560196"/>
            <a:ext cx="6525766" cy="4078604"/>
          </a:xfrm>
          <a:prstGeom prst="rect">
            <a:avLst/>
          </a:prstGeom>
        </p:spPr>
      </p:pic>
      <p:sp>
        <p:nvSpPr>
          <p:cNvPr id="17" name="媒体占位符 16"/>
          <p:cNvSpPr>
            <a:spLocks noGrp="1"/>
          </p:cNvSpPr>
          <p:nvPr>
            <p:ph type="media" sz="quarter" idx="10"/>
          </p:nvPr>
        </p:nvSpPr>
        <p:spPr>
          <a:xfrm>
            <a:off x="958144" y="2264887"/>
            <a:ext cx="4139071" cy="2577782"/>
          </a:xfrm>
          <a:custGeom>
            <a:avLst/>
            <a:gdLst>
              <a:gd name="connsiteX0" fmla="*/ 0 w 4139071"/>
              <a:gd name="connsiteY0" fmla="*/ 0 h 2577782"/>
              <a:gd name="connsiteX1" fmla="*/ 4139071 w 4139071"/>
              <a:gd name="connsiteY1" fmla="*/ 0 h 2577782"/>
              <a:gd name="connsiteX2" fmla="*/ 4139071 w 4139071"/>
              <a:gd name="connsiteY2" fmla="*/ 2577782 h 2577782"/>
              <a:gd name="connsiteX3" fmla="*/ 0 w 4139071"/>
              <a:gd name="connsiteY3" fmla="*/ 2577782 h 2577782"/>
            </a:gdLst>
            <a:ahLst/>
            <a:cxnLst>
              <a:cxn ang="0">
                <a:pos x="connsiteX0" y="connsiteY0"/>
              </a:cxn>
              <a:cxn ang="0">
                <a:pos x="connsiteX1" y="connsiteY1"/>
              </a:cxn>
              <a:cxn ang="0">
                <a:pos x="connsiteX2" y="connsiteY2"/>
              </a:cxn>
              <a:cxn ang="0">
                <a:pos x="connsiteX3" y="connsiteY3"/>
              </a:cxn>
            </a:cxnLst>
            <a:rect l="l" t="t" r="r" b="b"/>
            <a:pathLst>
              <a:path w="4139071" h="2577782">
                <a:moveTo>
                  <a:pt x="0" y="0"/>
                </a:moveTo>
                <a:lnTo>
                  <a:pt x="4139071" y="0"/>
                </a:lnTo>
                <a:lnTo>
                  <a:pt x="4139071" y="2577782"/>
                </a:lnTo>
                <a:lnTo>
                  <a:pt x="0" y="2577782"/>
                </a:lnTo>
                <a:close/>
              </a:path>
            </a:pathLst>
          </a:custGeom>
        </p:spPr>
        <p:txBody>
          <a:bodyPr wrap="square">
            <a:noAutofit/>
          </a:bodyPr>
          <a:lstStyle>
            <a:lvl1pPr>
              <a:defRPr>
                <a:solidFill>
                  <a:schemeClr val="bg1"/>
                </a:solidFill>
              </a:defRPr>
            </a:lvl1pPr>
          </a:lstStyle>
          <a:p>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手机样机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pic>
        <p:nvPicPr>
          <p:cNvPr id="22" name="图片 21" descr="图片包含 监控, 黑色, 照片, 标志&#10;&#10;描述已自动生成"/>
          <p:cNvPicPr>
            <a:picLocks noChangeAspect="1"/>
          </p:cNvPicPr>
          <p:nvPr userDrawn="1"/>
        </p:nvPicPr>
        <p:blipFill rotWithShape="1">
          <a:blip r:embed="rId2" cstate="email">
            <a:extLst>
              <a:ext uri="{28A0092B-C50C-407E-A947-70E740481C1C}">
                <a14:useLocalDpi xmlns:a14="http://schemas.microsoft.com/office/drawing/2010/main" val="0"/>
              </a:ext>
            </a:extLst>
          </a:blip>
          <a:srcRect l="30457" t="26086" r="28660" b="21334"/>
          <a:stretch>
            <a:fillRect/>
          </a:stretch>
        </p:blipFill>
        <p:spPr>
          <a:xfrm>
            <a:off x="1602894" y="1421082"/>
            <a:ext cx="2329380" cy="4542506"/>
          </a:xfrm>
          <a:prstGeom prst="rect">
            <a:avLst/>
          </a:prstGeom>
        </p:spPr>
      </p:pic>
      <p:sp>
        <p:nvSpPr>
          <p:cNvPr id="20" name="媒体占位符 19"/>
          <p:cNvSpPr>
            <a:spLocks noGrp="1"/>
          </p:cNvSpPr>
          <p:nvPr>
            <p:ph type="media" sz="quarter" idx="11"/>
          </p:nvPr>
        </p:nvSpPr>
        <p:spPr>
          <a:xfrm>
            <a:off x="1743544" y="1626446"/>
            <a:ext cx="1999312" cy="4229314"/>
          </a:xfrm>
          <a:custGeom>
            <a:avLst/>
            <a:gdLst>
              <a:gd name="connsiteX0" fmla="*/ 264165 w 1584960"/>
              <a:gd name="connsiteY0" fmla="*/ 0 h 3352800"/>
              <a:gd name="connsiteX1" fmla="*/ 381516 w 1584960"/>
              <a:gd name="connsiteY1" fmla="*/ 0 h 3352800"/>
              <a:gd name="connsiteX2" fmla="*/ 381516 w 1584960"/>
              <a:gd name="connsiteY2" fmla="*/ 71754 h 3352800"/>
              <a:gd name="connsiteX3" fmla="*/ 414537 w 1584960"/>
              <a:gd name="connsiteY3" fmla="*/ 104775 h 3352800"/>
              <a:gd name="connsiteX4" fmla="*/ 419158 w 1584960"/>
              <a:gd name="connsiteY4" fmla="*/ 104775 h 3352800"/>
              <a:gd name="connsiteX5" fmla="*/ 423757 w 1584960"/>
              <a:gd name="connsiteY5" fmla="*/ 106680 h 3352800"/>
              <a:gd name="connsiteX6" fmla="*/ 1156759 w 1584960"/>
              <a:gd name="connsiteY6" fmla="*/ 106680 h 3352800"/>
              <a:gd name="connsiteX7" fmla="*/ 1161358 w 1584960"/>
              <a:gd name="connsiteY7" fmla="*/ 104775 h 3352800"/>
              <a:gd name="connsiteX8" fmla="*/ 1167790 w 1584960"/>
              <a:gd name="connsiteY8" fmla="*/ 104775 h 3352800"/>
              <a:gd name="connsiteX9" fmla="*/ 1200811 w 1584960"/>
              <a:gd name="connsiteY9" fmla="*/ 71754 h 3352800"/>
              <a:gd name="connsiteX10" fmla="*/ 1200811 w 1584960"/>
              <a:gd name="connsiteY10" fmla="*/ 0 h 3352800"/>
              <a:gd name="connsiteX11" fmla="*/ 1320795 w 1584960"/>
              <a:gd name="connsiteY11" fmla="*/ 0 h 3352800"/>
              <a:gd name="connsiteX12" fmla="*/ 1584960 w 1584960"/>
              <a:gd name="connsiteY12" fmla="*/ 264165 h 3352800"/>
              <a:gd name="connsiteX13" fmla="*/ 1584960 w 1584960"/>
              <a:gd name="connsiteY13" fmla="*/ 3088635 h 3352800"/>
              <a:gd name="connsiteX14" fmla="*/ 1320795 w 1584960"/>
              <a:gd name="connsiteY14" fmla="*/ 3352800 h 3352800"/>
              <a:gd name="connsiteX15" fmla="*/ 264165 w 1584960"/>
              <a:gd name="connsiteY15" fmla="*/ 3352800 h 3352800"/>
              <a:gd name="connsiteX16" fmla="*/ 0 w 1584960"/>
              <a:gd name="connsiteY16" fmla="*/ 3088635 h 3352800"/>
              <a:gd name="connsiteX17" fmla="*/ 0 w 1584960"/>
              <a:gd name="connsiteY17" fmla="*/ 264165 h 3352800"/>
              <a:gd name="connsiteX18" fmla="*/ 264165 w 1584960"/>
              <a:gd name="connsiteY18" fmla="*/ 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84960" h="3352800">
                <a:moveTo>
                  <a:pt x="264165" y="0"/>
                </a:moveTo>
                <a:lnTo>
                  <a:pt x="381516" y="0"/>
                </a:lnTo>
                <a:lnTo>
                  <a:pt x="381516" y="71754"/>
                </a:lnTo>
                <a:cubicBezTo>
                  <a:pt x="381516" y="89991"/>
                  <a:pt x="396300" y="104775"/>
                  <a:pt x="414537" y="104775"/>
                </a:cubicBezTo>
                <a:lnTo>
                  <a:pt x="419158" y="104775"/>
                </a:lnTo>
                <a:lnTo>
                  <a:pt x="423757" y="106680"/>
                </a:lnTo>
                <a:lnTo>
                  <a:pt x="1156759" y="106680"/>
                </a:lnTo>
                <a:lnTo>
                  <a:pt x="1161358" y="104775"/>
                </a:lnTo>
                <a:lnTo>
                  <a:pt x="1167790" y="104775"/>
                </a:lnTo>
                <a:cubicBezTo>
                  <a:pt x="1186027" y="104775"/>
                  <a:pt x="1200811" y="89991"/>
                  <a:pt x="1200811" y="71754"/>
                </a:cubicBezTo>
                <a:lnTo>
                  <a:pt x="1200811" y="0"/>
                </a:lnTo>
                <a:lnTo>
                  <a:pt x="1320795" y="0"/>
                </a:lnTo>
                <a:cubicBezTo>
                  <a:pt x="1466689" y="0"/>
                  <a:pt x="1584960" y="118271"/>
                  <a:pt x="1584960" y="264165"/>
                </a:cubicBezTo>
                <a:lnTo>
                  <a:pt x="1584960" y="3088635"/>
                </a:lnTo>
                <a:cubicBezTo>
                  <a:pt x="1584960" y="3234529"/>
                  <a:pt x="1466689" y="3352800"/>
                  <a:pt x="1320795" y="3352800"/>
                </a:cubicBezTo>
                <a:lnTo>
                  <a:pt x="264165" y="3352800"/>
                </a:lnTo>
                <a:cubicBezTo>
                  <a:pt x="118271" y="3352800"/>
                  <a:pt x="0" y="3234529"/>
                  <a:pt x="0" y="3088635"/>
                </a:cubicBezTo>
                <a:lnTo>
                  <a:pt x="0" y="264165"/>
                </a:lnTo>
                <a:cubicBezTo>
                  <a:pt x="0" y="118271"/>
                  <a:pt x="118271" y="0"/>
                  <a:pt x="264165" y="0"/>
                </a:cubicBezTo>
                <a:close/>
              </a:path>
            </a:pathLst>
          </a:custGeom>
        </p:spPr>
        <p:txBody>
          <a:bodyPr wrap="square">
            <a:noAutofit/>
          </a:bodyPr>
          <a:lstStyle>
            <a:lvl1pPr>
              <a:defRPr>
                <a:solidFill>
                  <a:schemeClr val="bg1"/>
                </a:solidFill>
              </a:defRPr>
            </a:lvl1pPr>
          </a:lstStyle>
          <a:p>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并列关系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图片占位符 47"/>
          <p:cNvSpPr>
            <a:spLocks noGrp="1"/>
          </p:cNvSpPr>
          <p:nvPr>
            <p:ph type="pic" sz="quarter" idx="10"/>
          </p:nvPr>
        </p:nvSpPr>
        <p:spPr>
          <a:xfrm>
            <a:off x="673100"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4" name="椭圆 3"/>
          <p:cNvSpPr/>
          <p:nvPr userDrawn="1"/>
        </p:nvSpPr>
        <p:spPr>
          <a:xfrm>
            <a:off x="858015"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图片占位符 47"/>
          <p:cNvSpPr>
            <a:spLocks noGrp="1"/>
          </p:cNvSpPr>
          <p:nvPr>
            <p:ph type="pic" sz="quarter" idx="11"/>
          </p:nvPr>
        </p:nvSpPr>
        <p:spPr>
          <a:xfrm>
            <a:off x="9434553"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6" name="椭圆 5"/>
          <p:cNvSpPr/>
          <p:nvPr userDrawn="1"/>
        </p:nvSpPr>
        <p:spPr>
          <a:xfrm>
            <a:off x="9619468"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图片占位符 47"/>
          <p:cNvSpPr>
            <a:spLocks noGrp="1"/>
          </p:cNvSpPr>
          <p:nvPr>
            <p:ph type="pic" sz="quarter" idx="12"/>
          </p:nvPr>
        </p:nvSpPr>
        <p:spPr>
          <a:xfrm>
            <a:off x="3627834"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8" name="椭圆 7"/>
          <p:cNvSpPr/>
          <p:nvPr userDrawn="1"/>
        </p:nvSpPr>
        <p:spPr>
          <a:xfrm>
            <a:off x="3812749"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图片占位符 47"/>
          <p:cNvSpPr>
            <a:spLocks noGrp="1"/>
          </p:cNvSpPr>
          <p:nvPr>
            <p:ph type="pic" sz="quarter" idx="13"/>
          </p:nvPr>
        </p:nvSpPr>
        <p:spPr>
          <a:xfrm>
            <a:off x="6531193" y="867841"/>
            <a:ext cx="2247090" cy="2247090"/>
          </a:xfrm>
          <a:custGeom>
            <a:avLst/>
            <a:gdLst>
              <a:gd name="connsiteX0" fmla="*/ 1022350 w 2044700"/>
              <a:gd name="connsiteY0" fmla="*/ 0 h 2044700"/>
              <a:gd name="connsiteX1" fmla="*/ 2044700 w 2044700"/>
              <a:gd name="connsiteY1" fmla="*/ 1022350 h 2044700"/>
              <a:gd name="connsiteX2" fmla="*/ 1022350 w 2044700"/>
              <a:gd name="connsiteY2" fmla="*/ 2044700 h 2044700"/>
              <a:gd name="connsiteX3" fmla="*/ 0 w 2044700"/>
              <a:gd name="connsiteY3" fmla="*/ 1022350 h 2044700"/>
              <a:gd name="connsiteX4" fmla="*/ 1022350 w 2044700"/>
              <a:gd name="connsiteY4" fmla="*/ 0 h 204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4700" h="2044700">
                <a:moveTo>
                  <a:pt x="1022350" y="0"/>
                </a:moveTo>
                <a:cubicBezTo>
                  <a:pt x="1586978" y="0"/>
                  <a:pt x="2044700" y="457722"/>
                  <a:pt x="2044700" y="1022350"/>
                </a:cubicBezTo>
                <a:cubicBezTo>
                  <a:pt x="2044700" y="1586978"/>
                  <a:pt x="1586978" y="2044700"/>
                  <a:pt x="1022350" y="2044700"/>
                </a:cubicBezTo>
                <a:cubicBezTo>
                  <a:pt x="457722" y="2044700"/>
                  <a:pt x="0" y="1586978"/>
                  <a:pt x="0" y="1022350"/>
                </a:cubicBezTo>
                <a:cubicBezTo>
                  <a:pt x="0" y="457722"/>
                  <a:pt x="457722" y="0"/>
                  <a:pt x="1022350" y="0"/>
                </a:cubicBezTo>
                <a:close/>
              </a:path>
            </a:pathLst>
          </a:custGeom>
          <a:effectLst>
            <a:softEdge rad="419100"/>
          </a:effectLst>
        </p:spPr>
        <p:txBody>
          <a:bodyPr wrap="square">
            <a:noAutofit/>
          </a:bodyPr>
          <a:lstStyle/>
          <a:p>
            <a:endParaRPr lang="zh-CN" altLang="en-US"/>
          </a:p>
        </p:txBody>
      </p:sp>
      <p:sp>
        <p:nvSpPr>
          <p:cNvPr id="10" name="椭圆 9"/>
          <p:cNvSpPr/>
          <p:nvPr userDrawn="1"/>
        </p:nvSpPr>
        <p:spPr>
          <a:xfrm>
            <a:off x="6716108" y="1022215"/>
            <a:ext cx="1899432" cy="1899432"/>
          </a:xfrm>
          <a:prstGeom prst="ellipse">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png"/><Relationship Id="rId18" Type="http://schemas.openxmlformats.org/officeDocument/2006/relationships/image" Target="../media/image97.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17" Type="http://schemas.openxmlformats.org/officeDocument/2006/relationships/image" Target="../media/image96.png"/><Relationship Id="rId2" Type="http://schemas.openxmlformats.org/officeDocument/2006/relationships/slideLayout" Target="../slideLayouts/slideLayout18.xml"/><Relationship Id="rId16" Type="http://schemas.microsoft.com/office/2007/relationships/hdphoto" Target="../media/hdphoto1.wdp"/><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2.png"/><Relationship Id="rId10" Type="http://schemas.openxmlformats.org/officeDocument/2006/relationships/slideLayout" Target="../slideLayouts/slideLayout26.xml"/><Relationship Id="rId19" Type="http://schemas.openxmlformats.org/officeDocument/2006/relationships/image" Target="../media/image98.pn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95.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alphaModFix amt="5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365125"/>
            <a:ext cx="10515600" cy="66357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60400" y="1130299"/>
            <a:ext cx="10858500" cy="528637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E0089C-97FC-4C43-98E2-7E15970128A1}" type="datetimeFigureOut">
              <a:rPr lang="zh-CN" altLang="en-US" smtClean="0"/>
              <a:t>2026/4/23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80527-7288-43D7-9990-430E7FB1CB8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73100" y="358640"/>
            <a:ext cx="8012726" cy="6635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60400" y="1130300"/>
            <a:ext cx="10858500" cy="528637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pic>
        <p:nvPicPr>
          <p:cNvPr id="21" name="图形 20"/>
          <p:cNvPicPr>
            <a:picLocks noChangeAspect="1"/>
          </p:cNvPicPr>
          <p:nvPr userDrawn="1"/>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733217" y="433225"/>
            <a:ext cx="2256679" cy="514403"/>
          </a:xfrm>
          <a:prstGeom prst="rect">
            <a:avLst/>
          </a:prstGeom>
        </p:spPr>
      </p:pic>
      <p:sp>
        <p:nvSpPr>
          <p:cNvPr id="45" name="矩形 44"/>
          <p:cNvSpPr/>
          <p:nvPr userDrawn="1"/>
        </p:nvSpPr>
        <p:spPr>
          <a:xfrm>
            <a:off x="0" y="6573976"/>
            <a:ext cx="12192000" cy="3033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descr="蓝色的标志&#10;&#10;描述已自动生成"/>
          <p:cNvPicPr>
            <a:picLocks noChangeAspect="1"/>
          </p:cNvPicPr>
          <p:nvPr userDrawn="1"/>
        </p:nvPicPr>
        <p:blipFill>
          <a:blip r:embed="rId15" cstate="email">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80959" y="6607217"/>
            <a:ext cx="228600" cy="226396"/>
          </a:xfrm>
          <a:prstGeom prst="rect">
            <a:avLst/>
          </a:prstGeom>
        </p:spPr>
      </p:pic>
      <p:sp>
        <p:nvSpPr>
          <p:cNvPr id="27" name="文本框 26"/>
          <p:cNvSpPr txBox="1"/>
          <p:nvPr userDrawn="1"/>
        </p:nvSpPr>
        <p:spPr>
          <a:xfrm>
            <a:off x="3845904" y="6524565"/>
            <a:ext cx="4778246" cy="369332"/>
          </a:xfrm>
          <a:prstGeom prst="rect">
            <a:avLst/>
          </a:prstGeom>
          <a:noFill/>
        </p:spPr>
        <p:txBody>
          <a:bodyPr wrap="square" rtlCol="0">
            <a:spAutoFit/>
          </a:bodyPr>
          <a:lstStyle/>
          <a:p>
            <a:pPr algn="ctr"/>
            <a:r>
              <a:rPr lang="zh-CN" altLang="en-US" sz="1800" kern="1200" spc="2000" baseline="0" dirty="0">
                <a:solidFill>
                  <a:schemeClr val="bg1"/>
                </a:solidFill>
                <a:latin typeface="楷体" panose="02010609060101010101" pitchFamily="49" charset="-122"/>
                <a:ea typeface="楷体" panose="02010609060101010101" pitchFamily="49" charset="-122"/>
                <a:cs typeface="+mn-cs"/>
              </a:rPr>
              <a:t>求实求真 大气大为</a:t>
            </a:r>
          </a:p>
        </p:txBody>
      </p:sp>
      <p:pic>
        <p:nvPicPr>
          <p:cNvPr id="28" name="图片 27" descr="一些文字和图案&#10;&#10;描述已自动生成"/>
          <p:cNvPicPr>
            <a:picLocks noChangeAspect="1"/>
          </p:cNvPicPr>
          <p:nvPr userDrawn="1"/>
        </p:nvPicPr>
        <p:blipFill rotWithShape="1">
          <a:blip r:embed="rId17" cstate="email">
            <a:duotone>
              <a:schemeClr val="accent5">
                <a:shade val="45000"/>
                <a:satMod val="135000"/>
              </a:schemeClr>
              <a:prstClr val="white"/>
            </a:duotone>
            <a:extLst>
              <a:ext uri="{28A0092B-C50C-407E-A947-70E740481C1C}">
                <a14:useLocalDpi xmlns:a14="http://schemas.microsoft.com/office/drawing/2010/main" val="0"/>
              </a:ext>
            </a:extLst>
          </a:blip>
          <a:srcRect l="24804" t="19883" b="72226"/>
          <a:stretch>
            <a:fillRect/>
          </a:stretch>
        </p:blipFill>
        <p:spPr>
          <a:xfrm>
            <a:off x="-147485" y="6601181"/>
            <a:ext cx="4583981" cy="276145"/>
          </a:xfrm>
          <a:prstGeom prst="rect">
            <a:avLst/>
          </a:prstGeom>
        </p:spPr>
      </p:pic>
      <p:pic>
        <p:nvPicPr>
          <p:cNvPr id="29" name="图片 28" descr="一些文字和图案&#10;&#10;描述已自动生成"/>
          <p:cNvPicPr>
            <a:picLocks noChangeAspect="1"/>
          </p:cNvPicPr>
          <p:nvPr userDrawn="1"/>
        </p:nvPicPr>
        <p:blipFill rotWithShape="1">
          <a:blip r:embed="rId18" cstate="email">
            <a:duotone>
              <a:schemeClr val="accent5">
                <a:shade val="45000"/>
                <a:satMod val="135000"/>
              </a:schemeClr>
              <a:prstClr val="white"/>
            </a:duotone>
            <a:extLst>
              <a:ext uri="{28A0092B-C50C-407E-A947-70E740481C1C}">
                <a14:useLocalDpi xmlns:a14="http://schemas.microsoft.com/office/drawing/2010/main" val="0"/>
              </a:ext>
            </a:extLst>
          </a:blip>
          <a:srcRect l="24804" t="21026" b="72226"/>
          <a:stretch>
            <a:fillRect/>
          </a:stretch>
        </p:blipFill>
        <p:spPr>
          <a:xfrm flipH="1">
            <a:off x="7754019" y="6601181"/>
            <a:ext cx="4583981" cy="276146"/>
          </a:xfrm>
          <a:prstGeom prst="rect">
            <a:avLst/>
          </a:prstGeom>
        </p:spPr>
      </p:pic>
      <p:sp>
        <p:nvSpPr>
          <p:cNvPr id="35" name="矩形 34"/>
          <p:cNvSpPr/>
          <p:nvPr userDrawn="1"/>
        </p:nvSpPr>
        <p:spPr>
          <a:xfrm rot="16200000">
            <a:off x="-11213" y="406687"/>
            <a:ext cx="581231"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一些文字和图案&#10;&#10;描述已自动生成"/>
          <p:cNvPicPr>
            <a:picLocks noChangeAspect="1"/>
          </p:cNvPicPr>
          <p:nvPr userDrawn="1"/>
        </p:nvPicPr>
        <p:blipFill rotWithShape="1">
          <a:blip r:embed="rId19">
            <a:alphaModFix amt="57000"/>
            <a:duotone>
              <a:schemeClr val="accent5">
                <a:shade val="45000"/>
                <a:satMod val="135000"/>
              </a:schemeClr>
              <a:prstClr val="white"/>
            </a:duotone>
          </a:blip>
          <a:srcRect l="22777" t="3479" r="15759" b="52708"/>
          <a:stretch>
            <a:fillRect/>
          </a:stretch>
        </p:blipFill>
        <p:spPr>
          <a:xfrm>
            <a:off x="-1642" y="392901"/>
            <a:ext cx="558801" cy="580093"/>
          </a:xfrm>
          <a:prstGeom prst="rect">
            <a:avLst/>
          </a:prstGeom>
        </p:spPr>
      </p:pic>
      <p:sp>
        <p:nvSpPr>
          <p:cNvPr id="42" name="矩形 41"/>
          <p:cNvSpPr/>
          <p:nvPr userDrawn="1"/>
        </p:nvSpPr>
        <p:spPr>
          <a:xfrm>
            <a:off x="527054" y="538499"/>
            <a:ext cx="63496" cy="30988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43" name="矩形 42"/>
          <p:cNvSpPr/>
          <p:nvPr userDrawn="1"/>
        </p:nvSpPr>
        <p:spPr>
          <a:xfrm>
            <a:off x="12126862" y="538499"/>
            <a:ext cx="63496" cy="30988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cxnSp>
        <p:nvCxnSpPr>
          <p:cNvPr id="47" name="直接连接符 46"/>
          <p:cNvCxnSpPr/>
          <p:nvPr userDrawn="1"/>
        </p:nvCxnSpPr>
        <p:spPr>
          <a:xfrm>
            <a:off x="-1642" y="6587132"/>
            <a:ext cx="12192000" cy="0"/>
          </a:xfrm>
          <a:prstGeom prst="line">
            <a:avLst/>
          </a:prstGeom>
          <a:ln w="25400">
            <a:gradFill>
              <a:gsLst>
                <a:gs pos="22000">
                  <a:schemeClr val="accent4"/>
                </a:gs>
                <a:gs pos="50000">
                  <a:srgbClr val="F29424">
                    <a:alpha val="22000"/>
                  </a:srgbClr>
                </a:gs>
                <a:gs pos="78000">
                  <a:schemeClr val="accent4"/>
                </a:gs>
              </a:gsLst>
              <a:lin ang="0" scaled="0"/>
            </a:gradFill>
          </a:ln>
        </p:spPr>
        <p:style>
          <a:lnRef idx="1">
            <a:schemeClr val="accent4"/>
          </a:lnRef>
          <a:fillRef idx="0">
            <a:schemeClr val="accent4"/>
          </a:fillRef>
          <a:effectRef idx="0">
            <a:schemeClr val="accent4"/>
          </a:effectRef>
          <a:fontRef idx="minor">
            <a:schemeClr val="tx1"/>
          </a:fontRef>
        </p:style>
      </p:cxn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000" kern="1200">
          <a:solidFill>
            <a:schemeClr val="tx1"/>
          </a:solidFill>
          <a:latin typeface="思源宋体 CN Heavy" panose="02020900000000000000" pitchFamily="18" charset="-122"/>
          <a:ea typeface="思源宋体 CN Heavy" panose="02020900000000000000"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宋体 CN Medium" panose="02020500000000000000" pitchFamily="18" charset="-122"/>
          <a:ea typeface="思源宋体 CN Medium" panose="02020500000000000000"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宋体 CN Medium" panose="02020500000000000000" pitchFamily="18" charset="-122"/>
          <a:ea typeface="思源宋体 CN Medium" panose="02020500000000000000"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宋体 CN Medium" panose="02020500000000000000" pitchFamily="18" charset="-122"/>
          <a:ea typeface="思源宋体 CN Medium" panose="02020500000000000000"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Medium" panose="02020500000000000000" pitchFamily="18" charset="-122"/>
          <a:ea typeface="思源宋体 CN Medium" panose="02020500000000000000"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宋体 CN Medium" panose="02020500000000000000" pitchFamily="18" charset="-122"/>
          <a:ea typeface="思源宋体 CN Medium" panose="02020500000000000000"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08.png"/></Relationships>
</file>

<file path=ppt/slides/_rels/slide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18.png"/></Relationships>
</file>

<file path=ppt/slides/_rels/slide1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C82802CA-9CDA-8384-0F8F-4F39C8342283}"/>
              </a:ext>
            </a:extLst>
          </p:cNvPr>
          <p:cNvGraphicFramePr>
            <a:graphicFrameLocks noGrp="1"/>
          </p:cNvGraphicFramePr>
          <p:nvPr>
            <p:extLst>
              <p:ext uri="{D42A27DB-BD31-4B8C-83A1-F6EECF244321}">
                <p14:modId xmlns:p14="http://schemas.microsoft.com/office/powerpoint/2010/main" val="701676177"/>
              </p:ext>
            </p:extLst>
          </p:nvPr>
        </p:nvGraphicFramePr>
        <p:xfrm>
          <a:off x="1409700" y="661187"/>
          <a:ext cx="9533281" cy="1371600"/>
        </p:xfrm>
        <a:graphic>
          <a:graphicData uri="http://schemas.openxmlformats.org/drawingml/2006/table">
            <a:tbl>
              <a:tblPr/>
              <a:tblGrid>
                <a:gridCol w="9533281">
                  <a:extLst>
                    <a:ext uri="{9D8B030D-6E8A-4147-A177-3AD203B41FA5}">
                      <a16:colId xmlns:a16="http://schemas.microsoft.com/office/drawing/2014/main" val="2075112625"/>
                    </a:ext>
                  </a:extLst>
                </a:gridCol>
              </a:tblGrid>
              <a:tr h="182880">
                <a:tc>
                  <a:txBody>
                    <a:bodyPr/>
                    <a:lstStyle/>
                    <a:p>
                      <a:pPr algn="l" fontAlgn="ctr" latinLnBrk="0">
                        <a:buNone/>
                      </a:pPr>
                      <a:r>
                        <a:rPr lang="en-US" sz="2800" dirty="0">
                          <a:solidFill>
                            <a:srgbClr val="000000"/>
                          </a:solidFill>
                          <a:effectLst/>
                        </a:rPr>
                        <a:t>Multi-span Evolutionary Network against Temporal</a:t>
                      </a:r>
                    </a:p>
                    <a:p>
                      <a:pPr algn="l" fontAlgn="ctr" latinLnBrk="0">
                        <a:buNone/>
                      </a:pPr>
                      <a:r>
                        <a:rPr lang="en-US" sz="2800" dirty="0">
                          <a:solidFill>
                            <a:srgbClr val="000000"/>
                          </a:solidFill>
                          <a:effectLst/>
                        </a:rPr>
                        <a:t>Knowledge Graph Reasoning</a:t>
                      </a:r>
                      <a:r>
                        <a:rPr lang="zh-CN" altLang="en-US" sz="2800" dirty="0">
                          <a:solidFill>
                            <a:srgbClr val="000000"/>
                          </a:solidFill>
                          <a:effectLst/>
                        </a:rPr>
                        <a:t>（</a:t>
                      </a:r>
                      <a:r>
                        <a:rPr lang="en-US" sz="2800" dirty="0" err="1">
                          <a:solidFill>
                            <a:srgbClr val="000000"/>
                          </a:solidFill>
                          <a:effectLst/>
                        </a:rPr>
                        <a:t>DiMNet</a:t>
                      </a:r>
                      <a:r>
                        <a:rPr lang="zh-CN" altLang="en-US" sz="2800" dirty="0">
                          <a:solidFill>
                            <a:srgbClr val="000000"/>
                          </a:solidFill>
                          <a:effectLst/>
                        </a:rPr>
                        <a:t>）</a:t>
                      </a:r>
                      <a:br>
                        <a:rPr lang="en-US" sz="2800" dirty="0">
                          <a:solidFill>
                            <a:srgbClr val="000000"/>
                          </a:solidFill>
                          <a:effectLst/>
                        </a:rPr>
                      </a:br>
                      <a:r>
                        <a:rPr lang="zh-CN" altLang="en-US" sz="2800" dirty="0">
                          <a:solidFill>
                            <a:srgbClr val="000000"/>
                          </a:solidFill>
                          <a:effectLst/>
                          <a:latin typeface="Courier New" panose="02070309020205020404" pitchFamily="49" charset="0"/>
                        </a:rPr>
                        <a:t>基于时间知识图谱推理的解纠缠多跨度进化网络</a:t>
                      </a:r>
                      <a:endParaRPr lang="zh-CN" altLang="en-US" sz="2800" dirty="0">
                        <a:solidFill>
                          <a:srgbClr val="000000"/>
                        </a:solidFill>
                        <a:effectLst/>
                      </a:endParaRPr>
                    </a:p>
                  </a:txBody>
                  <a:tcPr anchor="ctr">
                    <a:lnL>
                      <a:noFill/>
                    </a:lnL>
                    <a:lnR>
                      <a:noFill/>
                    </a:lnR>
                    <a:lnT>
                      <a:noFill/>
                    </a:lnT>
                    <a:lnB>
                      <a:noFill/>
                    </a:lnB>
                    <a:noFill/>
                  </a:tcPr>
                </a:tc>
                <a:extLst>
                  <a:ext uri="{0D108BD9-81ED-4DB2-BD59-A6C34878D82A}">
                    <a16:rowId xmlns:a16="http://schemas.microsoft.com/office/drawing/2014/main" val="3533454933"/>
                  </a:ext>
                </a:extLst>
              </a:tr>
            </a:tbl>
          </a:graphicData>
        </a:graphic>
      </p:graphicFrame>
      <p:sp>
        <p:nvSpPr>
          <p:cNvPr id="10" name="文本框 9">
            <a:extLst>
              <a:ext uri="{FF2B5EF4-FFF2-40B4-BE49-F238E27FC236}">
                <a16:creationId xmlns:a16="http://schemas.microsoft.com/office/drawing/2014/main" id="{CB4B581A-2321-414C-7B23-87529D59DE1A}"/>
              </a:ext>
            </a:extLst>
          </p:cNvPr>
          <p:cNvSpPr txBox="1"/>
          <p:nvPr/>
        </p:nvSpPr>
        <p:spPr>
          <a:xfrm>
            <a:off x="1397054" y="3109651"/>
            <a:ext cx="6327220" cy="923330"/>
          </a:xfrm>
          <a:prstGeom prst="rect">
            <a:avLst/>
          </a:prstGeom>
          <a:noFill/>
        </p:spPr>
        <p:txBody>
          <a:bodyPr wrap="square">
            <a:spAutoFit/>
          </a:bodyPr>
          <a:lstStyle/>
          <a:p>
            <a:r>
              <a:rPr lang="zh-CN" altLang="en-US" b="1" dirty="0"/>
              <a:t>作者</a:t>
            </a:r>
            <a:r>
              <a:rPr lang="zh-CN" altLang="en-US" dirty="0"/>
              <a:t>：</a:t>
            </a:r>
            <a:r>
              <a:rPr lang="en-US" altLang="zh-CN" dirty="0"/>
              <a:t>Hao Dong</a:t>
            </a:r>
            <a:r>
              <a:rPr lang="zh-CN" altLang="en-US" dirty="0"/>
              <a:t>，</a:t>
            </a:r>
            <a:r>
              <a:rPr lang="en-US" altLang="zh-CN" dirty="0"/>
              <a:t>Zhiyuan Ning</a:t>
            </a:r>
            <a:r>
              <a:rPr lang="zh-CN" altLang="en-US" dirty="0"/>
              <a:t>，</a:t>
            </a:r>
            <a:r>
              <a:rPr lang="en-US" altLang="zh-CN" dirty="0"/>
              <a:t>Yi Du, </a:t>
            </a:r>
            <a:r>
              <a:rPr lang="en-US" altLang="zh-CN" dirty="0" err="1"/>
              <a:t>Yuanchun</a:t>
            </a:r>
            <a:r>
              <a:rPr lang="en-US" altLang="zh-CN" dirty="0"/>
              <a:t> Zhou</a:t>
            </a:r>
            <a:r>
              <a:rPr lang="zh-CN" altLang="en-US" dirty="0"/>
              <a:t>等</a:t>
            </a:r>
            <a:endParaRPr lang="en-US" altLang="zh-CN" dirty="0"/>
          </a:p>
          <a:p>
            <a:endParaRPr lang="en-US" altLang="zh-CN" dirty="0"/>
          </a:p>
          <a:p>
            <a:endParaRPr lang="zh-CN" altLang="en-US" dirty="0"/>
          </a:p>
        </p:txBody>
      </p:sp>
      <p:sp>
        <p:nvSpPr>
          <p:cNvPr id="11" name="Rectangle 1">
            <a:extLst>
              <a:ext uri="{FF2B5EF4-FFF2-40B4-BE49-F238E27FC236}">
                <a16:creationId xmlns:a16="http://schemas.microsoft.com/office/drawing/2014/main" id="{26B6118E-1A5D-A0AC-F7C4-157E97B5D38F}"/>
              </a:ext>
            </a:extLst>
          </p:cNvPr>
          <p:cNvSpPr>
            <a:spLocks noChangeArrowheads="1"/>
          </p:cNvSpPr>
          <p:nvPr/>
        </p:nvSpPr>
        <p:spPr bwMode="auto">
          <a:xfrm>
            <a:off x="1397054" y="3205797"/>
            <a:ext cx="97844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zh-CN"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zh-CN" b="1" dirty="0">
              <a:latin typeface="Arial" panose="020B0604020202020204" pitchFamily="34" charset="0"/>
            </a:endParaRPr>
          </a:p>
          <a:p>
            <a:pPr lvl="0" eaLnBrk="0" fontAlgn="base" hangingPunct="0">
              <a:spcBef>
                <a:spcPct val="0"/>
              </a:spcBef>
              <a:spcAft>
                <a:spcPct val="0"/>
              </a:spcAft>
            </a:pPr>
            <a:r>
              <a:rPr kumimoji="0" lang="zh-CN" altLang="en-US" sz="1800" b="1" i="0" u="none" strike="noStrike" cap="none" normalizeH="0" baseline="0" dirty="0">
                <a:ln>
                  <a:noFill/>
                </a:ln>
                <a:solidFill>
                  <a:schemeClr val="tx1"/>
                </a:solidFill>
                <a:effectLst/>
                <a:latin typeface="Arial" panose="020B0604020202020204" pitchFamily="34" charset="0"/>
              </a:rPr>
              <a:t>会议</a:t>
            </a:r>
            <a:r>
              <a:rPr kumimoji="0" lang="en-US" altLang="zh-CN" sz="1800" b="1" i="0" u="none" strike="noStrike" cap="none" normalizeH="0" baseline="0" dirty="0">
                <a:ln>
                  <a:noFill/>
                </a:ln>
                <a:solidFill>
                  <a:schemeClr val="tx1"/>
                </a:solidFill>
                <a:effectLst/>
                <a:latin typeface="Arial" panose="020B0604020202020204" pitchFamily="34" charset="0"/>
              </a:rPr>
              <a:t>/</a:t>
            </a:r>
            <a:r>
              <a:rPr kumimoji="0" lang="zh-CN" altLang="en-US" sz="1800" b="1" i="0" u="none" strike="noStrike" cap="none" normalizeH="0" baseline="0" dirty="0">
                <a:ln>
                  <a:noFill/>
                </a:ln>
                <a:solidFill>
                  <a:schemeClr val="tx1"/>
                </a:solidFill>
                <a:effectLst/>
                <a:latin typeface="Arial" panose="020B0604020202020204" pitchFamily="34" charset="0"/>
              </a:rPr>
              <a:t>期刊</a:t>
            </a:r>
            <a:r>
              <a:rPr kumimoji="0" lang="zh-CN" altLang="en-US" sz="1800" b="0" i="0" u="none" strike="noStrike" cap="none" normalizeH="0" baseline="0" dirty="0">
                <a:ln>
                  <a:noFill/>
                </a:ln>
                <a:solidFill>
                  <a:schemeClr val="tx1"/>
                </a:solidFill>
                <a:effectLst/>
                <a:latin typeface="Arial" panose="020B0604020202020204" pitchFamily="34" charset="0"/>
              </a:rPr>
              <a:t> ：</a:t>
            </a:r>
            <a:r>
              <a:rPr lang="en-US" altLang="zh-CN" b="1" dirty="0"/>
              <a:t>Findings of the Association for Computational Linguistics: ACL 2025</a:t>
            </a:r>
            <a:endParaRPr kumimoji="0" lang="en-US" altLang="zh-CN"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zh-CN" altLang="zh-CN" sz="1800" b="1" i="0" u="none" strike="noStrike" cap="none" normalizeH="0" baseline="0" dirty="0">
                <a:ln>
                  <a:noFill/>
                </a:ln>
                <a:solidFill>
                  <a:schemeClr val="tx1"/>
                </a:solidFill>
                <a:effectLst/>
                <a:latin typeface="Arial" panose="020B0604020202020204" pitchFamily="34" charset="0"/>
              </a:rPr>
              <a:t>实验室</a:t>
            </a:r>
            <a:r>
              <a:rPr kumimoji="0" lang="zh-CN" altLang="zh-CN" sz="1800" b="0" i="0" u="none" strike="noStrike" cap="none" normalizeH="0" baseline="0" dirty="0">
                <a:ln>
                  <a:noFill/>
                </a:ln>
                <a:solidFill>
                  <a:schemeClr val="tx1"/>
                </a:solidFill>
                <a:effectLst/>
                <a:latin typeface="Arial" panose="020B0604020202020204" pitchFamily="34" charset="0"/>
              </a:rPr>
              <a:t>：</a:t>
            </a:r>
            <a:r>
              <a:rPr lang="zh-CN" altLang="en-US" dirty="0">
                <a:latin typeface="Arial" panose="020B0604020202020204" pitchFamily="34" charset="0"/>
              </a:rPr>
              <a:t>中国科学院计算机网络信息中心，中国科学院大学</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1199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研究背景与问题</a:t>
            </a:r>
          </a:p>
        </p:txBody>
      </p:sp>
      <p:sp>
        <p:nvSpPr>
          <p:cNvPr id="6" name="文本框 5">
            <a:extLst>
              <a:ext uri="{FF2B5EF4-FFF2-40B4-BE49-F238E27FC236}">
                <a16:creationId xmlns:a16="http://schemas.microsoft.com/office/drawing/2014/main" id="{CC4EC47B-B4B7-90C7-9AF5-1A0EEDC45163}"/>
              </a:ext>
            </a:extLst>
          </p:cNvPr>
          <p:cNvSpPr txBox="1"/>
          <p:nvPr/>
        </p:nvSpPr>
        <p:spPr>
          <a:xfrm>
            <a:off x="604486" y="1332264"/>
            <a:ext cx="9862018"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研究背景：</a:t>
            </a:r>
            <a:r>
              <a:rPr kumimoji="0" lang="zh-CN" altLang="zh-CN" sz="1800" b="0" i="0" u="none" strike="noStrike" cap="none" normalizeH="0" baseline="0" dirty="0">
                <a:ln>
                  <a:noFill/>
                </a:ln>
                <a:solidFill>
                  <a:schemeClr val="tx1"/>
                </a:solidFill>
                <a:effectLst/>
                <a:latin typeface="Arial" panose="020B0604020202020204" pitchFamily="34" charset="0"/>
              </a:rPr>
              <a:t> 文章的研究对象是“时序知识图谱”。与传统的静态知识图谱不同，时序知识图谱中的事实（即节点之间的关系）是带有时间戳的，也就是会随着时间发生变化。</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核心任务：</a:t>
            </a:r>
            <a:r>
              <a:rPr kumimoji="0" lang="zh-CN" altLang="zh-CN" sz="1800" b="0" i="0" u="none" strike="noStrike" cap="none" normalizeH="0" baseline="0" dirty="0">
                <a:ln>
                  <a:noFill/>
                </a:ln>
                <a:solidFill>
                  <a:schemeClr val="tx1"/>
                </a:solidFill>
                <a:effectLst/>
                <a:latin typeface="Arial" panose="020B0604020202020204" pitchFamily="34" charset="0"/>
              </a:rPr>
              <a:t> 本文要解决的是“外推推理”问题</a:t>
            </a:r>
            <a:r>
              <a:rPr lang="zh-CN" altLang="en-US" dirty="0">
                <a:latin typeface="Arial" panose="020B0604020202020204" pitchFamily="34"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endParaRPr kumimoji="0" lang="en-US" altLang="zh-CN" sz="1800"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kumimoji="0" lang="zh-CN" altLang="zh-CN" sz="1800" b="1" i="0" u="none" strike="noStrike" cap="none" normalizeH="0" baseline="0" dirty="0">
                <a:ln>
                  <a:noFill/>
                </a:ln>
                <a:solidFill>
                  <a:schemeClr val="tx1"/>
                </a:solidFill>
                <a:effectLst/>
                <a:latin typeface="Arial" panose="020B0604020202020204" pitchFamily="34" charset="0"/>
              </a:rPr>
              <a:t>主流方法及其基础：</a:t>
            </a:r>
            <a:r>
              <a:rPr kumimoji="0" lang="zh-CN" altLang="zh-CN" sz="1800" b="0" i="0" u="none" strike="noStrike" cap="none" normalizeH="0" baseline="0" dirty="0">
                <a:ln>
                  <a:noFill/>
                </a:ln>
                <a:solidFill>
                  <a:schemeClr val="tx1"/>
                </a:solidFill>
                <a:effectLst/>
                <a:latin typeface="Arial" panose="020B0604020202020204" pitchFamily="34" charset="0"/>
              </a:rPr>
              <a:t> 指出了目前学界常用的处理范式，也就是把随时间变化的图谱切分成一个个按时间顺序排列的“快照”</a:t>
            </a:r>
            <a:r>
              <a:rPr lang="zh-CN" altLang="en-US" dirty="0"/>
              <a:t> （即子图序列）。通过捕捉这些子图之间的演化规律来进行预测。</a:t>
            </a:r>
          </a:p>
        </p:txBody>
      </p:sp>
      <p:sp>
        <p:nvSpPr>
          <p:cNvPr id="9" name="文本框 8">
            <a:extLst>
              <a:ext uri="{FF2B5EF4-FFF2-40B4-BE49-F238E27FC236}">
                <a16:creationId xmlns:a16="http://schemas.microsoft.com/office/drawing/2014/main" id="{A8C677F9-9EF1-3750-3C50-E76650B5CBFA}"/>
              </a:ext>
            </a:extLst>
          </p:cNvPr>
          <p:cNvSpPr txBox="1"/>
          <p:nvPr/>
        </p:nvSpPr>
        <p:spPr>
          <a:xfrm>
            <a:off x="604486" y="3698740"/>
            <a:ext cx="9862018" cy="2031325"/>
          </a:xfrm>
          <a:prstGeom prst="rect">
            <a:avLst/>
          </a:prstGeom>
          <a:noFill/>
        </p:spPr>
        <p:txBody>
          <a:bodyPr wrap="square">
            <a:spAutoFit/>
          </a:bodyPr>
          <a:lstStyle/>
          <a:p>
            <a:pPr lvl="0" eaLnBrk="0" fontAlgn="base" hangingPunct="0">
              <a:spcBef>
                <a:spcPct val="0"/>
              </a:spcBef>
              <a:spcAft>
                <a:spcPct val="0"/>
              </a:spcAft>
            </a:pPr>
            <a:r>
              <a:rPr lang="zh-CN" altLang="en-US" b="1" dirty="0"/>
              <a:t>问题</a:t>
            </a:r>
            <a:endParaRPr lang="en-US" altLang="zh-CN" b="1" dirty="0"/>
          </a:p>
          <a:p>
            <a:pPr lvl="0" eaLnBrk="0" fontAlgn="base" hangingPunct="0">
              <a:spcBef>
                <a:spcPct val="0"/>
              </a:spcBef>
              <a:spcAft>
                <a:spcPct val="0"/>
              </a:spcAft>
            </a:pPr>
            <a:r>
              <a:rPr lang="zh-CN" altLang="en-US" b="1" dirty="0"/>
              <a:t>痛点</a:t>
            </a:r>
            <a:r>
              <a:rPr lang="en-US" altLang="zh-CN" b="1" dirty="0"/>
              <a:t>1</a:t>
            </a:r>
            <a:r>
              <a:rPr lang="zh-CN" altLang="en-US" b="1" dirty="0"/>
              <a:t>（结构信息孤岛）</a:t>
            </a:r>
            <a:r>
              <a:rPr lang="zh-CN" altLang="en-US" dirty="0"/>
              <a:t>：当前时刻某个节点的属性变化，实际上不仅受当前时刻周围邻居的影响，还深刻受制于历史时刻它邻居的状态。现有模型很难捕捉这种跨时间的拓扑结构传递。</a:t>
            </a:r>
            <a:endParaRPr lang="en-US" altLang="zh-CN" dirty="0"/>
          </a:p>
          <a:p>
            <a:pPr lvl="0" eaLnBrk="0" fontAlgn="base" hangingPunct="0">
              <a:spcBef>
                <a:spcPct val="0"/>
              </a:spcBef>
              <a:spcAft>
                <a:spcPct val="0"/>
              </a:spcAft>
            </a:pPr>
            <a:endParaRPr lang="en-US" altLang="zh-CN" dirty="0"/>
          </a:p>
          <a:p>
            <a:pPr lvl="0" eaLnBrk="0" fontAlgn="base" hangingPunct="0">
              <a:spcBef>
                <a:spcPct val="0"/>
              </a:spcBef>
              <a:spcAft>
                <a:spcPct val="0"/>
              </a:spcAft>
            </a:pPr>
            <a:r>
              <a:rPr lang="zh-CN" altLang="en-US" b="1" dirty="0"/>
              <a:t>痛点二（特征混淆）：</a:t>
            </a:r>
            <a:r>
              <a:rPr lang="zh-CN" altLang="en-US" dirty="0"/>
              <a:t> 在现实世界中，一个实体的特征演化包含两部分。一部分是“活跃特征”（比如一个人担任的职位、所在的城市，会随时间变化）；另一部分是“稳定特征”（比如一个人的国籍、出生地，随时间非常平滑甚至不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4901-0E22-75F5-C345-9374178B84C1}"/>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17EB1A2-6BC7-5EA6-9D95-1C4F7AF7C83C}"/>
              </a:ext>
            </a:extLst>
          </p:cNvPr>
          <p:cNvSpPr>
            <a:spLocks noGrp="1"/>
          </p:cNvSpPr>
          <p:nvPr>
            <p:ph type="title"/>
          </p:nvPr>
        </p:nvSpPr>
        <p:spPr/>
        <p:txBody>
          <a:bodyPr>
            <a:normAutofit/>
          </a:bodyPr>
          <a:lstStyle/>
          <a:p>
            <a:r>
              <a:rPr lang="en-US" altLang="zh-CN" sz="2800" dirty="0" err="1">
                <a:latin typeface="+mj-ea"/>
                <a:ea typeface="+mj-ea"/>
                <a:sym typeface="Arial" panose="020B0604020202020204" pitchFamily="34" charset="0"/>
              </a:rPr>
              <a:t>DiMNet</a:t>
            </a:r>
            <a:r>
              <a:rPr lang="zh-CN" altLang="en-US" sz="2800" dirty="0">
                <a:latin typeface="+mj-ea"/>
                <a:ea typeface="+mj-ea"/>
                <a:sym typeface="Arial" panose="020B0604020202020204" pitchFamily="34" charset="0"/>
              </a:rPr>
              <a:t>解决方案</a:t>
            </a:r>
          </a:p>
        </p:txBody>
      </p:sp>
      <p:sp>
        <p:nvSpPr>
          <p:cNvPr id="9" name="文本框 8">
            <a:extLst>
              <a:ext uri="{FF2B5EF4-FFF2-40B4-BE49-F238E27FC236}">
                <a16:creationId xmlns:a16="http://schemas.microsoft.com/office/drawing/2014/main" id="{6EEA0531-EE46-0167-1D06-72CE8927DF01}"/>
              </a:ext>
            </a:extLst>
          </p:cNvPr>
          <p:cNvSpPr txBox="1"/>
          <p:nvPr/>
        </p:nvSpPr>
        <p:spPr>
          <a:xfrm>
            <a:off x="930850" y="3063710"/>
            <a:ext cx="9865016" cy="3139321"/>
          </a:xfrm>
          <a:prstGeom prst="rect">
            <a:avLst/>
          </a:prstGeom>
          <a:noFill/>
        </p:spPr>
        <p:txBody>
          <a:bodyPr wrap="square" rtlCol="0">
            <a:spAutoFit/>
          </a:bodyPr>
          <a:lstStyle/>
          <a:p>
            <a:r>
              <a:rPr lang="en-US" altLang="zh-CN" b="1" dirty="0"/>
              <a:t>1.</a:t>
            </a:r>
            <a:r>
              <a:rPr lang="zh-CN" altLang="en-US" b="1" dirty="0"/>
              <a:t>多跨度演化策略</a:t>
            </a:r>
            <a:endParaRPr lang="en-US" altLang="zh-CN" b="1" dirty="0"/>
          </a:p>
          <a:p>
            <a:r>
              <a:rPr lang="zh-CN" altLang="en-US" dirty="0"/>
              <a:t>针对第一个痛点，作者提出了不仅看现在，还要看过去的“多跨度”感知机制。</a:t>
            </a:r>
            <a:endParaRPr lang="en-US" altLang="zh-CN" dirty="0"/>
          </a:p>
          <a:p>
            <a:endParaRPr lang="en-US" altLang="zh-CN" dirty="0"/>
          </a:p>
          <a:p>
            <a:endParaRPr lang="en-US" altLang="zh-CN" dirty="0"/>
          </a:p>
          <a:p>
            <a:r>
              <a:rPr lang="en-US" altLang="zh-CN" b="1" dirty="0"/>
              <a:t>2.</a:t>
            </a:r>
            <a:r>
              <a:rPr lang="zh-CN" altLang="en-US" b="1" dirty="0"/>
              <a:t>解耦组件</a:t>
            </a:r>
            <a:endParaRPr lang="en-US" altLang="zh-CN" b="1" dirty="0"/>
          </a:p>
          <a:p>
            <a:r>
              <a:rPr lang="zh-CN" altLang="en-US" dirty="0"/>
              <a:t>针对第二个痛点，引入了“解耦”思想。将节点的特征强制剥离开来，分离出专门负责剧烈变化的“活跃特征”和负责保持平滑稳定的“稳定特征”。</a:t>
            </a:r>
            <a:endParaRPr lang="en-US" altLang="zh-CN" dirty="0"/>
          </a:p>
          <a:p>
            <a:endParaRPr lang="en-US" altLang="zh-CN" dirty="0"/>
          </a:p>
          <a:p>
            <a:r>
              <a:rPr lang="en-US" altLang="zh-CN" b="1" dirty="0"/>
              <a:t>3.</a:t>
            </a:r>
            <a:r>
              <a:rPr lang="zh-CN" altLang="en-US" b="1" dirty="0"/>
              <a:t> 卓越结果</a:t>
            </a:r>
            <a:endParaRPr lang="en-US" altLang="zh-CN" b="1" dirty="0"/>
          </a:p>
          <a:p>
            <a:r>
              <a:rPr lang="zh-CN" altLang="en-US" b="1" dirty="0"/>
              <a:t>在时序知识图谱非常核心的评估指标上取得了突破（提升达 </a:t>
            </a:r>
            <a:r>
              <a:rPr lang="en-US" altLang="zh-CN" b="1" dirty="0"/>
              <a:t>22.7%</a:t>
            </a:r>
            <a:r>
              <a:rPr lang="zh-CN" altLang="en-US" b="1" dirty="0"/>
              <a:t>）</a:t>
            </a:r>
            <a:endParaRPr lang="zh-CN" altLang="en-US" dirty="0"/>
          </a:p>
          <a:p>
            <a:endParaRPr lang="zh-CN" altLang="en-US" dirty="0"/>
          </a:p>
        </p:txBody>
      </p:sp>
      <p:pic>
        <p:nvPicPr>
          <p:cNvPr id="3" name="图片 2">
            <a:extLst>
              <a:ext uri="{FF2B5EF4-FFF2-40B4-BE49-F238E27FC236}">
                <a16:creationId xmlns:a16="http://schemas.microsoft.com/office/drawing/2014/main" id="{6C5EEE44-9130-591D-CDC1-9D1CEF8B96F0}"/>
              </a:ext>
            </a:extLst>
          </p:cNvPr>
          <p:cNvPicPr>
            <a:picLocks noChangeAspect="1"/>
          </p:cNvPicPr>
          <p:nvPr/>
        </p:nvPicPr>
        <p:blipFill>
          <a:blip r:embed="rId3"/>
          <a:stretch>
            <a:fillRect/>
          </a:stretch>
        </p:blipFill>
        <p:spPr>
          <a:xfrm>
            <a:off x="5012459" y="654969"/>
            <a:ext cx="4244867" cy="2113626"/>
          </a:xfrm>
          <a:prstGeom prst="rect">
            <a:avLst/>
          </a:prstGeom>
        </p:spPr>
      </p:pic>
    </p:spTree>
    <p:extLst>
      <p:ext uri="{BB962C8B-B14F-4D97-AF65-F5344CB8AC3E}">
        <p14:creationId xmlns:p14="http://schemas.microsoft.com/office/powerpoint/2010/main" val="2661742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0B186-F72F-310A-43D0-F271249F65E9}"/>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7B0F5384-ED7D-4AA7-E63F-C6112B6989C7}"/>
              </a:ext>
            </a:extLst>
          </p:cNvPr>
          <p:cNvSpPr>
            <a:spLocks noGrp="1"/>
          </p:cNvSpPr>
          <p:nvPr>
            <p:ph type="title"/>
          </p:nvPr>
        </p:nvSpPr>
        <p:spPr/>
        <p:txBody>
          <a:bodyPr>
            <a:normAutofit/>
          </a:bodyPr>
          <a:lstStyle/>
          <a:p>
            <a:r>
              <a:rPr lang="en-US" altLang="zh-CN" sz="2800" dirty="0" err="1">
                <a:latin typeface="+mj-ea"/>
                <a:ea typeface="+mj-ea"/>
                <a:sym typeface="Arial" panose="020B0604020202020204" pitchFamily="34" charset="0"/>
              </a:rPr>
              <a:t>DiMNet</a:t>
            </a:r>
            <a:r>
              <a:rPr lang="zh-CN" altLang="en-US" sz="2800" dirty="0">
                <a:latin typeface="+mj-ea"/>
                <a:ea typeface="+mj-ea"/>
                <a:sym typeface="Arial" panose="020B0604020202020204" pitchFamily="34" charset="0"/>
              </a:rPr>
              <a:t>的整体架构</a:t>
            </a:r>
          </a:p>
        </p:txBody>
      </p:sp>
      <p:pic>
        <p:nvPicPr>
          <p:cNvPr id="2" name="图片 1">
            <a:extLst>
              <a:ext uri="{FF2B5EF4-FFF2-40B4-BE49-F238E27FC236}">
                <a16:creationId xmlns:a16="http://schemas.microsoft.com/office/drawing/2014/main" id="{1ED7868E-DBBD-89CE-3B48-652061064A5F}"/>
              </a:ext>
            </a:extLst>
          </p:cNvPr>
          <p:cNvPicPr>
            <a:picLocks noChangeAspect="1"/>
          </p:cNvPicPr>
          <p:nvPr/>
        </p:nvPicPr>
        <p:blipFill>
          <a:blip r:embed="rId3"/>
          <a:stretch>
            <a:fillRect/>
          </a:stretch>
        </p:blipFill>
        <p:spPr>
          <a:xfrm>
            <a:off x="1090243" y="1147082"/>
            <a:ext cx="9109064" cy="4032472"/>
          </a:xfrm>
          <a:prstGeom prst="rect">
            <a:avLst/>
          </a:prstGeom>
        </p:spPr>
      </p:pic>
    </p:spTree>
    <p:extLst>
      <p:ext uri="{BB962C8B-B14F-4D97-AF65-F5344CB8AC3E}">
        <p14:creationId xmlns:p14="http://schemas.microsoft.com/office/powerpoint/2010/main" val="967048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BA0FD-354D-E53B-B9FB-F873E2481327}"/>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8C30B99D-BC49-CB0C-2600-4D0F88AD3072}"/>
              </a:ext>
            </a:extLst>
          </p:cNvPr>
          <p:cNvSpPr>
            <a:spLocks noGrp="1"/>
          </p:cNvSpPr>
          <p:nvPr>
            <p:ph type="title"/>
          </p:nvPr>
        </p:nvSpPr>
        <p:spPr/>
        <p:txBody>
          <a:bodyPr>
            <a:normAutofit/>
          </a:bodyPr>
          <a:lstStyle/>
          <a:p>
            <a:r>
              <a:rPr lang="zh-CN" altLang="en-US" sz="2800" dirty="0"/>
              <a:t>多跨度演化：跨时空的消息聚合</a:t>
            </a:r>
            <a:endParaRPr lang="zh-CN" altLang="en-US" sz="2800" dirty="0">
              <a:latin typeface="+mj-ea"/>
              <a:ea typeface="+mj-ea"/>
              <a:sym typeface="Arial" panose="020B0604020202020204" pitchFamily="34" charset="0"/>
            </a:endParaRPr>
          </a:p>
        </p:txBody>
      </p:sp>
      <p:pic>
        <p:nvPicPr>
          <p:cNvPr id="3" name="图片 2">
            <a:extLst>
              <a:ext uri="{FF2B5EF4-FFF2-40B4-BE49-F238E27FC236}">
                <a16:creationId xmlns:a16="http://schemas.microsoft.com/office/drawing/2014/main" id="{B197F48A-E858-9937-ABB0-5FDCD6B30DA1}"/>
              </a:ext>
            </a:extLst>
          </p:cNvPr>
          <p:cNvPicPr>
            <a:picLocks noChangeAspect="1"/>
          </p:cNvPicPr>
          <p:nvPr/>
        </p:nvPicPr>
        <p:blipFill>
          <a:blip r:embed="rId3"/>
          <a:stretch>
            <a:fillRect/>
          </a:stretch>
        </p:blipFill>
        <p:spPr>
          <a:xfrm>
            <a:off x="673100" y="1791937"/>
            <a:ext cx="5043377" cy="765419"/>
          </a:xfrm>
          <a:prstGeom prst="rect">
            <a:avLst/>
          </a:prstGeom>
        </p:spPr>
      </p:pic>
      <p:pic>
        <p:nvPicPr>
          <p:cNvPr id="4" name="图片 3">
            <a:extLst>
              <a:ext uri="{FF2B5EF4-FFF2-40B4-BE49-F238E27FC236}">
                <a16:creationId xmlns:a16="http://schemas.microsoft.com/office/drawing/2014/main" id="{D2504F11-B800-ADD3-19D8-DD4DEF4889D4}"/>
              </a:ext>
            </a:extLst>
          </p:cNvPr>
          <p:cNvPicPr>
            <a:picLocks noChangeAspect="1"/>
          </p:cNvPicPr>
          <p:nvPr/>
        </p:nvPicPr>
        <p:blipFill>
          <a:blip r:embed="rId4"/>
          <a:stretch>
            <a:fillRect/>
          </a:stretch>
        </p:blipFill>
        <p:spPr>
          <a:xfrm>
            <a:off x="673100" y="3639817"/>
            <a:ext cx="4372323" cy="660828"/>
          </a:xfrm>
          <a:prstGeom prst="rect">
            <a:avLst/>
          </a:prstGeom>
        </p:spPr>
      </p:pic>
      <p:sp>
        <p:nvSpPr>
          <p:cNvPr id="12" name="Rectangle 4">
            <a:extLst>
              <a:ext uri="{FF2B5EF4-FFF2-40B4-BE49-F238E27FC236}">
                <a16:creationId xmlns:a16="http://schemas.microsoft.com/office/drawing/2014/main" id="{F1B81E4B-4D59-F0A7-09CD-80D514029405}"/>
              </a:ext>
            </a:extLst>
          </p:cNvPr>
          <p:cNvSpPr>
            <a:spLocks noChangeArrowheads="1"/>
          </p:cNvSpPr>
          <p:nvPr/>
        </p:nvSpPr>
        <p:spPr bwMode="auto">
          <a:xfrm>
            <a:off x="0" y="-184666"/>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a:t>
            </a:r>
          </a:p>
        </p:txBody>
      </p:sp>
      <p:sp>
        <p:nvSpPr>
          <p:cNvPr id="14" name="文本框 13">
            <a:extLst>
              <a:ext uri="{FF2B5EF4-FFF2-40B4-BE49-F238E27FC236}">
                <a16:creationId xmlns:a16="http://schemas.microsoft.com/office/drawing/2014/main" id="{107F87C6-D7A6-C749-26D4-5A591C0EE746}"/>
              </a:ext>
            </a:extLst>
          </p:cNvPr>
          <p:cNvSpPr txBox="1"/>
          <p:nvPr/>
        </p:nvSpPr>
        <p:spPr>
          <a:xfrm>
            <a:off x="673100" y="1176803"/>
            <a:ext cx="9030368" cy="369332"/>
          </a:xfrm>
          <a:prstGeom prst="rect">
            <a:avLst/>
          </a:prstGeom>
          <a:noFill/>
        </p:spPr>
        <p:txBody>
          <a:bodyPr wrap="square">
            <a:spAutoFit/>
          </a:bodyPr>
          <a:lstStyle/>
          <a:p>
            <a:r>
              <a:rPr lang="zh-CN" altLang="en-US" dirty="0">
                <a:latin typeface="Arial" panose="020B0604020202020204" pitchFamily="34" charset="0"/>
              </a:rPr>
              <a:t>以下公式</a:t>
            </a:r>
            <a:r>
              <a:rPr kumimoji="0" lang="zh-CN" altLang="zh-CN" sz="1800" b="0" i="0" u="none" strike="noStrike" cap="none" normalizeH="0" baseline="0" dirty="0">
                <a:ln>
                  <a:noFill/>
                </a:ln>
                <a:solidFill>
                  <a:schemeClr val="tx1"/>
                </a:solidFill>
                <a:effectLst/>
                <a:latin typeface="Arial" panose="020B0604020202020204" pitchFamily="34" charset="0"/>
              </a:rPr>
              <a:t>介绍了在任意一个时间步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t</a:t>
            </a:r>
            <a:r>
              <a:rPr kumimoji="0" lang="zh-CN" altLang="zh-CN" sz="1800" b="0" i="0" u="none" strike="noStrike" cap="none" normalizeH="0" baseline="0" dirty="0">
                <a:ln>
                  <a:noFill/>
                </a:ln>
                <a:solidFill>
                  <a:schemeClr val="tx1"/>
                </a:solidFill>
                <a:effectLst/>
                <a:latin typeface="Arial" panose="020B0604020202020204" pitchFamily="34" charset="0"/>
              </a:rPr>
              <a:t>，图神经网络是如何收集邻居信</a:t>
            </a:r>
            <a:r>
              <a:rPr kumimoji="0" lang="zh-CN" altLang="en-US" sz="1800" b="0" i="0" u="none" strike="noStrike" cap="none" normalizeH="0" baseline="0" dirty="0">
                <a:ln>
                  <a:noFill/>
                </a:ln>
                <a:solidFill>
                  <a:schemeClr val="tx1"/>
                </a:solidFill>
                <a:effectLst/>
                <a:latin typeface="Arial" panose="020B0604020202020204" pitchFamily="34" charset="0"/>
              </a:rPr>
              <a:t>息并进行消息聚合的</a:t>
            </a:r>
            <a:endParaRPr lang="zh-CN" altLang="en-US" dirty="0"/>
          </a:p>
        </p:txBody>
      </p:sp>
      <p:pic>
        <p:nvPicPr>
          <p:cNvPr id="15" name="图片 14">
            <a:extLst>
              <a:ext uri="{FF2B5EF4-FFF2-40B4-BE49-F238E27FC236}">
                <a16:creationId xmlns:a16="http://schemas.microsoft.com/office/drawing/2014/main" id="{28403531-7B3E-220A-3E14-FE5E4073BA6A}"/>
              </a:ext>
            </a:extLst>
          </p:cNvPr>
          <p:cNvPicPr>
            <a:picLocks noChangeAspect="1"/>
          </p:cNvPicPr>
          <p:nvPr/>
        </p:nvPicPr>
        <p:blipFill>
          <a:blip r:embed="rId5"/>
          <a:stretch>
            <a:fillRect/>
          </a:stretch>
        </p:blipFill>
        <p:spPr>
          <a:xfrm>
            <a:off x="817390" y="2873069"/>
            <a:ext cx="1304935" cy="266702"/>
          </a:xfrm>
          <a:prstGeom prst="rect">
            <a:avLst/>
          </a:prstGeom>
        </p:spPr>
      </p:pic>
      <p:sp>
        <p:nvSpPr>
          <p:cNvPr id="17" name="文本框 16">
            <a:extLst>
              <a:ext uri="{FF2B5EF4-FFF2-40B4-BE49-F238E27FC236}">
                <a16:creationId xmlns:a16="http://schemas.microsoft.com/office/drawing/2014/main" id="{A1FE266A-E49A-8855-F05C-E66883688436}"/>
              </a:ext>
            </a:extLst>
          </p:cNvPr>
          <p:cNvSpPr txBox="1"/>
          <p:nvPr/>
        </p:nvSpPr>
        <p:spPr>
          <a:xfrm>
            <a:off x="625642" y="5496531"/>
            <a:ext cx="11009897" cy="646331"/>
          </a:xfrm>
          <a:prstGeom prst="rect">
            <a:avLst/>
          </a:prstGeom>
          <a:noFill/>
        </p:spPr>
        <p:txBody>
          <a:bodyPr wrap="square">
            <a:spAutoFit/>
          </a:bodyPr>
          <a:lstStyle/>
          <a:p>
            <a:r>
              <a:rPr lang="zh-CN" altLang="en-US" dirty="0"/>
              <a:t>节点去收集邻居信息时，收集来的不再是单纯的“当下邻居特征”，而是包含了公式</a:t>
            </a:r>
            <a:r>
              <a:rPr lang="en-US" altLang="zh-CN" dirty="0"/>
              <a:t>(2)</a:t>
            </a:r>
            <a:r>
              <a:rPr lang="zh-CN" altLang="en-US" dirty="0"/>
              <a:t>注入的“历史邻居特征”。</a:t>
            </a:r>
          </a:p>
        </p:txBody>
      </p:sp>
      <p:pic>
        <p:nvPicPr>
          <p:cNvPr id="18" name="图片 17">
            <a:extLst>
              <a:ext uri="{FF2B5EF4-FFF2-40B4-BE49-F238E27FC236}">
                <a16:creationId xmlns:a16="http://schemas.microsoft.com/office/drawing/2014/main" id="{A49C49CF-9F87-64A3-F3A3-4511030E3386}"/>
              </a:ext>
            </a:extLst>
          </p:cNvPr>
          <p:cNvPicPr>
            <a:picLocks noChangeAspect="1"/>
          </p:cNvPicPr>
          <p:nvPr/>
        </p:nvPicPr>
        <p:blipFill>
          <a:blip r:embed="rId6"/>
          <a:stretch>
            <a:fillRect/>
          </a:stretch>
        </p:blipFill>
        <p:spPr>
          <a:xfrm>
            <a:off x="6013446" y="1760489"/>
            <a:ext cx="5344760" cy="3212122"/>
          </a:xfrm>
          <a:prstGeom prst="rect">
            <a:avLst/>
          </a:prstGeom>
        </p:spPr>
      </p:pic>
    </p:spTree>
    <p:extLst>
      <p:ext uri="{BB962C8B-B14F-4D97-AF65-F5344CB8AC3E}">
        <p14:creationId xmlns:p14="http://schemas.microsoft.com/office/powerpoint/2010/main" val="1818749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60BE9-E7D3-2AFB-618D-DE9F2C6477A7}"/>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3E33802F-2EDB-507C-A268-55F427880A91}"/>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聚合后的特征更新</a:t>
            </a:r>
          </a:p>
        </p:txBody>
      </p:sp>
      <p:sp>
        <p:nvSpPr>
          <p:cNvPr id="14" name="文本框 13">
            <a:extLst>
              <a:ext uri="{FF2B5EF4-FFF2-40B4-BE49-F238E27FC236}">
                <a16:creationId xmlns:a16="http://schemas.microsoft.com/office/drawing/2014/main" id="{9806C522-F805-4F59-9322-3424B95A8FDF}"/>
              </a:ext>
            </a:extLst>
          </p:cNvPr>
          <p:cNvSpPr txBox="1"/>
          <p:nvPr/>
        </p:nvSpPr>
        <p:spPr>
          <a:xfrm>
            <a:off x="673100" y="1176803"/>
            <a:ext cx="9902658" cy="646331"/>
          </a:xfrm>
          <a:prstGeom prst="rect">
            <a:avLst/>
          </a:prstGeom>
          <a:noFill/>
        </p:spPr>
        <p:txBody>
          <a:bodyPr wrap="square">
            <a:spAutoFit/>
          </a:bodyPr>
          <a:lstStyle/>
          <a:p>
            <a:r>
              <a:rPr lang="zh-CN" altLang="en-US" dirty="0"/>
              <a:t>为了更好地捕捉子图序列的时间模式以及历史邻居对语义演化过程的非平凡影响，采用了一种多跨度门控机制，以辅助在聚合过程的基础上更新节点语义</a:t>
            </a:r>
          </a:p>
        </p:txBody>
      </p:sp>
      <p:pic>
        <p:nvPicPr>
          <p:cNvPr id="2" name="图片 1">
            <a:extLst>
              <a:ext uri="{FF2B5EF4-FFF2-40B4-BE49-F238E27FC236}">
                <a16:creationId xmlns:a16="http://schemas.microsoft.com/office/drawing/2014/main" id="{4500E501-7EDE-F809-C21A-D0809E1F5C64}"/>
              </a:ext>
            </a:extLst>
          </p:cNvPr>
          <p:cNvPicPr>
            <a:picLocks noChangeAspect="1"/>
          </p:cNvPicPr>
          <p:nvPr/>
        </p:nvPicPr>
        <p:blipFill>
          <a:blip r:embed="rId3"/>
          <a:stretch>
            <a:fillRect/>
          </a:stretch>
        </p:blipFill>
        <p:spPr>
          <a:xfrm>
            <a:off x="725898" y="2095875"/>
            <a:ext cx="4132138" cy="466852"/>
          </a:xfrm>
          <a:prstGeom prst="rect">
            <a:avLst/>
          </a:prstGeom>
        </p:spPr>
      </p:pic>
      <p:sp>
        <p:nvSpPr>
          <p:cNvPr id="7" name="文本框 6">
            <a:extLst>
              <a:ext uri="{FF2B5EF4-FFF2-40B4-BE49-F238E27FC236}">
                <a16:creationId xmlns:a16="http://schemas.microsoft.com/office/drawing/2014/main" id="{FE080B15-C945-4A0F-166D-970F9B8E3BA1}"/>
              </a:ext>
            </a:extLst>
          </p:cNvPr>
          <p:cNvSpPr txBox="1"/>
          <p:nvPr/>
        </p:nvSpPr>
        <p:spPr>
          <a:xfrm>
            <a:off x="673100" y="3115317"/>
            <a:ext cx="99568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此时我们已经通过公式(1)得到了刚刚聚合完邻居信息的新特征 。但这还不够，模型必须决定：</a:t>
            </a:r>
            <a:r>
              <a:rPr kumimoji="0" lang="zh-CN" altLang="zh-CN" sz="1800" b="1" i="0" u="none" strike="noStrike" cap="none" normalizeH="0" baseline="0" dirty="0">
                <a:ln>
                  <a:noFill/>
                </a:ln>
                <a:solidFill>
                  <a:schemeClr val="tx1"/>
                </a:solidFill>
                <a:effectLst/>
                <a:latin typeface="Arial" panose="020B0604020202020204" pitchFamily="34" charset="0"/>
                <a:ea typeface="Google Sans Text"/>
              </a:rPr>
              <a:t>我应该多大程度上相信当下吸收的新知识，又该多大程度上保留过去积累的旧经验？</a:t>
            </a:r>
            <a:endParaRPr kumimoji="0" lang="zh-CN" altLang="zh-CN" sz="1800" b="0" i="0" u="none" strike="noStrike" cap="none" normalizeH="0" baseline="0" dirty="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zh-CN" sz="1800" b="0" i="0" u="none" strike="noStrike" cap="none" normalizeH="0" baseline="0" dirty="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这就引入了 U这个变量，它被称为</a:t>
            </a:r>
            <a:r>
              <a:rPr kumimoji="0" lang="zh-CN" altLang="zh-CN" sz="1800" b="1" i="0" u="none" strike="noStrike" cap="none" normalizeH="0" baseline="0" dirty="0">
                <a:ln>
                  <a:noFill/>
                </a:ln>
                <a:solidFill>
                  <a:schemeClr val="tx1"/>
                </a:solidFill>
                <a:effectLst/>
                <a:latin typeface="Arial" panose="020B0604020202020204" pitchFamily="34" charset="0"/>
                <a:ea typeface="Google Sans Text"/>
              </a:rPr>
              <a:t>“更新门（Updating Gate）”</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。它的取值范围在 0 到 1 之</a:t>
            </a:r>
            <a:r>
              <a:rPr kumimoji="0" lang="zh-CN" altLang="en-US" sz="1800" b="0" i="0" u="none" strike="noStrike" cap="none" normalizeH="0" baseline="0" dirty="0">
                <a:ln>
                  <a:noFill/>
                </a:ln>
                <a:solidFill>
                  <a:schemeClr val="tx1"/>
                </a:solidFill>
                <a:effectLst/>
                <a:latin typeface="Arial" panose="020B0604020202020204" pitchFamily="34" charset="0"/>
                <a:ea typeface="Google Sans Text"/>
              </a:rPr>
              <a:t>间</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9" name="图片 8">
            <a:extLst>
              <a:ext uri="{FF2B5EF4-FFF2-40B4-BE49-F238E27FC236}">
                <a16:creationId xmlns:a16="http://schemas.microsoft.com/office/drawing/2014/main" id="{8288EDF1-E6BA-D901-14B6-0EF919EB6673}"/>
              </a:ext>
            </a:extLst>
          </p:cNvPr>
          <p:cNvPicPr>
            <a:picLocks noChangeAspect="1"/>
          </p:cNvPicPr>
          <p:nvPr/>
        </p:nvPicPr>
        <p:blipFill>
          <a:blip r:embed="rId4"/>
          <a:stretch>
            <a:fillRect/>
          </a:stretch>
        </p:blipFill>
        <p:spPr>
          <a:xfrm>
            <a:off x="673100" y="4738186"/>
            <a:ext cx="4777205" cy="643315"/>
          </a:xfrm>
          <a:prstGeom prst="rect">
            <a:avLst/>
          </a:prstGeom>
        </p:spPr>
      </p:pic>
      <p:sp>
        <p:nvSpPr>
          <p:cNvPr id="13" name="文本框 12">
            <a:extLst>
              <a:ext uri="{FF2B5EF4-FFF2-40B4-BE49-F238E27FC236}">
                <a16:creationId xmlns:a16="http://schemas.microsoft.com/office/drawing/2014/main" id="{ECA9A72E-D62A-826A-A8D6-BB12D887094B}"/>
              </a:ext>
            </a:extLst>
          </p:cNvPr>
          <p:cNvSpPr txBox="1"/>
          <p:nvPr/>
        </p:nvSpPr>
        <p:spPr>
          <a:xfrm>
            <a:off x="673100" y="5681197"/>
            <a:ext cx="11377836" cy="369332"/>
          </a:xfrm>
          <a:prstGeom prst="rect">
            <a:avLst/>
          </a:prstGeom>
          <a:noFill/>
        </p:spPr>
        <p:txBody>
          <a:bodyPr wrap="square">
            <a:spAutoFit/>
          </a:bodyPr>
          <a:lstStyle/>
          <a:p>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其中 W和 b分别是更新门计算过程中可训练的权重和偏置参数</a:t>
            </a:r>
            <a:endParaRPr lang="zh-CN" altLang="en-US" dirty="0"/>
          </a:p>
        </p:txBody>
      </p:sp>
    </p:spTree>
    <p:extLst>
      <p:ext uri="{BB962C8B-B14F-4D97-AF65-F5344CB8AC3E}">
        <p14:creationId xmlns:p14="http://schemas.microsoft.com/office/powerpoint/2010/main" val="963974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C2BF-B736-DB7E-F914-DA0A697CCFC4}"/>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F1D08BBC-CE24-7F1D-44F9-B487B2F8C728}"/>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跨时间解耦模块</a:t>
            </a:r>
          </a:p>
        </p:txBody>
      </p:sp>
      <p:pic>
        <p:nvPicPr>
          <p:cNvPr id="2" name="图片 1">
            <a:extLst>
              <a:ext uri="{FF2B5EF4-FFF2-40B4-BE49-F238E27FC236}">
                <a16:creationId xmlns:a16="http://schemas.microsoft.com/office/drawing/2014/main" id="{6B9BCCAC-4DA3-6A31-9130-320AC9B3E9FD}"/>
              </a:ext>
            </a:extLst>
          </p:cNvPr>
          <p:cNvPicPr>
            <a:picLocks noChangeAspect="1"/>
          </p:cNvPicPr>
          <p:nvPr/>
        </p:nvPicPr>
        <p:blipFill>
          <a:blip r:embed="rId3"/>
          <a:stretch>
            <a:fillRect/>
          </a:stretch>
        </p:blipFill>
        <p:spPr>
          <a:xfrm>
            <a:off x="9031619" y="1138737"/>
            <a:ext cx="2179104" cy="4103203"/>
          </a:xfrm>
          <a:prstGeom prst="rect">
            <a:avLst/>
          </a:prstGeom>
        </p:spPr>
      </p:pic>
      <p:pic>
        <p:nvPicPr>
          <p:cNvPr id="4" name="图片 3">
            <a:extLst>
              <a:ext uri="{FF2B5EF4-FFF2-40B4-BE49-F238E27FC236}">
                <a16:creationId xmlns:a16="http://schemas.microsoft.com/office/drawing/2014/main" id="{98E0A2F4-4FD0-26EF-5D4A-A81EB57378CB}"/>
              </a:ext>
            </a:extLst>
          </p:cNvPr>
          <p:cNvPicPr>
            <a:picLocks noChangeAspect="1"/>
          </p:cNvPicPr>
          <p:nvPr/>
        </p:nvPicPr>
        <p:blipFill>
          <a:blip r:embed="rId4"/>
          <a:stretch>
            <a:fillRect/>
          </a:stretch>
        </p:blipFill>
        <p:spPr>
          <a:xfrm>
            <a:off x="235986" y="1156784"/>
            <a:ext cx="4628387" cy="1200329"/>
          </a:xfrm>
          <a:prstGeom prst="rect">
            <a:avLst/>
          </a:prstGeom>
        </p:spPr>
      </p:pic>
      <p:sp>
        <p:nvSpPr>
          <p:cNvPr id="5" name="Rectangle 1">
            <a:extLst>
              <a:ext uri="{FF2B5EF4-FFF2-40B4-BE49-F238E27FC236}">
                <a16:creationId xmlns:a16="http://schemas.microsoft.com/office/drawing/2014/main" id="{43D3BBC0-ED99-6959-BD3B-0264D5BC7225}"/>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框 6">
            <a:extLst>
              <a:ext uri="{FF2B5EF4-FFF2-40B4-BE49-F238E27FC236}">
                <a16:creationId xmlns:a16="http://schemas.microsoft.com/office/drawing/2014/main" id="{F45E9A50-AEC7-0CDF-02F3-C5D72AD0D2F5}"/>
              </a:ext>
            </a:extLst>
          </p:cNvPr>
          <p:cNvSpPr txBox="1"/>
          <p:nvPr/>
        </p:nvSpPr>
        <p:spPr>
          <a:xfrm>
            <a:off x="179300" y="2470888"/>
            <a:ext cx="8395296" cy="646331"/>
          </a:xfrm>
          <a:prstGeom prst="rect">
            <a:avLst/>
          </a:prstGeom>
          <a:noFill/>
        </p:spPr>
        <p:txBody>
          <a:bodyPr wrap="square">
            <a:spAutoFit/>
          </a:bodyPr>
          <a:lstStyle/>
          <a:p>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符号 || 代表拼接操作。在计算 Q 和 K 时，作者强行拼接了关系特征 r。这是因为不同的连线关系（比如“结婚”和“认识”）对语义演化的冲击力是完全不同的</a:t>
            </a:r>
            <a:endParaRPr lang="zh-CN" altLang="en-US" dirty="0"/>
          </a:p>
        </p:txBody>
      </p:sp>
      <p:pic>
        <p:nvPicPr>
          <p:cNvPr id="10" name="图片 9">
            <a:extLst>
              <a:ext uri="{FF2B5EF4-FFF2-40B4-BE49-F238E27FC236}">
                <a16:creationId xmlns:a16="http://schemas.microsoft.com/office/drawing/2014/main" id="{4E35198B-C2FE-F3F3-2F0B-E2FD3C0968CC}"/>
              </a:ext>
            </a:extLst>
          </p:cNvPr>
          <p:cNvPicPr>
            <a:picLocks noChangeAspect="1"/>
          </p:cNvPicPr>
          <p:nvPr/>
        </p:nvPicPr>
        <p:blipFill>
          <a:blip r:embed="rId5"/>
          <a:stretch>
            <a:fillRect/>
          </a:stretch>
        </p:blipFill>
        <p:spPr>
          <a:xfrm>
            <a:off x="207749" y="3160076"/>
            <a:ext cx="4188163" cy="1362959"/>
          </a:xfrm>
          <a:prstGeom prst="rect">
            <a:avLst/>
          </a:prstGeom>
        </p:spPr>
      </p:pic>
      <p:sp>
        <p:nvSpPr>
          <p:cNvPr id="12" name="文本框 11">
            <a:extLst>
              <a:ext uri="{FF2B5EF4-FFF2-40B4-BE49-F238E27FC236}">
                <a16:creationId xmlns:a16="http://schemas.microsoft.com/office/drawing/2014/main" id="{C2A61585-6CE4-8A11-29CA-5F85B03B063D}"/>
              </a:ext>
            </a:extLst>
          </p:cNvPr>
          <p:cNvSpPr txBox="1"/>
          <p:nvPr/>
        </p:nvSpPr>
        <p:spPr>
          <a:xfrm>
            <a:off x="235986" y="4565892"/>
            <a:ext cx="8486181" cy="646331"/>
          </a:xfrm>
          <a:prstGeom prst="rect">
            <a:avLst/>
          </a:prstGeom>
          <a:noFill/>
        </p:spPr>
        <p:txBody>
          <a:bodyPr wrap="square">
            <a:spAutoFit/>
          </a:bodyPr>
          <a:lstStyle/>
          <a:p>
            <a:r>
              <a:rPr lang="zh-CN" altLang="en-US" dirty="0"/>
              <a:t>基于这两个分数对所有邻居特征进行均值池化，得到一对互斥因子，即活跃因子α和稳定因子β:</a:t>
            </a:r>
          </a:p>
        </p:txBody>
      </p:sp>
      <p:pic>
        <p:nvPicPr>
          <p:cNvPr id="13" name="图片 12">
            <a:extLst>
              <a:ext uri="{FF2B5EF4-FFF2-40B4-BE49-F238E27FC236}">
                <a16:creationId xmlns:a16="http://schemas.microsoft.com/office/drawing/2014/main" id="{14B973FE-AD3E-1228-BB63-4237B644FDAC}"/>
              </a:ext>
            </a:extLst>
          </p:cNvPr>
          <p:cNvPicPr>
            <a:picLocks noChangeAspect="1"/>
          </p:cNvPicPr>
          <p:nvPr/>
        </p:nvPicPr>
        <p:blipFill>
          <a:blip r:embed="rId6"/>
          <a:stretch>
            <a:fillRect/>
          </a:stretch>
        </p:blipFill>
        <p:spPr>
          <a:xfrm>
            <a:off x="235986" y="5346410"/>
            <a:ext cx="4473271" cy="1108760"/>
          </a:xfrm>
          <a:prstGeom prst="rect">
            <a:avLst/>
          </a:prstGeom>
        </p:spPr>
      </p:pic>
      <p:sp>
        <p:nvSpPr>
          <p:cNvPr id="3" name="Rectangle 1">
            <a:extLst>
              <a:ext uri="{FF2B5EF4-FFF2-40B4-BE49-F238E27FC236}">
                <a16:creationId xmlns:a16="http://schemas.microsoft.com/office/drawing/2014/main" id="{DF852DBD-7569-05F2-0188-C7463D9E6E38}"/>
              </a:ext>
            </a:extLst>
          </p:cNvPr>
          <p:cNvSpPr>
            <a:spLocks noChangeArrowheads="1"/>
          </p:cNvSpPr>
          <p:nvPr/>
        </p:nvSpPr>
        <p:spPr bwMode="auto">
          <a:xfrm>
            <a:off x="4989311" y="5335068"/>
            <a:ext cx="54553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GRU</a:t>
            </a:r>
            <a:r>
              <a:rPr kumimoji="0" lang="zh-CN" altLang="zh-CN" sz="1800" b="0" i="0" u="none" strike="noStrike" cap="none" normalizeH="0" baseline="0" dirty="0">
                <a:ln>
                  <a:noFill/>
                </a:ln>
                <a:solidFill>
                  <a:schemeClr val="tx1"/>
                </a:solidFill>
                <a:effectLst/>
                <a:latin typeface="Arial" panose="020B0604020202020204" pitchFamily="34" charset="0"/>
              </a:rPr>
              <a:t> 是一种专门用来处理时间序列记忆的模</a:t>
            </a:r>
            <a:r>
              <a:rPr kumimoji="0" lang="zh-CN" altLang="en-US" sz="1800" b="0" i="0" u="none" strike="noStrike" cap="none" normalizeH="0" baseline="0" dirty="0">
                <a:ln>
                  <a:noFill/>
                </a:ln>
                <a:solidFill>
                  <a:schemeClr val="tx1"/>
                </a:solidFill>
                <a:effectLst/>
                <a:latin typeface="Arial" panose="020B0604020202020204" pitchFamily="34" charset="0"/>
              </a:rPr>
              <a:t>块</a:t>
            </a:r>
            <a:r>
              <a:rPr kumimoji="0" lang="zh-CN" altLang="zh-CN" sz="1800" b="0" i="0" u="none" strike="noStrike" cap="none" normalizeH="0" baseline="0" dirty="0">
                <a:ln>
                  <a:noFill/>
                </a:ln>
                <a:solidFill>
                  <a:schemeClr val="tx1"/>
                </a:solidFill>
                <a:effectLst/>
                <a:latin typeface="Arial" panose="020B0604020202020204" pitchFamily="34" charset="0"/>
              </a:rPr>
              <a:t>。</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zh-CN" altLang="en-US" dirty="0"/>
              <a:t>为控制后续的“更新门”提供了极其精准的指导信号。</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7917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2CFED-EE2B-1BF2-ACA5-A5C347CC634D}"/>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687FD32D-A967-61D6-5DF4-838746AB960E}"/>
              </a:ext>
            </a:extLst>
          </p:cNvPr>
          <p:cNvSpPr>
            <a:spLocks noGrp="1"/>
          </p:cNvSpPr>
          <p:nvPr>
            <p:ph type="title"/>
          </p:nvPr>
        </p:nvSpPr>
        <p:spPr>
          <a:xfrm>
            <a:off x="654689" y="358640"/>
            <a:ext cx="8012726" cy="663575"/>
          </a:xfrm>
        </p:spPr>
        <p:txBody>
          <a:bodyPr>
            <a:normAutofit/>
          </a:bodyPr>
          <a:lstStyle/>
          <a:p>
            <a:r>
              <a:rPr lang="zh-CN" altLang="en-US" sz="2800" dirty="0"/>
              <a:t>解码器与推理 </a:t>
            </a:r>
            <a:r>
              <a:rPr lang="en-US" altLang="zh-CN" sz="2800" dirty="0"/>
              <a:t>(Decoder and Inference)</a:t>
            </a:r>
            <a:endParaRPr lang="zh-CN" altLang="en-US" sz="2800" dirty="0">
              <a:latin typeface="+mj-ea"/>
              <a:ea typeface="+mj-ea"/>
              <a:sym typeface="Arial" panose="020B0604020202020204" pitchFamily="34" charset="0"/>
            </a:endParaRPr>
          </a:p>
        </p:txBody>
      </p:sp>
      <p:sp>
        <p:nvSpPr>
          <p:cNvPr id="5" name="Rectangle 1">
            <a:extLst>
              <a:ext uri="{FF2B5EF4-FFF2-40B4-BE49-F238E27FC236}">
                <a16:creationId xmlns:a16="http://schemas.microsoft.com/office/drawing/2014/main" id="{B8CFCB61-3157-DF75-8B16-C2CCAE34EC34}"/>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6D70C742-0C98-9D01-1028-D4A8EA1C7DCE}"/>
                  </a:ext>
                </a:extLst>
              </p:cNvPr>
              <p:cNvSpPr txBox="1"/>
              <p:nvPr/>
            </p:nvSpPr>
            <p:spPr>
              <a:xfrm>
                <a:off x="517358" y="1651906"/>
                <a:ext cx="11900264" cy="4029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此时，模型已经看完了历史档案，来到了现在的最后一步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T</a:t>
                </a:r>
                <a:r>
                  <a:rPr kumimoji="0" lang="zh-CN" altLang="zh-CN" sz="1800" b="0" i="0" u="none" strike="noStrike" cap="none" normalizeH="0" baseline="0" dirty="0">
                    <a:ln>
                      <a:noFill/>
                    </a:ln>
                    <a:solidFill>
                      <a:schemeClr val="tx1"/>
                    </a:solidFill>
                    <a:effectLst/>
                    <a:latin typeface="Arial" panose="020B0604020202020204" pitchFamily="34" charset="0"/>
                  </a:rPr>
                  <a:t>。它手里握着包含了所有历史</a:t>
                </a:r>
                <a:r>
                  <a:rPr kumimoji="0" lang="zh-CN" altLang="en-US" sz="1800" b="0" i="0" u="none" strike="noStrike" cap="none" normalizeH="0" baseline="0" dirty="0">
                    <a:ln>
                      <a:noFill/>
                    </a:ln>
                    <a:solidFill>
                      <a:schemeClr val="tx1"/>
                    </a:solidFill>
                    <a:effectLst/>
                    <a:latin typeface="Arial" panose="020B0604020202020204" pitchFamily="34" charset="0"/>
                  </a:rPr>
                  <a:t>信息</a:t>
                </a:r>
                <a:r>
                  <a:rPr kumimoji="0" lang="zh-CN" altLang="zh-CN" sz="1800" b="0" i="0" u="none" strike="noStrike" cap="none" normalizeH="0" baseline="0" dirty="0">
                    <a:ln>
                      <a:noFill/>
                    </a:ln>
                    <a:solidFill>
                      <a:schemeClr val="tx1"/>
                    </a:solidFill>
                    <a:effectLst/>
                    <a:latin typeface="Arial" panose="020B0604020202020204" pitchFamily="34" charset="0"/>
                  </a:rPr>
                  <a:t>的最终特征库</a:t>
                </a:r>
                <a14:m>
                  <m:oMath xmlns:m="http://schemas.openxmlformats.org/officeDocument/2006/math">
                    <m:acc>
                      <m:accPr>
                        <m:chr m:val="̂"/>
                        <m:ctrlPr>
                          <a:rPr kumimoji="0" lang="zh-CN" altLang="en-US" sz="1800" b="0" i="1" u="none" strike="noStrike" cap="none" normalizeH="0" baseline="0" smtClean="0">
                            <a:ln>
                              <a:noFill/>
                            </a:ln>
                            <a:solidFill>
                              <a:schemeClr val="tx1"/>
                            </a:solidFill>
                            <a:effectLst/>
                            <a:latin typeface="Cambria Math" panose="02040503050406030204" pitchFamily="18" charset="0"/>
                          </a:rPr>
                        </m:ctrlPr>
                      </m:accPr>
                      <m:e>
                        <m:sSubSup>
                          <m:sSubSupPr>
                            <m:ctrlPr>
                              <a:rPr kumimoji="0" lang="zh-CN" altLang="en-US" sz="1800" b="0" i="1" u="none" strike="noStrike" cap="none" normalizeH="0" baseline="0">
                                <a:ln>
                                  <a:noFill/>
                                </a:ln>
                                <a:solidFill>
                                  <a:schemeClr val="tx1"/>
                                </a:solidFill>
                                <a:effectLst/>
                                <a:latin typeface="Cambria Math" panose="02040503050406030204" pitchFamily="18" charset="0"/>
                              </a:rPr>
                            </m:ctrlPr>
                          </m:sSubSupPr>
                          <m:e>
                            <m:r>
                              <a:rPr kumimoji="0" lang="zh-CN" altLang="en-US" sz="1800" b="0" i="1" u="none" strike="noStrike" cap="none" normalizeH="0" baseline="0">
                                <a:ln>
                                  <a:noFill/>
                                </a:ln>
                                <a:solidFill>
                                  <a:schemeClr val="tx1"/>
                                </a:solidFill>
                                <a:effectLst/>
                                <a:latin typeface="Cambria Math" panose="02040503050406030204" pitchFamily="18" charset="0"/>
                              </a:rPr>
                              <m:t>𝐻</m:t>
                            </m:r>
                          </m:e>
                          <m:sub>
                            <m:r>
                              <a:rPr kumimoji="0" lang="zh-CN" altLang="en-US" sz="1800" b="0" i="1" u="none" strike="noStrike" cap="none" normalizeH="0" baseline="0">
                                <a:ln>
                                  <a:noFill/>
                                </a:ln>
                                <a:solidFill>
                                  <a:schemeClr val="tx1"/>
                                </a:solidFill>
                                <a:effectLst/>
                                <a:latin typeface="Cambria Math" panose="02040503050406030204" pitchFamily="18" charset="0"/>
                              </a:rPr>
                              <m:t>𝑇</m:t>
                            </m:r>
                          </m:sub>
                          <m:sup>
                            <m:r>
                              <a:rPr kumimoji="0" lang="zh-CN" altLang="en-US" sz="1800" b="0" i="1" u="none" strike="noStrike" cap="none" normalizeH="0" baseline="0">
                                <a:ln>
                                  <a:noFill/>
                                </a:ln>
                                <a:solidFill>
                                  <a:schemeClr val="tx1"/>
                                </a:solidFill>
                                <a:effectLst/>
                                <a:latin typeface="Cambria Math" panose="02040503050406030204" pitchFamily="18" charset="0"/>
                              </a:rPr>
                              <m:t>𝜔</m:t>
                            </m:r>
                          </m:sup>
                        </m:sSubSup>
                      </m:e>
                    </m:acc>
                  </m:oMath>
                </a14:m>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mc:Choice>
        <mc:Fallback>
          <p:sp>
            <p:nvSpPr>
              <p:cNvPr id="9" name="文本框 8">
                <a:extLst>
                  <a:ext uri="{FF2B5EF4-FFF2-40B4-BE49-F238E27FC236}">
                    <a16:creationId xmlns:a16="http://schemas.microsoft.com/office/drawing/2014/main" id="{6D70C742-0C98-9D01-1028-D4A8EA1C7DCE}"/>
                  </a:ext>
                </a:extLst>
              </p:cNvPr>
              <p:cNvSpPr txBox="1">
                <a:spLocks noRot="1" noChangeAspect="1" noMove="1" noResize="1" noEditPoints="1" noAdjustHandles="1" noChangeArrowheads="1" noChangeShapeType="1" noTextEdit="1"/>
              </p:cNvSpPr>
              <p:nvPr/>
            </p:nvSpPr>
            <p:spPr>
              <a:xfrm>
                <a:off x="517358" y="1651906"/>
                <a:ext cx="11900264" cy="402995"/>
              </a:xfrm>
              <a:prstGeom prst="rect">
                <a:avLst/>
              </a:prstGeom>
              <a:blipFill>
                <a:blip r:embed="rId3"/>
                <a:stretch>
                  <a:fillRect l="-461" t="-1515" b="-22727"/>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F73603A5-B928-B2E6-9807-96BB854071FA}"/>
              </a:ext>
            </a:extLst>
          </p:cNvPr>
          <p:cNvSpPr txBox="1"/>
          <p:nvPr/>
        </p:nvSpPr>
        <p:spPr>
          <a:xfrm>
            <a:off x="517358" y="1209544"/>
            <a:ext cx="6244388" cy="369332"/>
          </a:xfrm>
          <a:prstGeom prst="rect">
            <a:avLst/>
          </a:prstGeom>
          <a:noFill/>
        </p:spPr>
        <p:txBody>
          <a:bodyPr wrap="square">
            <a:spAutoFit/>
          </a:bodyPr>
          <a:lstStyle/>
          <a:p>
            <a:r>
              <a:rPr lang="zh-CN" altLang="en-US" dirty="0"/>
              <a:t>第一阶段：基于历史特征的“初筛”打分</a:t>
            </a:r>
          </a:p>
        </p:txBody>
      </p:sp>
      <p:pic>
        <p:nvPicPr>
          <p:cNvPr id="15" name="图片 14">
            <a:extLst>
              <a:ext uri="{FF2B5EF4-FFF2-40B4-BE49-F238E27FC236}">
                <a16:creationId xmlns:a16="http://schemas.microsoft.com/office/drawing/2014/main" id="{1E8252D9-E4E3-1A83-F03E-7D0AB021F457}"/>
              </a:ext>
            </a:extLst>
          </p:cNvPr>
          <p:cNvPicPr>
            <a:picLocks noChangeAspect="1"/>
          </p:cNvPicPr>
          <p:nvPr/>
        </p:nvPicPr>
        <p:blipFill>
          <a:blip r:embed="rId4"/>
          <a:stretch>
            <a:fillRect/>
          </a:stretch>
        </p:blipFill>
        <p:spPr>
          <a:xfrm>
            <a:off x="517358" y="2208568"/>
            <a:ext cx="4682899" cy="558696"/>
          </a:xfrm>
          <a:prstGeom prst="rect">
            <a:avLst/>
          </a:prstGeom>
        </p:spPr>
      </p:pic>
      <p:sp>
        <p:nvSpPr>
          <p:cNvPr id="18" name="文本框 17">
            <a:extLst>
              <a:ext uri="{FF2B5EF4-FFF2-40B4-BE49-F238E27FC236}">
                <a16:creationId xmlns:a16="http://schemas.microsoft.com/office/drawing/2014/main" id="{1A10C520-66ED-9083-06E7-86C9009A6821}"/>
              </a:ext>
            </a:extLst>
          </p:cNvPr>
          <p:cNvSpPr txBox="1"/>
          <p:nvPr/>
        </p:nvSpPr>
        <p:spPr>
          <a:xfrm>
            <a:off x="517358" y="2947106"/>
            <a:ext cx="6283492" cy="369332"/>
          </a:xfrm>
          <a:prstGeom prst="rect">
            <a:avLst/>
          </a:prstGeom>
          <a:noFill/>
        </p:spPr>
        <p:txBody>
          <a:bodyPr wrap="square">
            <a:spAutoFit/>
          </a:bodyPr>
          <a:lstStyle/>
          <a:p>
            <a:r>
              <a:rPr lang="zh-CN" altLang="en-US" dirty="0"/>
              <a:t>第二阶段：构建虚拟子图进行“精细复核”</a:t>
            </a:r>
          </a:p>
        </p:txBody>
      </p:sp>
      <p:sp>
        <p:nvSpPr>
          <p:cNvPr id="21" name="文本框 20">
            <a:extLst>
              <a:ext uri="{FF2B5EF4-FFF2-40B4-BE49-F238E27FC236}">
                <a16:creationId xmlns:a16="http://schemas.microsoft.com/office/drawing/2014/main" id="{6D46BC26-86C1-53FD-3DC1-94AFFBE490BA}"/>
              </a:ext>
            </a:extLst>
          </p:cNvPr>
          <p:cNvSpPr txBox="1"/>
          <p:nvPr/>
        </p:nvSpPr>
        <p:spPr>
          <a:xfrm>
            <a:off x="517358" y="3362479"/>
            <a:ext cx="9119452"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因为未来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T+1</a:t>
            </a:r>
            <a:r>
              <a:rPr kumimoji="0" lang="zh-CN" altLang="zh-CN" sz="1800" b="0" i="0" u="none" strike="noStrike" cap="none" normalizeH="0" baseline="0" dirty="0">
                <a:ln>
                  <a:noFill/>
                </a:ln>
                <a:solidFill>
                  <a:schemeClr val="tx1"/>
                </a:solidFill>
                <a:effectLst/>
                <a:latin typeface="Arial" panose="020B0604020202020204" pitchFamily="34" charset="0"/>
              </a:rPr>
              <a:t>时刻的图结构是不存在的，模型没法利用图网络最擅长的空间拓扑信息。作者为了解决这个问题，设计了“虚拟子图采样”。</a:t>
            </a:r>
          </a:p>
        </p:txBody>
      </p:sp>
      <p:pic>
        <p:nvPicPr>
          <p:cNvPr id="22" name="图片 21">
            <a:extLst>
              <a:ext uri="{FF2B5EF4-FFF2-40B4-BE49-F238E27FC236}">
                <a16:creationId xmlns:a16="http://schemas.microsoft.com/office/drawing/2014/main" id="{8ADBF1CF-2D4F-6D9E-3F10-24C935B396DF}"/>
              </a:ext>
            </a:extLst>
          </p:cNvPr>
          <p:cNvPicPr>
            <a:picLocks noChangeAspect="1"/>
          </p:cNvPicPr>
          <p:nvPr/>
        </p:nvPicPr>
        <p:blipFill>
          <a:blip r:embed="rId5"/>
          <a:stretch>
            <a:fillRect/>
          </a:stretch>
        </p:blipFill>
        <p:spPr>
          <a:xfrm>
            <a:off x="590918" y="4334989"/>
            <a:ext cx="4528519" cy="557356"/>
          </a:xfrm>
          <a:prstGeom prst="rect">
            <a:avLst/>
          </a:prstGeom>
        </p:spPr>
      </p:pic>
      <p:pic>
        <p:nvPicPr>
          <p:cNvPr id="23" name="图片 22">
            <a:extLst>
              <a:ext uri="{FF2B5EF4-FFF2-40B4-BE49-F238E27FC236}">
                <a16:creationId xmlns:a16="http://schemas.microsoft.com/office/drawing/2014/main" id="{BD3C9FEB-8A52-A585-756F-1C5FD9D7C799}"/>
              </a:ext>
            </a:extLst>
          </p:cNvPr>
          <p:cNvPicPr>
            <a:picLocks noChangeAspect="1"/>
          </p:cNvPicPr>
          <p:nvPr/>
        </p:nvPicPr>
        <p:blipFill>
          <a:blip r:embed="rId6"/>
          <a:stretch>
            <a:fillRect/>
          </a:stretch>
        </p:blipFill>
        <p:spPr>
          <a:xfrm>
            <a:off x="590917" y="5242519"/>
            <a:ext cx="4602079" cy="591273"/>
          </a:xfrm>
          <a:prstGeom prst="rect">
            <a:avLst/>
          </a:prstGeom>
        </p:spPr>
      </p:pic>
    </p:spTree>
    <p:extLst>
      <p:ext uri="{BB962C8B-B14F-4D97-AF65-F5344CB8AC3E}">
        <p14:creationId xmlns:p14="http://schemas.microsoft.com/office/powerpoint/2010/main" val="53566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D62-15FA-A894-F12E-0CFF80BE015D}"/>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EF39DD4E-F953-65BF-26D1-F882F1F291AB}"/>
              </a:ext>
            </a:extLst>
          </p:cNvPr>
          <p:cNvSpPr>
            <a:spLocks noGrp="1"/>
          </p:cNvSpPr>
          <p:nvPr>
            <p:ph type="title"/>
          </p:nvPr>
        </p:nvSpPr>
        <p:spPr/>
        <p:txBody>
          <a:bodyPr>
            <a:normAutofit/>
          </a:bodyPr>
          <a:lstStyle/>
          <a:p>
            <a:r>
              <a:rPr lang="zh-CN" altLang="en-US" sz="2800" dirty="0">
                <a:latin typeface="+mj-ea"/>
                <a:ea typeface="+mj-ea"/>
                <a:sym typeface="Arial" panose="020B0604020202020204" pitchFamily="34" charset="0"/>
              </a:rPr>
              <a:t>训练与优化</a:t>
            </a:r>
          </a:p>
        </p:txBody>
      </p:sp>
      <p:sp>
        <p:nvSpPr>
          <p:cNvPr id="6" name="文本框 5">
            <a:extLst>
              <a:ext uri="{FF2B5EF4-FFF2-40B4-BE49-F238E27FC236}">
                <a16:creationId xmlns:a16="http://schemas.microsoft.com/office/drawing/2014/main" id="{AFAB0BE7-6118-C791-A9F0-60E504DE3637}"/>
              </a:ext>
            </a:extLst>
          </p:cNvPr>
          <p:cNvSpPr txBox="1"/>
          <p:nvPr/>
        </p:nvSpPr>
        <p:spPr>
          <a:xfrm>
            <a:off x="673100" y="1117617"/>
            <a:ext cx="624438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第一部分：主任务损失 —— 预测损失</a:t>
            </a:r>
          </a:p>
        </p:txBody>
      </p:sp>
      <p:sp>
        <p:nvSpPr>
          <p:cNvPr id="9" name="文本框 8">
            <a:extLst>
              <a:ext uri="{FF2B5EF4-FFF2-40B4-BE49-F238E27FC236}">
                <a16:creationId xmlns:a16="http://schemas.microsoft.com/office/drawing/2014/main" id="{A6D150BC-A102-16C7-DB79-D38A2C427492}"/>
              </a:ext>
            </a:extLst>
          </p:cNvPr>
          <p:cNvSpPr txBox="1"/>
          <p:nvPr/>
        </p:nvSpPr>
        <p:spPr>
          <a:xfrm>
            <a:off x="673099" y="1582351"/>
            <a:ext cx="10780963" cy="369332"/>
          </a:xfrm>
          <a:prstGeom prst="rect">
            <a:avLst/>
          </a:prstGeom>
          <a:noFill/>
        </p:spPr>
        <p:txBody>
          <a:bodyPr wrap="square">
            <a:spAutoFit/>
          </a:bodyPr>
          <a:lstStyle/>
          <a:p>
            <a:r>
              <a:rPr lang="zh-CN" altLang="en-US" dirty="0"/>
              <a:t>预测缺失的事实可以被看作是一个多标签学习任务。因此，基于最终的评分结果，预测损失被形式化为：</a:t>
            </a:r>
          </a:p>
        </p:txBody>
      </p:sp>
      <p:pic>
        <p:nvPicPr>
          <p:cNvPr id="10" name="图片 9">
            <a:extLst>
              <a:ext uri="{FF2B5EF4-FFF2-40B4-BE49-F238E27FC236}">
                <a16:creationId xmlns:a16="http://schemas.microsoft.com/office/drawing/2014/main" id="{CE067725-E8D2-4EF7-C0F8-DAAD28D916DF}"/>
              </a:ext>
            </a:extLst>
          </p:cNvPr>
          <p:cNvPicPr>
            <a:picLocks noChangeAspect="1"/>
          </p:cNvPicPr>
          <p:nvPr/>
        </p:nvPicPr>
        <p:blipFill>
          <a:blip r:embed="rId3"/>
          <a:stretch>
            <a:fillRect/>
          </a:stretch>
        </p:blipFill>
        <p:spPr>
          <a:xfrm>
            <a:off x="673099" y="2096813"/>
            <a:ext cx="4008780" cy="830011"/>
          </a:xfrm>
          <a:prstGeom prst="rect">
            <a:avLst/>
          </a:prstGeom>
        </p:spPr>
      </p:pic>
      <p:sp>
        <p:nvSpPr>
          <p:cNvPr id="13" name="文本框 12">
            <a:extLst>
              <a:ext uri="{FF2B5EF4-FFF2-40B4-BE49-F238E27FC236}">
                <a16:creationId xmlns:a16="http://schemas.microsoft.com/office/drawing/2014/main" id="{A6F81F9D-B6D8-FA5D-3A02-9C7EA20A013D}"/>
              </a:ext>
            </a:extLst>
          </p:cNvPr>
          <p:cNvSpPr txBox="1"/>
          <p:nvPr/>
        </p:nvSpPr>
        <p:spPr>
          <a:xfrm>
            <a:off x="595563" y="2949203"/>
            <a:ext cx="11204376"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公式本质上使用的是二元交叉</a:t>
            </a:r>
            <a:r>
              <a:rPr kumimoji="0" lang="zh-CN" altLang="zh-CN" sz="1800" b="0" i="0" u="none" strike="noStrike" cap="none" normalizeH="0" baseline="0">
                <a:ln>
                  <a:noFill/>
                </a:ln>
                <a:solidFill>
                  <a:schemeClr val="tx1"/>
                </a:solidFill>
                <a:effectLst/>
                <a:latin typeface="Arial" panose="020B0604020202020204" pitchFamily="34" charset="0"/>
              </a:rPr>
              <a:t>熵损失的</a:t>
            </a:r>
            <a:r>
              <a:rPr kumimoji="0" lang="zh-CN" altLang="zh-CN" sz="1800" b="0" i="0" u="none" strike="noStrike" cap="none" normalizeH="0" baseline="0" dirty="0">
                <a:ln>
                  <a:noFill/>
                </a:ln>
                <a:solidFill>
                  <a:schemeClr val="tx1"/>
                </a:solidFill>
                <a:effectLst/>
                <a:latin typeface="Arial" panose="020B0604020202020204" pitchFamily="34" charset="0"/>
              </a:rPr>
              <a:t>变体形式。如果标准答案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y=1</a:t>
            </a:r>
            <a:r>
              <a:rPr kumimoji="0" lang="zh-CN" altLang="zh-CN" sz="1800" b="0" i="0" u="none" strike="noStrike" cap="none" normalizeH="0" baseline="0" dirty="0">
                <a:ln>
                  <a:noFill/>
                </a:ln>
                <a:solidFill>
                  <a:schemeClr val="tx1"/>
                </a:solidFill>
                <a:effectLst/>
                <a:latin typeface="Arial" panose="020B0604020202020204" pitchFamily="34" charset="0"/>
              </a:rPr>
              <a:t>，那么模型的目标就是让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log</a:t>
            </a:r>
            <a:r>
              <a:rPr kumimoji="0" lang="zh-CN" altLang="zh-CN" sz="1800" b="0" i="0" u="none" strike="noStrike" cap="none" normalizeH="0" baseline="0" dirty="0">
                <a:ln>
                  <a:noFill/>
                </a:ln>
                <a:solidFill>
                  <a:schemeClr val="tx1"/>
                </a:solidFill>
                <a:effectLst/>
                <a:latin typeface="Arial" panose="020B0604020202020204" pitchFamily="34" charset="0"/>
              </a:rPr>
              <a:t>这一项越大越好</a:t>
            </a:r>
            <a:r>
              <a:rPr kumimoji="0" lang="zh-CN" altLang="en-US" sz="1800" b="0" i="0" u="none" strike="noStrike" cap="none" normalizeH="0" baseline="0" dirty="0">
                <a:ln>
                  <a:noFill/>
                </a:ln>
                <a:solidFill>
                  <a:schemeClr val="tx1"/>
                </a:solidFill>
                <a:effectLst/>
                <a:latin typeface="Arial" panose="020B0604020202020204" pitchFamily="34" charset="0"/>
              </a:rPr>
              <a:t>，</a:t>
            </a:r>
            <a:r>
              <a:rPr kumimoji="0" lang="zh-CN" altLang="zh-CN" sz="1800" b="0" i="0" u="none" strike="noStrike" cap="none" normalizeH="0" baseline="0" dirty="0">
                <a:ln>
                  <a:noFill/>
                </a:ln>
                <a:solidFill>
                  <a:schemeClr val="tx1"/>
                </a:solidFill>
                <a:effectLst/>
                <a:latin typeface="Arial" panose="020B0604020202020204" pitchFamily="34" charset="0"/>
              </a:rPr>
              <a:t>这就迫使模型给正确答案打出尽可能接近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1</a:t>
            </a:r>
            <a:r>
              <a:rPr kumimoji="0" lang="zh-CN" altLang="zh-CN" sz="1800" b="0" i="0" u="none" strike="noStrike" cap="none" normalizeH="0" baseline="0" dirty="0">
                <a:ln>
                  <a:noFill/>
                </a:ln>
                <a:solidFill>
                  <a:schemeClr val="tx1"/>
                </a:solidFill>
                <a:effectLst/>
                <a:latin typeface="Arial" panose="020B0604020202020204" pitchFamily="34" charset="0"/>
              </a:rPr>
              <a:t> 的高分。反之亦然。</a:t>
            </a:r>
          </a:p>
        </p:txBody>
      </p:sp>
      <p:sp>
        <p:nvSpPr>
          <p:cNvPr id="16" name="文本框 15">
            <a:extLst>
              <a:ext uri="{FF2B5EF4-FFF2-40B4-BE49-F238E27FC236}">
                <a16:creationId xmlns:a16="http://schemas.microsoft.com/office/drawing/2014/main" id="{1FF3CFE6-EDD2-1D49-D274-A95EF17F0520}"/>
              </a:ext>
            </a:extLst>
          </p:cNvPr>
          <p:cNvSpPr txBox="1"/>
          <p:nvPr/>
        </p:nvSpPr>
        <p:spPr>
          <a:xfrm>
            <a:off x="595563" y="3694005"/>
            <a:ext cx="6244388" cy="369332"/>
          </a:xfrm>
          <a:prstGeom prst="rect">
            <a:avLst/>
          </a:prstGeom>
          <a:noFill/>
        </p:spPr>
        <p:txBody>
          <a:bodyPr wrap="square">
            <a:spAutoFit/>
          </a:bodyPr>
          <a:lstStyle/>
          <a:p>
            <a:r>
              <a:rPr lang="zh-CN" altLang="en-US" dirty="0"/>
              <a:t>第二部分：辅助约束 </a:t>
            </a:r>
            <a:r>
              <a:rPr lang="en-US" altLang="zh-CN" dirty="0"/>
              <a:t>—— </a:t>
            </a:r>
            <a:r>
              <a:rPr lang="zh-CN" altLang="en-US" dirty="0"/>
              <a:t>距离约束损失</a:t>
            </a:r>
          </a:p>
        </p:txBody>
      </p:sp>
      <p:pic>
        <p:nvPicPr>
          <p:cNvPr id="17" name="图片 16">
            <a:extLst>
              <a:ext uri="{FF2B5EF4-FFF2-40B4-BE49-F238E27FC236}">
                <a16:creationId xmlns:a16="http://schemas.microsoft.com/office/drawing/2014/main" id="{5DC12253-FF2F-325D-0EF3-6174D83E261E}"/>
              </a:ext>
            </a:extLst>
          </p:cNvPr>
          <p:cNvPicPr>
            <a:picLocks noChangeAspect="1"/>
          </p:cNvPicPr>
          <p:nvPr/>
        </p:nvPicPr>
        <p:blipFill>
          <a:blip r:embed="rId4"/>
          <a:stretch>
            <a:fillRect/>
          </a:stretch>
        </p:blipFill>
        <p:spPr>
          <a:xfrm>
            <a:off x="673098" y="4416840"/>
            <a:ext cx="4044897" cy="640948"/>
          </a:xfrm>
          <a:prstGeom prst="rect">
            <a:avLst/>
          </a:prstGeom>
        </p:spPr>
      </p:pic>
    </p:spTree>
    <p:extLst>
      <p:ext uri="{BB962C8B-B14F-4D97-AF65-F5344CB8AC3E}">
        <p14:creationId xmlns:p14="http://schemas.microsoft.com/office/powerpoint/2010/main" val="2194917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9615-94A2-5ED3-9237-9717EE4ADDF8}"/>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EC8CB956-DF1E-9EF4-E2E4-BA38F8348D63}"/>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实验验证</a:t>
            </a:r>
          </a:p>
        </p:txBody>
      </p:sp>
      <p:sp>
        <p:nvSpPr>
          <p:cNvPr id="5" name="Rectangle 1">
            <a:extLst>
              <a:ext uri="{FF2B5EF4-FFF2-40B4-BE49-F238E27FC236}">
                <a16:creationId xmlns:a16="http://schemas.microsoft.com/office/drawing/2014/main" id="{A8DB2E7C-ECCE-7947-8889-F12BBADA222F}"/>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 name="图片 1">
            <a:extLst>
              <a:ext uri="{FF2B5EF4-FFF2-40B4-BE49-F238E27FC236}">
                <a16:creationId xmlns:a16="http://schemas.microsoft.com/office/drawing/2014/main" id="{1DB00F57-0403-75E5-04F1-DED654D92489}"/>
              </a:ext>
            </a:extLst>
          </p:cNvPr>
          <p:cNvPicPr>
            <a:picLocks noChangeAspect="1"/>
          </p:cNvPicPr>
          <p:nvPr/>
        </p:nvPicPr>
        <p:blipFill>
          <a:blip r:embed="rId3"/>
          <a:stretch>
            <a:fillRect/>
          </a:stretch>
        </p:blipFill>
        <p:spPr>
          <a:xfrm>
            <a:off x="1797074" y="956042"/>
            <a:ext cx="8116946" cy="3563331"/>
          </a:xfrm>
          <a:prstGeom prst="rect">
            <a:avLst/>
          </a:prstGeom>
        </p:spPr>
      </p:pic>
      <p:sp>
        <p:nvSpPr>
          <p:cNvPr id="4" name="文本框 3">
            <a:extLst>
              <a:ext uri="{FF2B5EF4-FFF2-40B4-BE49-F238E27FC236}">
                <a16:creationId xmlns:a16="http://schemas.microsoft.com/office/drawing/2014/main" id="{DEDDC8DE-942F-063D-F8CF-348637177E2E}"/>
              </a:ext>
            </a:extLst>
          </p:cNvPr>
          <p:cNvSpPr txBox="1"/>
          <p:nvPr/>
        </p:nvSpPr>
        <p:spPr>
          <a:xfrm>
            <a:off x="1797074" y="4978628"/>
            <a:ext cx="8596564" cy="923330"/>
          </a:xfrm>
          <a:prstGeom prst="rect">
            <a:avLst/>
          </a:prstGeom>
          <a:noFill/>
        </p:spPr>
        <p:txBody>
          <a:bodyPr wrap="square">
            <a:spAutoFit/>
          </a:bodyPr>
          <a:lstStyle/>
          <a:p>
            <a:r>
              <a:rPr lang="en-US" altLang="zh-CN" dirty="0" err="1"/>
              <a:t>DiMNet</a:t>
            </a:r>
            <a:r>
              <a:rPr lang="en-US" altLang="zh-CN" dirty="0"/>
              <a:t> </a:t>
            </a:r>
            <a:r>
              <a:rPr lang="zh-CN" altLang="en-US" dirty="0"/>
              <a:t>在四个时序知识图谱数据集上均优于所有基线方法。具体而言，在 </a:t>
            </a:r>
            <a:r>
              <a:rPr lang="en-US" altLang="zh-CN" dirty="0"/>
              <a:t>ICEWS14</a:t>
            </a:r>
            <a:r>
              <a:rPr lang="zh-CN" altLang="en-US" dirty="0"/>
              <a:t>、</a:t>
            </a:r>
            <a:r>
              <a:rPr lang="en-US" altLang="zh-CN" dirty="0"/>
              <a:t>ICEWS05-15</a:t>
            </a:r>
            <a:r>
              <a:rPr lang="zh-CN" altLang="en-US" dirty="0"/>
              <a:t>、</a:t>
            </a:r>
            <a:r>
              <a:rPr lang="en-US" altLang="zh-CN" dirty="0"/>
              <a:t>ICEWS18 </a:t>
            </a:r>
            <a:r>
              <a:rPr lang="zh-CN" altLang="en-US" dirty="0"/>
              <a:t>和 </a:t>
            </a:r>
            <a:r>
              <a:rPr lang="en-US" altLang="zh-CN" dirty="0"/>
              <a:t>GDELT </a:t>
            </a:r>
            <a:r>
              <a:rPr lang="zh-CN" altLang="en-US" dirty="0"/>
              <a:t>数据集上，它的 </a:t>
            </a:r>
            <a:r>
              <a:rPr lang="en-US" altLang="zh-CN" dirty="0"/>
              <a:t>MRR </a:t>
            </a:r>
            <a:r>
              <a:rPr lang="zh-CN" altLang="en-US" dirty="0"/>
              <a:t>指标分别超越了现有最佳方法 </a:t>
            </a:r>
            <a:r>
              <a:rPr lang="en-US" altLang="zh-CN" dirty="0"/>
              <a:t>8.4%</a:t>
            </a:r>
            <a:r>
              <a:rPr lang="zh-CN" altLang="en-US" dirty="0"/>
              <a:t>、</a:t>
            </a:r>
            <a:r>
              <a:rPr lang="en-US" altLang="zh-CN" dirty="0"/>
              <a:t>22.7%</a:t>
            </a:r>
            <a:r>
              <a:rPr lang="zh-CN" altLang="en-US" dirty="0"/>
              <a:t>、</a:t>
            </a:r>
            <a:r>
              <a:rPr lang="en-US" altLang="zh-CN" dirty="0"/>
              <a:t>6.1% </a:t>
            </a:r>
            <a:r>
              <a:rPr lang="zh-CN" altLang="en-US" dirty="0"/>
              <a:t>和 </a:t>
            </a:r>
            <a:r>
              <a:rPr lang="en-US" altLang="zh-CN" dirty="0"/>
              <a:t>3.6%</a:t>
            </a:r>
            <a:r>
              <a:rPr lang="zh-CN" altLang="en-US" dirty="0"/>
              <a:t>。</a:t>
            </a:r>
          </a:p>
        </p:txBody>
      </p:sp>
    </p:spTree>
    <p:extLst>
      <p:ext uri="{BB962C8B-B14F-4D97-AF65-F5344CB8AC3E}">
        <p14:creationId xmlns:p14="http://schemas.microsoft.com/office/powerpoint/2010/main" val="136204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D498B-267C-0803-73ED-DCD8CB6719FE}"/>
            </a:ext>
          </a:extLst>
        </p:cNvPr>
        <p:cNvGrpSpPr/>
        <p:nvPr/>
      </p:nvGrpSpPr>
      <p:grpSpPr>
        <a:xfrm>
          <a:off x="0" y="0"/>
          <a:ext cx="0" cy="0"/>
          <a:chOff x="0" y="0"/>
          <a:chExt cx="0" cy="0"/>
        </a:xfrm>
      </p:grpSpPr>
      <p:sp>
        <p:nvSpPr>
          <p:cNvPr id="8" name="标题 7">
            <a:extLst>
              <a:ext uri="{FF2B5EF4-FFF2-40B4-BE49-F238E27FC236}">
                <a16:creationId xmlns:a16="http://schemas.microsoft.com/office/drawing/2014/main" id="{B17971D0-08E7-E786-B8E3-DC105FDE2DA7}"/>
              </a:ext>
            </a:extLst>
          </p:cNvPr>
          <p:cNvSpPr>
            <a:spLocks noGrp="1"/>
          </p:cNvSpPr>
          <p:nvPr>
            <p:ph type="title"/>
          </p:nvPr>
        </p:nvSpPr>
        <p:spPr>
          <a:xfrm>
            <a:off x="654689" y="358640"/>
            <a:ext cx="8012726" cy="663575"/>
          </a:xfrm>
        </p:spPr>
        <p:txBody>
          <a:bodyPr>
            <a:normAutofit/>
          </a:bodyPr>
          <a:lstStyle/>
          <a:p>
            <a:r>
              <a:rPr lang="zh-CN" altLang="en-US" sz="2800" dirty="0">
                <a:latin typeface="+mj-ea"/>
                <a:ea typeface="+mj-ea"/>
                <a:sym typeface="Arial" panose="020B0604020202020204" pitchFamily="34" charset="0"/>
              </a:rPr>
              <a:t>消融实验</a:t>
            </a:r>
          </a:p>
        </p:txBody>
      </p:sp>
      <p:sp>
        <p:nvSpPr>
          <p:cNvPr id="5" name="Rectangle 1">
            <a:extLst>
              <a:ext uri="{FF2B5EF4-FFF2-40B4-BE49-F238E27FC236}">
                <a16:creationId xmlns:a16="http://schemas.microsoft.com/office/drawing/2014/main" id="{09738BE1-F842-EEA5-10D7-7644BCFF8F27}"/>
              </a:ext>
            </a:extLst>
          </p:cNvPr>
          <p:cNvSpPr>
            <a:spLocks noChangeArrowheads="1"/>
          </p:cNvSpPr>
          <p:nvPr/>
        </p:nvSpPr>
        <p:spPr bwMode="auto">
          <a:xfrm>
            <a:off x="0" y="-161582"/>
            <a:ext cx="415498"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E8824DED-9B03-E570-3107-ADB2797D529B}"/>
              </a:ext>
            </a:extLst>
          </p:cNvPr>
          <p:cNvPicPr>
            <a:picLocks noChangeAspect="1"/>
          </p:cNvPicPr>
          <p:nvPr/>
        </p:nvPicPr>
        <p:blipFill>
          <a:blip r:embed="rId3"/>
          <a:stretch>
            <a:fillRect/>
          </a:stretch>
        </p:blipFill>
        <p:spPr>
          <a:xfrm>
            <a:off x="1128819" y="1479628"/>
            <a:ext cx="9811017" cy="2286255"/>
          </a:xfrm>
          <a:prstGeom prst="rect">
            <a:avLst/>
          </a:prstGeom>
        </p:spPr>
      </p:pic>
    </p:spTree>
    <p:extLst>
      <p:ext uri="{BB962C8B-B14F-4D97-AF65-F5344CB8AC3E}">
        <p14:creationId xmlns:p14="http://schemas.microsoft.com/office/powerpoint/2010/main" val="2772756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21"/>
          <p:cNvSpPr txBox="1"/>
          <p:nvPr/>
        </p:nvSpPr>
        <p:spPr>
          <a:xfrm>
            <a:off x="3556000" y="2127233"/>
            <a:ext cx="5080000" cy="725476"/>
          </a:xfrm>
          <a:prstGeom prst="rect">
            <a:avLst/>
          </a:prstGeom>
        </p:spPr>
        <p:txBody>
          <a:bodyPr/>
          <a:lst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a:lstStyle>
          <a:p>
            <a:pPr algn="dist"/>
            <a:r>
              <a:rPr lang="zh-CN" altLang="en-US" sz="6000" b="1" dirty="0">
                <a:solidFill>
                  <a:schemeClr val="accent1"/>
                </a:solidFill>
                <a:latin typeface="+mj-ea"/>
                <a:ea typeface="+mj-ea"/>
              </a:rPr>
              <a:t>报告结束</a:t>
            </a:r>
            <a:endParaRPr lang="en-US" altLang="zh-CN" sz="6000" b="1" dirty="0">
              <a:solidFill>
                <a:schemeClr val="accent1"/>
              </a:solidFill>
              <a:latin typeface="+mj-ea"/>
              <a:ea typeface="+mj-ea"/>
            </a:endParaRPr>
          </a:p>
        </p:txBody>
      </p:sp>
      <p:sp>
        <p:nvSpPr>
          <p:cNvPr id="24" name="文本框 23"/>
          <p:cNvSpPr txBox="1"/>
          <p:nvPr/>
        </p:nvSpPr>
        <p:spPr>
          <a:xfrm>
            <a:off x="3171568" y="2975156"/>
            <a:ext cx="5873578" cy="1508105"/>
          </a:xfrm>
          <a:prstGeom prst="rect">
            <a:avLst/>
          </a:prstGeom>
          <a:noFill/>
        </p:spPr>
        <p:txBody>
          <a:bodyPr wrap="square" rtlCol="0">
            <a:spAutoFit/>
          </a:bodyPr>
          <a:lstStyle/>
          <a:p>
            <a:pPr algn="ctr"/>
            <a:r>
              <a:rPr lang="zh-CN" altLang="en-US" sz="6000" b="1" spc="600" dirty="0">
                <a:solidFill>
                  <a:schemeClr val="accent1"/>
                </a:solidFill>
                <a:latin typeface="+mj-ea"/>
                <a:ea typeface="+mj-ea"/>
                <a:cs typeface="+mj-cs"/>
              </a:rPr>
              <a:t>敬请批评指正</a:t>
            </a:r>
          </a:p>
          <a:p>
            <a:pPr algn="ctr"/>
            <a:endParaRPr lang="zh-CN" altLang="en-US" sz="3200" spc="600" dirty="0">
              <a:latin typeface="+mj-ea"/>
              <a:ea typeface="+mj-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窄&quot;,&quot;HeaderHeight&quot;:10.0,&quot;FooterHeight&quot;:5.0,&quot;SideMargin&quot;:2.5,&quot;TopMargin&quot;:0.0,&quot;BottomMargin&quot;:0.0,&quot;IntervalMargin&quot;:1.0,&quot;SettingType&quot;:&quot;System&quot;}"/>
  <p:tag name="COMMONDATA" val="eyJoZGlkIjoiYzlkMzZiZjM0ZDJlZmE3YjNhODc2MGM2MTVlOTkxOGEifQ=="/>
</p:tagLst>
</file>

<file path=ppt/tags/tag2.xml><?xml version="1.0" encoding="utf-8"?>
<p:tagLst xmlns:a="http://schemas.openxmlformats.org/drawingml/2006/main" xmlns:r="http://schemas.openxmlformats.org/officeDocument/2006/relationships" xmlns:p="http://schemas.openxmlformats.org/presentationml/2006/main">
  <p:tag name="WORDART_ART_GROUPID" val="470042f488514a8199aefd3fe5c7dced"/>
  <p:tag name="WORDART_ART_TYPE" val="TextPicture"/>
  <p:tag name="WORDART_ART_POSITION" val="0,120,187"/>
  <p:tag name="WORDART_ART_TEXTS" val="电子科技大学,1;电子类第一强,1;985,1;双一流,1;学习氛围浓,1;食堂好吃,1;银杏好看,1;气候养人,1;帅哥,1;美女,1;天府之城,1"/>
  <p:tag name="WORDART_ART_PARAMS" val="True,C:\Users\邓朝臣\AppData\Local\Temp\WordColund\\00306fea72d742d08c113f614bf258d4.JPG,,40,10,SimHei,黑体,1,0.9,400,200,53,1,,#FFD03F;#FFC313"/>
</p:tagLst>
</file>

<file path=ppt/theme/theme1.xml><?xml version="1.0" encoding="utf-8"?>
<a:theme xmlns:a="http://schemas.openxmlformats.org/drawingml/2006/main" name="自定义设计方案">
  <a:themeElements>
    <a:clrScheme name="自定义 2">
      <a:dk1>
        <a:srgbClr val="000000"/>
      </a:dk1>
      <a:lt1>
        <a:srgbClr val="FFFFFF"/>
      </a:lt1>
      <a:dk2>
        <a:srgbClr val="778495"/>
      </a:dk2>
      <a:lt2>
        <a:srgbClr val="F0F0F0"/>
      </a:lt2>
      <a:accent1>
        <a:srgbClr val="003378"/>
      </a:accent1>
      <a:accent2>
        <a:srgbClr val="239DD9"/>
      </a:accent2>
      <a:accent3>
        <a:srgbClr val="EB6206"/>
      </a:accent3>
      <a:accent4>
        <a:srgbClr val="F29424"/>
      </a:accent4>
      <a:accent5>
        <a:srgbClr val="4174F4"/>
      </a:accent5>
      <a:accent6>
        <a:srgbClr val="14B5C7"/>
      </a:accent6>
      <a:hlink>
        <a:srgbClr val="115CAA"/>
      </a:hlink>
      <a:folHlink>
        <a:srgbClr val="BFBFBF"/>
      </a:folHlink>
    </a:clrScheme>
    <a:fontScheme name="模板字体">
      <a:majorFont>
        <a:latin typeface="Arial Black"/>
        <a:ea typeface="思源宋体 CN Heavy"/>
        <a:cs typeface=""/>
      </a:majorFont>
      <a:minorFont>
        <a:latin typeface="Arial"/>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2400"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
      <a:dk1>
        <a:srgbClr val="000000"/>
      </a:dk1>
      <a:lt1>
        <a:srgbClr val="FFFFFF"/>
      </a:lt1>
      <a:dk2>
        <a:srgbClr val="778495"/>
      </a:dk2>
      <a:lt2>
        <a:srgbClr val="F0F0F0"/>
      </a:lt2>
      <a:accent1>
        <a:srgbClr val="003378"/>
      </a:accent1>
      <a:accent2>
        <a:srgbClr val="239DD9"/>
      </a:accent2>
      <a:accent3>
        <a:srgbClr val="EB6206"/>
      </a:accent3>
      <a:accent4>
        <a:srgbClr val="F29424"/>
      </a:accent4>
      <a:accent5>
        <a:srgbClr val="4174F4"/>
      </a:accent5>
      <a:accent6>
        <a:srgbClr val="14B5C7"/>
      </a:accent6>
      <a:hlink>
        <a:srgbClr val="115CAA"/>
      </a:hlink>
      <a:folHlink>
        <a:srgbClr val="BFBFBF"/>
      </a:folHlink>
    </a:clrScheme>
    <a:fontScheme name="模板字体">
      <a:majorFont>
        <a:latin typeface="Arial Black"/>
        <a:ea typeface="思源宋体 CN Heavy"/>
        <a:cs typeface=""/>
      </a:majorFont>
      <a:minorFont>
        <a:latin typeface="Arial"/>
        <a:ea typeface="思源宋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hangingPunct="0">
          <a:lnSpc>
            <a:spcPct val="130000"/>
          </a:lnSpc>
          <a:defRPr dirty="0">
            <a:latin typeface="Times New Roman" panose="02020603050405020304" pitchFamily="18" charset="0"/>
            <a:ea typeface="思源宋体 CN SemiBold" panose="02020600000000000000" pitchFamily="18"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5649</TotalTime>
  <Words>951</Words>
  <Application>Microsoft Office PowerPoint</Application>
  <PresentationFormat>宽屏</PresentationFormat>
  <Paragraphs>74</Paragraphs>
  <Slides>12</Slides>
  <Notes>11</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等线</vt:lpstr>
      <vt:lpstr>楷体</vt:lpstr>
      <vt:lpstr>思源宋体 CN Heavy</vt:lpstr>
      <vt:lpstr>思源宋体 CN Medium</vt:lpstr>
      <vt:lpstr>微软雅黑</vt:lpstr>
      <vt:lpstr>Arial</vt:lpstr>
      <vt:lpstr>Cambria Math</vt:lpstr>
      <vt:lpstr>Courier New</vt:lpstr>
      <vt:lpstr>Times New Roman</vt:lpstr>
      <vt:lpstr>自定义设计方案</vt:lpstr>
      <vt:lpstr>Office 主题​​</vt:lpstr>
      <vt:lpstr>PowerPoint 演示文稿</vt:lpstr>
      <vt:lpstr>研究背景与问题</vt:lpstr>
      <vt:lpstr>DiMNet解决方案</vt:lpstr>
      <vt:lpstr>DiMNet的整体架构</vt:lpstr>
      <vt:lpstr>多跨度演化：跨时空的消息聚合</vt:lpstr>
      <vt:lpstr>聚合后的特征更新</vt:lpstr>
      <vt:lpstr>跨时间解耦模块</vt:lpstr>
      <vt:lpstr>解码器与推理 (Decoder and Inference)</vt:lpstr>
      <vt:lpstr>训练与优化</vt:lpstr>
      <vt:lpstr>实验验证</vt:lpstr>
      <vt:lpstr>消融实验</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鬼</dc:creator>
  <cp:lastModifiedBy>宇博 文</cp:lastModifiedBy>
  <cp:revision>273</cp:revision>
  <dcterms:created xsi:type="dcterms:W3CDTF">2020-04-18T02:23:00Z</dcterms:created>
  <dcterms:modified xsi:type="dcterms:W3CDTF">2026-04-23T05:31:09Z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52A5E4D747FF44AF94FE60A2C99FBEC3_13</vt:lpwstr>
  </property>
</Properties>
</file>