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254" autoAdjust="0"/>
  </p:normalViewPr>
  <p:slideViewPr>
    <p:cSldViewPr snapToGrid="0" snapToObjects="1">
      <p:cViewPr varScale="1">
        <p:scale>
          <a:sx n="95" d="100"/>
          <a:sy n="95" d="100"/>
        </p:scale>
        <p:origin x="76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8426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C6BBEA59-A181-490F-3323-413BEA14EA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2479" y="6132866"/>
            <a:ext cx="2380567" cy="60496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07AFF77F-17DA-ED50-B2C9-81187F75D8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1" y="6132866"/>
            <a:ext cx="3147646" cy="60496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F30257F-6191-A4C0-C4D7-862BAC5CAE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2479" y="6132866"/>
            <a:ext cx="2380567" cy="60496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EF454DC7-67F5-9EA5-233C-D9033994C3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2479" y="6324600"/>
            <a:ext cx="2380567" cy="4132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80C14249-489A-127A-546B-1B1E7E65F7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1185" y="6312877"/>
            <a:ext cx="2291861" cy="42495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C1362604-4EE1-0864-386B-7B3286F72F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1114" y="6359768"/>
            <a:ext cx="2380567" cy="37805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660" y="0"/>
            <a:ext cx="11382375" cy="68580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3BFD0D01-406D-56C3-B6FF-A5E5436E00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2479" y="6359768"/>
            <a:ext cx="2380567" cy="37805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72061F80-813B-F28E-F564-E9FCC170DB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2479" y="6183924"/>
            <a:ext cx="2380567" cy="5539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780C5FB6-0298-2465-0161-45AE3481C0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2479" y="6359768"/>
            <a:ext cx="2380567" cy="37805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8A79E033-BA95-7882-5DFE-922057394F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2479" y="6359768"/>
            <a:ext cx="2380567" cy="37805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0</Words>
  <Application>Microsoft Office PowerPoint</Application>
  <PresentationFormat>宽屏</PresentationFormat>
  <Paragraphs>0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Ruilin Jiang</cp:lastModifiedBy>
  <cp:revision>3</cp:revision>
  <dcterms:created xsi:type="dcterms:W3CDTF">2013-01-27T09:14:16Z</dcterms:created>
  <dcterms:modified xsi:type="dcterms:W3CDTF">2026-04-15T17:41:19Z</dcterms:modified>
  <cp:category/>
</cp:coreProperties>
</file>